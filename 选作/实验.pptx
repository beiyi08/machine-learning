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3" r:id="rId7"/>
    <p:sldId id="264" r:id="rId8"/>
    <p:sldId id="265" r:id="rId9"/>
    <p:sldId id="267" r:id="rId10"/>
    <p:sldId id="266" r:id="rId11"/>
    <p:sldId id="262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DFAE699-20A7-4B27-AE75-649277F2B74D}">
          <p14:sldIdLst/>
        </p14:section>
        <p14:section name="模板" id="{46FAEB4B-0223-470D-8F80-0007AB4ED46C}">
          <p14:sldIdLst>
            <p14:sldId id="256"/>
            <p14:sldId id="258"/>
            <p14:sldId id="263"/>
            <p14:sldId id="264"/>
            <p14:sldId id="265"/>
            <p14:sldId id="267"/>
            <p14:sldId id="266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679C"/>
    <a:srgbClr val="5595BD"/>
    <a:srgbClr val="FFFFCE"/>
    <a:srgbClr val="0E5D86"/>
    <a:srgbClr val="2660AD"/>
    <a:srgbClr val="00679C"/>
    <a:srgbClr val="F2F2F2"/>
    <a:srgbClr val="DAE8F0"/>
    <a:srgbClr val="006495"/>
    <a:srgbClr val="009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97" autoAdjust="0"/>
  </p:normalViewPr>
  <p:slideViewPr>
    <p:cSldViewPr snapToGrid="0">
      <p:cViewPr>
        <p:scale>
          <a:sx n="75" d="100"/>
          <a:sy n="75" d="100"/>
        </p:scale>
        <p:origin x="2628" y="1328"/>
      </p:cViewPr>
      <p:guideLst>
        <p:guide pos="415"/>
        <p:guide pos="7242"/>
        <p:guide orient="horz" pos="648"/>
        <p:guide orient="horz" pos="712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028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fice user" userId="8a3c849e-ba39-445b-b32f-0c6026c8024d" providerId="ADAL" clId="{7DE2710A-B5E7-4C13-8864-A727AD22C497}"/>
    <pc:docChg chg="undo redo custSel addSld delSld modSld modMainMaster">
      <pc:chgData name="office user" userId="8a3c849e-ba39-445b-b32f-0c6026c8024d" providerId="ADAL" clId="{7DE2710A-B5E7-4C13-8864-A727AD22C497}" dt="2020-05-14T13:26:46.498" v="2879" actId="20577"/>
      <pc:docMkLst>
        <pc:docMk/>
      </pc:docMkLst>
      <pc:sldChg chg="modSp mod">
        <pc:chgData name="office user" userId="8a3c849e-ba39-445b-b32f-0c6026c8024d" providerId="ADAL" clId="{7DE2710A-B5E7-4C13-8864-A727AD22C497}" dt="2020-05-14T13:05:06.735" v="2456"/>
        <pc:sldMkLst>
          <pc:docMk/>
          <pc:sldMk cId="2593541936" sldId="256"/>
        </pc:sldMkLst>
        <pc:spChg chg="mod">
          <ac:chgData name="office user" userId="8a3c849e-ba39-445b-b32f-0c6026c8024d" providerId="ADAL" clId="{7DE2710A-B5E7-4C13-8864-A727AD22C497}" dt="2020-05-14T13:05:06.735" v="2456"/>
          <ac:spMkLst>
            <pc:docMk/>
            <pc:sldMk cId="2593541936" sldId="256"/>
            <ac:spMk id="4" creationId="{A9F75DAB-BDE2-4511-BC15-700EDFB99E1A}"/>
          </ac:spMkLst>
        </pc:spChg>
        <pc:spChg chg="mod">
          <ac:chgData name="office user" userId="8a3c849e-ba39-445b-b32f-0c6026c8024d" providerId="ADAL" clId="{7DE2710A-B5E7-4C13-8864-A727AD22C497}" dt="2020-05-14T13:05:02.150" v="2445"/>
          <ac:spMkLst>
            <pc:docMk/>
            <pc:sldMk cId="2593541936" sldId="256"/>
            <ac:spMk id="5" creationId="{A073A911-E38F-4AE7-BFAE-49A0490F16C0}"/>
          </ac:spMkLst>
        </pc:spChg>
      </pc:sldChg>
      <pc:sldChg chg="modSp mod setBg">
        <pc:chgData name="office user" userId="8a3c849e-ba39-445b-b32f-0c6026c8024d" providerId="ADAL" clId="{7DE2710A-B5E7-4C13-8864-A727AD22C497}" dt="2020-05-14T13:05:22.524" v="2457"/>
        <pc:sldMkLst>
          <pc:docMk/>
          <pc:sldMk cId="2252159884" sldId="257"/>
        </pc:sldMkLst>
        <pc:spChg chg="mod">
          <ac:chgData name="office user" userId="8a3c849e-ba39-445b-b32f-0c6026c8024d" providerId="ADAL" clId="{7DE2710A-B5E7-4C13-8864-A727AD22C497}" dt="2020-05-07T04:17:59.775" v="1213"/>
          <ac:spMkLst>
            <pc:docMk/>
            <pc:sldMk cId="2252159884" sldId="257"/>
            <ac:spMk id="5" creationId="{7C0CB575-D017-4726-A1E4-62D682E27D67}"/>
          </ac:spMkLst>
        </pc:spChg>
      </pc:sldChg>
      <pc:sldChg chg="modSp">
        <pc:chgData name="office user" userId="8a3c849e-ba39-445b-b32f-0c6026c8024d" providerId="ADAL" clId="{7DE2710A-B5E7-4C13-8864-A727AD22C497}" dt="2020-05-01T06:33:21.119" v="461"/>
        <pc:sldMkLst>
          <pc:docMk/>
          <pc:sldMk cId="3434656760" sldId="258"/>
        </pc:sldMkLst>
        <pc:spChg chg="mod">
          <ac:chgData name="office user" userId="8a3c849e-ba39-445b-b32f-0c6026c8024d" providerId="ADAL" clId="{7DE2710A-B5E7-4C13-8864-A727AD22C497}" dt="2020-05-01T06:33:21.119" v="461"/>
          <ac:spMkLst>
            <pc:docMk/>
            <pc:sldMk cId="3434656760" sldId="258"/>
            <ac:spMk id="2" creationId="{E13895DC-AFC3-4A2D-898F-6F2723CBF3DE}"/>
          </ac:spMkLst>
        </pc:spChg>
      </pc:sldChg>
      <pc:sldChg chg="modSp">
        <pc:chgData name="office user" userId="8a3c849e-ba39-445b-b32f-0c6026c8024d" providerId="ADAL" clId="{7DE2710A-B5E7-4C13-8864-A727AD22C497}" dt="2020-05-01T06:33:06.866" v="433" actId="20577"/>
        <pc:sldMkLst>
          <pc:docMk/>
          <pc:sldMk cId="1568049399" sldId="259"/>
        </pc:sldMkLst>
        <pc:spChg chg="mod">
          <ac:chgData name="office user" userId="8a3c849e-ba39-445b-b32f-0c6026c8024d" providerId="ADAL" clId="{7DE2710A-B5E7-4C13-8864-A727AD22C497}" dt="2020-05-01T06:32:58.312" v="414"/>
          <ac:spMkLst>
            <pc:docMk/>
            <pc:sldMk cId="1568049399" sldId="259"/>
            <ac:spMk id="2" creationId="{BC8C386A-4F53-4B92-913D-589069B43BB6}"/>
          </ac:spMkLst>
        </pc:spChg>
        <pc:spChg chg="mod">
          <ac:chgData name="office user" userId="8a3c849e-ba39-445b-b32f-0c6026c8024d" providerId="ADAL" clId="{7DE2710A-B5E7-4C13-8864-A727AD22C497}" dt="2020-05-01T06:33:06.866" v="433" actId="20577"/>
          <ac:spMkLst>
            <pc:docMk/>
            <pc:sldMk cId="1568049399" sldId="259"/>
            <ac:spMk id="3" creationId="{D66CD2EF-EEA5-4845-81EC-63EFBA4E87F5}"/>
          </ac:spMkLst>
        </pc:spChg>
      </pc:sldChg>
      <pc:sldChg chg="modSp new">
        <pc:chgData name="office user" userId="8a3c849e-ba39-445b-b32f-0c6026c8024d" providerId="ADAL" clId="{7DE2710A-B5E7-4C13-8864-A727AD22C497}" dt="2020-05-01T06:27:22.603" v="382" actId="14100"/>
        <pc:sldMkLst>
          <pc:docMk/>
          <pc:sldMk cId="3744092197" sldId="260"/>
        </pc:sldMkLst>
        <pc:spChg chg="mod">
          <ac:chgData name="office user" userId="8a3c849e-ba39-445b-b32f-0c6026c8024d" providerId="ADAL" clId="{7DE2710A-B5E7-4C13-8864-A727AD22C497}" dt="2020-05-01T06:25:04.419" v="372"/>
          <ac:spMkLst>
            <pc:docMk/>
            <pc:sldMk cId="3744092197" sldId="260"/>
            <ac:spMk id="2" creationId="{54E8FE8E-EB29-4EA5-9585-659FF0B5C47C}"/>
          </ac:spMkLst>
        </pc:spChg>
        <pc:spChg chg="mod">
          <ac:chgData name="office user" userId="8a3c849e-ba39-445b-b32f-0c6026c8024d" providerId="ADAL" clId="{7DE2710A-B5E7-4C13-8864-A727AD22C497}" dt="2020-05-01T06:27:22.603" v="382" actId="14100"/>
          <ac:spMkLst>
            <pc:docMk/>
            <pc:sldMk cId="3744092197" sldId="260"/>
            <ac:spMk id="3" creationId="{390876C6-23D8-4CC5-AD76-1133032B4259}"/>
          </ac:spMkLst>
        </pc:spChg>
      </pc:sldChg>
      <pc:sldChg chg="modSp new">
        <pc:chgData name="office user" userId="8a3c849e-ba39-445b-b32f-0c6026c8024d" providerId="ADAL" clId="{7DE2710A-B5E7-4C13-8864-A727AD22C497}" dt="2020-05-01T06:51:10.922" v="499" actId="20577"/>
        <pc:sldMkLst>
          <pc:docMk/>
          <pc:sldMk cId="2690366407" sldId="261"/>
        </pc:sldMkLst>
        <pc:spChg chg="mod">
          <ac:chgData name="office user" userId="8a3c849e-ba39-445b-b32f-0c6026c8024d" providerId="ADAL" clId="{7DE2710A-B5E7-4C13-8864-A727AD22C497}" dt="2020-05-01T06:51:10.922" v="499" actId="20577"/>
          <ac:spMkLst>
            <pc:docMk/>
            <pc:sldMk cId="2690366407" sldId="261"/>
            <ac:spMk id="2" creationId="{8214A71E-FAF1-41CA-97A3-1B41E4C0CDDD}"/>
          </ac:spMkLst>
        </pc:spChg>
      </pc:sldChg>
      <pc:sldChg chg="modSp new mod">
        <pc:chgData name="office user" userId="8a3c849e-ba39-445b-b32f-0c6026c8024d" providerId="ADAL" clId="{7DE2710A-B5E7-4C13-8864-A727AD22C497}" dt="2020-05-03T07:55:28.980" v="776" actId="20577"/>
        <pc:sldMkLst>
          <pc:docMk/>
          <pc:sldMk cId="274611729" sldId="262"/>
        </pc:sldMkLst>
        <pc:spChg chg="mod">
          <ac:chgData name="office user" userId="8a3c849e-ba39-445b-b32f-0c6026c8024d" providerId="ADAL" clId="{7DE2710A-B5E7-4C13-8864-A727AD22C497}" dt="2020-05-03T07:54:49.581" v="663"/>
          <ac:spMkLst>
            <pc:docMk/>
            <pc:sldMk cId="274611729" sldId="262"/>
            <ac:spMk id="2" creationId="{A106F247-7AB9-4882-B781-178983EBDE7E}"/>
          </ac:spMkLst>
        </pc:spChg>
        <pc:spChg chg="mod">
          <ac:chgData name="office user" userId="8a3c849e-ba39-445b-b32f-0c6026c8024d" providerId="ADAL" clId="{7DE2710A-B5E7-4C13-8864-A727AD22C497}" dt="2020-05-03T07:55:05.669" v="709" actId="5793"/>
          <ac:spMkLst>
            <pc:docMk/>
            <pc:sldMk cId="274611729" sldId="262"/>
            <ac:spMk id="3" creationId="{EF4E35F5-BBB8-44DF-B9A0-16B7F4B92C37}"/>
          </ac:spMkLst>
        </pc:spChg>
        <pc:spChg chg="mod">
          <ac:chgData name="office user" userId="8a3c849e-ba39-445b-b32f-0c6026c8024d" providerId="ADAL" clId="{7DE2710A-B5E7-4C13-8864-A727AD22C497}" dt="2020-05-03T07:55:17.863" v="746"/>
          <ac:spMkLst>
            <pc:docMk/>
            <pc:sldMk cId="274611729" sldId="262"/>
            <ac:spMk id="4" creationId="{136DFC5E-69BD-4D50-A2F6-EADCD74E1897}"/>
          </ac:spMkLst>
        </pc:spChg>
        <pc:spChg chg="mod">
          <ac:chgData name="office user" userId="8a3c849e-ba39-445b-b32f-0c6026c8024d" providerId="ADAL" clId="{7DE2710A-B5E7-4C13-8864-A727AD22C497}" dt="2020-05-03T07:55:28.980" v="776" actId="20577"/>
          <ac:spMkLst>
            <pc:docMk/>
            <pc:sldMk cId="274611729" sldId="262"/>
            <ac:spMk id="5" creationId="{21326951-4492-48E5-ACD3-0E726F444860}"/>
          </ac:spMkLst>
        </pc:spChg>
      </pc:sldChg>
      <pc:sldChg chg="addSp modSp new mod">
        <pc:chgData name="office user" userId="8a3c849e-ba39-445b-b32f-0c6026c8024d" providerId="ADAL" clId="{7DE2710A-B5E7-4C13-8864-A727AD22C497}" dt="2020-05-09T14:14:04.363" v="2027" actId="20577"/>
        <pc:sldMkLst>
          <pc:docMk/>
          <pc:sldMk cId="1742198022" sldId="263"/>
        </pc:sldMkLst>
        <pc:spChg chg="mod">
          <ac:chgData name="office user" userId="8a3c849e-ba39-445b-b32f-0c6026c8024d" providerId="ADAL" clId="{7DE2710A-B5E7-4C13-8864-A727AD22C497}" dt="2020-05-09T13:54:21.376" v="1229"/>
          <ac:spMkLst>
            <pc:docMk/>
            <pc:sldMk cId="1742198022" sldId="263"/>
            <ac:spMk id="2" creationId="{EA34B152-2A1F-4EF1-8027-A2B38F77BD84}"/>
          </ac:spMkLst>
        </pc:spChg>
        <pc:spChg chg="mod">
          <ac:chgData name="office user" userId="8a3c849e-ba39-445b-b32f-0c6026c8024d" providerId="ADAL" clId="{7DE2710A-B5E7-4C13-8864-A727AD22C497}" dt="2020-05-09T14:06:53.323" v="2019" actId="20577"/>
          <ac:spMkLst>
            <pc:docMk/>
            <pc:sldMk cId="1742198022" sldId="263"/>
            <ac:spMk id="3" creationId="{8CC3FD6E-C9FC-4C11-AB51-986F6C00E3FA}"/>
          </ac:spMkLst>
        </pc:spChg>
        <pc:spChg chg="add mod">
          <ac:chgData name="office user" userId="8a3c849e-ba39-445b-b32f-0c6026c8024d" providerId="ADAL" clId="{7DE2710A-B5E7-4C13-8864-A727AD22C497}" dt="2020-05-09T14:01:55.046" v="1697" actId="164"/>
          <ac:spMkLst>
            <pc:docMk/>
            <pc:sldMk cId="1742198022" sldId="263"/>
            <ac:spMk id="4" creationId="{ED0E888A-F00D-496D-BFBA-7698985286E3}"/>
          </ac:spMkLst>
        </pc:spChg>
        <pc:spChg chg="add mod">
          <ac:chgData name="office user" userId="8a3c849e-ba39-445b-b32f-0c6026c8024d" providerId="ADAL" clId="{7DE2710A-B5E7-4C13-8864-A727AD22C497}" dt="2020-05-09T14:01:51.020" v="1696" actId="164"/>
          <ac:spMkLst>
            <pc:docMk/>
            <pc:sldMk cId="1742198022" sldId="263"/>
            <ac:spMk id="5" creationId="{EB6527B2-D2F1-4543-91E6-2FA3A2CD61B7}"/>
          </ac:spMkLst>
        </pc:spChg>
        <pc:spChg chg="add mod">
          <ac:chgData name="office user" userId="8a3c849e-ba39-445b-b32f-0c6026c8024d" providerId="ADAL" clId="{7DE2710A-B5E7-4C13-8864-A727AD22C497}" dt="2020-05-09T14:01:55.046" v="1697" actId="164"/>
          <ac:spMkLst>
            <pc:docMk/>
            <pc:sldMk cId="1742198022" sldId="263"/>
            <ac:spMk id="6" creationId="{89CFF804-C7D9-4E95-9712-1A77E2CC8CBE}"/>
          </ac:spMkLst>
        </pc:spChg>
        <pc:spChg chg="add mod">
          <ac:chgData name="office user" userId="8a3c849e-ba39-445b-b32f-0c6026c8024d" providerId="ADAL" clId="{7DE2710A-B5E7-4C13-8864-A727AD22C497}" dt="2020-05-09T14:01:51.020" v="1696" actId="164"/>
          <ac:spMkLst>
            <pc:docMk/>
            <pc:sldMk cId="1742198022" sldId="263"/>
            <ac:spMk id="7" creationId="{D70E52FE-FBED-4A7D-A786-BC812FC04C2B}"/>
          </ac:spMkLst>
        </pc:spChg>
        <pc:spChg chg="add mod">
          <ac:chgData name="office user" userId="8a3c849e-ba39-445b-b32f-0c6026c8024d" providerId="ADAL" clId="{7DE2710A-B5E7-4C13-8864-A727AD22C497}" dt="2020-05-09T14:14:04.363" v="2027" actId="20577"/>
          <ac:spMkLst>
            <pc:docMk/>
            <pc:sldMk cId="1742198022" sldId="263"/>
            <ac:spMk id="8" creationId="{CF0A78CE-B3B1-42CB-A935-F7F7FC296F7E}"/>
          </ac:spMkLst>
        </pc:spChg>
        <pc:spChg chg="add mod">
          <ac:chgData name="office user" userId="8a3c849e-ba39-445b-b32f-0c6026c8024d" providerId="ADAL" clId="{7DE2710A-B5E7-4C13-8864-A727AD22C497}" dt="2020-05-09T14:01:51.020" v="1696" actId="164"/>
          <ac:spMkLst>
            <pc:docMk/>
            <pc:sldMk cId="1742198022" sldId="263"/>
            <ac:spMk id="9" creationId="{1CA97EC1-D93B-4AC0-8822-FEB10784379D}"/>
          </ac:spMkLst>
        </pc:spChg>
        <pc:grpChg chg="add mod">
          <ac:chgData name="office user" userId="8a3c849e-ba39-445b-b32f-0c6026c8024d" providerId="ADAL" clId="{7DE2710A-B5E7-4C13-8864-A727AD22C497}" dt="2020-05-09T14:02:06.654" v="1699" actId="1076"/>
          <ac:grpSpMkLst>
            <pc:docMk/>
            <pc:sldMk cId="1742198022" sldId="263"/>
            <ac:grpSpMk id="10" creationId="{3BBF57C1-60E1-437C-B16C-F233239ABD66}"/>
          </ac:grpSpMkLst>
        </pc:grpChg>
        <pc:grpChg chg="add mod">
          <ac:chgData name="office user" userId="8a3c849e-ba39-445b-b32f-0c6026c8024d" providerId="ADAL" clId="{7DE2710A-B5E7-4C13-8864-A727AD22C497}" dt="2020-05-09T14:02:06.654" v="1699" actId="1076"/>
          <ac:grpSpMkLst>
            <pc:docMk/>
            <pc:sldMk cId="1742198022" sldId="263"/>
            <ac:grpSpMk id="11" creationId="{95BC2C34-DD5D-4A5D-B15A-1A1B19B53B25}"/>
          </ac:grpSpMkLst>
        </pc:grpChg>
        <pc:picChg chg="add mod">
          <ac:chgData name="office user" userId="8a3c849e-ba39-445b-b32f-0c6026c8024d" providerId="ADAL" clId="{7DE2710A-B5E7-4C13-8864-A727AD22C497}" dt="2020-05-09T14:05:45.837" v="1996" actId="1076"/>
          <ac:picMkLst>
            <pc:docMk/>
            <pc:sldMk cId="1742198022" sldId="263"/>
            <ac:picMk id="12" creationId="{6BECEA09-2473-4533-8805-1E5DDBE4CA8F}"/>
          </ac:picMkLst>
        </pc:picChg>
        <pc:picChg chg="add mod">
          <ac:chgData name="office user" userId="8a3c849e-ba39-445b-b32f-0c6026c8024d" providerId="ADAL" clId="{7DE2710A-B5E7-4C13-8864-A727AD22C497}" dt="2020-05-09T14:05:47.349" v="1997" actId="1076"/>
          <ac:picMkLst>
            <pc:docMk/>
            <pc:sldMk cId="1742198022" sldId="263"/>
            <ac:picMk id="13" creationId="{07F89DB8-FA27-44F5-8966-09C3D13097E7}"/>
          </ac:picMkLst>
        </pc:picChg>
        <pc:picChg chg="add mod modCrop">
          <ac:chgData name="office user" userId="8a3c849e-ba39-445b-b32f-0c6026c8024d" providerId="ADAL" clId="{7DE2710A-B5E7-4C13-8864-A727AD22C497}" dt="2020-05-09T14:05:51.886" v="2000" actId="1076"/>
          <ac:picMkLst>
            <pc:docMk/>
            <pc:sldMk cId="1742198022" sldId="263"/>
            <ac:picMk id="14" creationId="{E1201637-4AC2-476E-B636-41AFFBAF8070}"/>
          </ac:picMkLst>
        </pc:picChg>
      </pc:sldChg>
      <pc:sldChg chg="add del">
        <pc:chgData name="office user" userId="8a3c849e-ba39-445b-b32f-0c6026c8024d" providerId="ADAL" clId="{7DE2710A-B5E7-4C13-8864-A727AD22C497}" dt="2020-05-04T06:38:24.061" v="1167" actId="2696"/>
        <pc:sldMkLst>
          <pc:docMk/>
          <pc:sldMk cId="2741290755" sldId="263"/>
        </pc:sldMkLst>
      </pc:sldChg>
      <pc:sldChg chg="addSp delSp modSp new mod">
        <pc:chgData name="office user" userId="8a3c849e-ba39-445b-b32f-0c6026c8024d" providerId="ADAL" clId="{7DE2710A-B5E7-4C13-8864-A727AD22C497}" dt="2020-05-14T13:05:37.779" v="2458" actId="1076"/>
        <pc:sldMkLst>
          <pc:docMk/>
          <pc:sldMk cId="2180906393" sldId="264"/>
        </pc:sldMkLst>
        <pc:spChg chg="del">
          <ac:chgData name="office user" userId="8a3c849e-ba39-445b-b32f-0c6026c8024d" providerId="ADAL" clId="{7DE2710A-B5E7-4C13-8864-A727AD22C497}" dt="2020-05-14T13:01:12.125" v="2315"/>
          <ac:spMkLst>
            <pc:docMk/>
            <pc:sldMk cId="2180906393" sldId="264"/>
            <ac:spMk id="2" creationId="{6B5D3A0C-625C-474A-A05A-814A362295E3}"/>
          </ac:spMkLst>
        </pc:spChg>
        <pc:spChg chg="del">
          <ac:chgData name="office user" userId="8a3c849e-ba39-445b-b32f-0c6026c8024d" providerId="ADAL" clId="{7DE2710A-B5E7-4C13-8864-A727AD22C497}" dt="2020-05-14T12:59:47.294" v="2263" actId="931"/>
          <ac:spMkLst>
            <pc:docMk/>
            <pc:sldMk cId="2180906393" sldId="264"/>
            <ac:spMk id="3" creationId="{1A7CD3B0-432D-45C0-BD15-F7F1D1F2692A}"/>
          </ac:spMkLst>
        </pc:spChg>
        <pc:spChg chg="mod">
          <ac:chgData name="office user" userId="8a3c849e-ba39-445b-b32f-0c6026c8024d" providerId="ADAL" clId="{7DE2710A-B5E7-4C13-8864-A727AD22C497}" dt="2020-05-14T13:04:38.332" v="2414" actId="1076"/>
          <ac:spMkLst>
            <pc:docMk/>
            <pc:sldMk cId="2180906393" sldId="264"/>
            <ac:spMk id="4" creationId="{195DBA6D-FFFE-462F-92B8-7B577306301F}"/>
          </ac:spMkLst>
        </pc:spChg>
        <pc:spChg chg="del">
          <ac:chgData name="office user" userId="8a3c849e-ba39-445b-b32f-0c6026c8024d" providerId="ADAL" clId="{7DE2710A-B5E7-4C13-8864-A727AD22C497}" dt="2020-05-14T13:01:12.125" v="2315"/>
          <ac:spMkLst>
            <pc:docMk/>
            <pc:sldMk cId="2180906393" sldId="264"/>
            <ac:spMk id="5" creationId="{721E5484-0931-4C1F-9AC4-4237B89ACE02}"/>
          </ac:spMkLst>
        </pc:spChg>
        <pc:spChg chg="add mod">
          <ac:chgData name="office user" userId="8a3c849e-ba39-445b-b32f-0c6026c8024d" providerId="ADAL" clId="{7DE2710A-B5E7-4C13-8864-A727AD22C497}" dt="2020-05-14T13:04:00.588" v="2412"/>
          <ac:spMkLst>
            <pc:docMk/>
            <pc:sldMk cId="2180906393" sldId="264"/>
            <ac:spMk id="8" creationId="{A562FE53-E6E4-4CCB-99CB-4E98FAC71946}"/>
          </ac:spMkLst>
        </pc:spChg>
        <pc:spChg chg="add mod">
          <ac:chgData name="office user" userId="8a3c849e-ba39-445b-b32f-0c6026c8024d" providerId="ADAL" clId="{7DE2710A-B5E7-4C13-8864-A727AD22C497}" dt="2020-05-14T13:04:38.332" v="2414" actId="1076"/>
          <ac:spMkLst>
            <pc:docMk/>
            <pc:sldMk cId="2180906393" sldId="264"/>
            <ac:spMk id="9" creationId="{DE4E78B3-22FD-4647-8FC7-869427FC1012}"/>
          </ac:spMkLst>
        </pc:spChg>
        <pc:spChg chg="add mod">
          <ac:chgData name="office user" userId="8a3c849e-ba39-445b-b32f-0c6026c8024d" providerId="ADAL" clId="{7DE2710A-B5E7-4C13-8864-A727AD22C497}" dt="2020-05-14T13:05:37.779" v="2458" actId="1076"/>
          <ac:spMkLst>
            <pc:docMk/>
            <pc:sldMk cId="2180906393" sldId="264"/>
            <ac:spMk id="10" creationId="{B5E50E32-88EB-4D1A-914E-9FAED2071004}"/>
          </ac:spMkLst>
        </pc:spChg>
        <pc:picChg chg="add mod modCrop">
          <ac:chgData name="office user" userId="8a3c849e-ba39-445b-b32f-0c6026c8024d" providerId="ADAL" clId="{7DE2710A-B5E7-4C13-8864-A727AD22C497}" dt="2020-05-14T13:01:16.936" v="2317" actId="1076"/>
          <ac:picMkLst>
            <pc:docMk/>
            <pc:sldMk cId="2180906393" sldId="264"/>
            <ac:picMk id="7" creationId="{A754B212-368D-470A-8AB4-245F24B6136A}"/>
          </ac:picMkLst>
        </pc:picChg>
      </pc:sldChg>
      <pc:sldChg chg="addSp delSp modSp new mod">
        <pc:chgData name="office user" userId="8a3c849e-ba39-445b-b32f-0c6026c8024d" providerId="ADAL" clId="{7DE2710A-B5E7-4C13-8864-A727AD22C497}" dt="2020-05-14T13:17:12.034" v="2725"/>
        <pc:sldMkLst>
          <pc:docMk/>
          <pc:sldMk cId="3172747435" sldId="265"/>
        </pc:sldMkLst>
        <pc:spChg chg="add del mod">
          <ac:chgData name="office user" userId="8a3c849e-ba39-445b-b32f-0c6026c8024d" providerId="ADAL" clId="{7DE2710A-B5E7-4C13-8864-A727AD22C497}" dt="2020-05-14T13:17:12.034" v="2725"/>
          <ac:spMkLst>
            <pc:docMk/>
            <pc:sldMk cId="3172747435" sldId="265"/>
            <ac:spMk id="2" creationId="{2C6F3A63-5FD1-4BBE-BDB6-98FFF8D46BD5}"/>
          </ac:spMkLst>
        </pc:spChg>
        <pc:spChg chg="mod">
          <ac:chgData name="office user" userId="8a3c849e-ba39-445b-b32f-0c6026c8024d" providerId="ADAL" clId="{7DE2710A-B5E7-4C13-8864-A727AD22C497}" dt="2020-05-14T13:15:23.667" v="2695" actId="1076"/>
          <ac:spMkLst>
            <pc:docMk/>
            <pc:sldMk cId="3172747435" sldId="265"/>
            <ac:spMk id="3" creationId="{BFCB703A-7E3D-4C79-9EBB-734F37D5ED15}"/>
          </ac:spMkLst>
        </pc:spChg>
        <pc:spChg chg="mod">
          <ac:chgData name="office user" userId="8a3c849e-ba39-445b-b32f-0c6026c8024d" providerId="ADAL" clId="{7DE2710A-B5E7-4C13-8864-A727AD22C497}" dt="2020-05-14T13:16:32.890" v="2707" actId="14100"/>
          <ac:spMkLst>
            <pc:docMk/>
            <pc:sldMk cId="3172747435" sldId="265"/>
            <ac:spMk id="4" creationId="{090ECC2D-DB9C-4C57-B001-BECF4BBAF8E2}"/>
          </ac:spMkLst>
        </pc:spChg>
        <pc:spChg chg="mod">
          <ac:chgData name="office user" userId="8a3c849e-ba39-445b-b32f-0c6026c8024d" providerId="ADAL" clId="{7DE2710A-B5E7-4C13-8864-A727AD22C497}" dt="2020-05-14T13:15:23.667" v="2695" actId="1076"/>
          <ac:spMkLst>
            <pc:docMk/>
            <pc:sldMk cId="3172747435" sldId="265"/>
            <ac:spMk id="5" creationId="{94B9BBFF-4702-46D3-A7E8-C9FC7EBDB8E3}"/>
          </ac:spMkLst>
        </pc:spChg>
        <pc:spChg chg="mod">
          <ac:chgData name="office user" userId="8a3c849e-ba39-445b-b32f-0c6026c8024d" providerId="ADAL" clId="{7DE2710A-B5E7-4C13-8864-A727AD22C497}" dt="2020-05-14T13:16:30.545" v="2706" actId="14100"/>
          <ac:spMkLst>
            <pc:docMk/>
            <pc:sldMk cId="3172747435" sldId="265"/>
            <ac:spMk id="6" creationId="{1E39378F-177E-4F4B-A156-317FF8EE4AC4}"/>
          </ac:spMkLst>
        </pc:spChg>
        <pc:spChg chg="mod">
          <ac:chgData name="office user" userId="8a3c849e-ba39-445b-b32f-0c6026c8024d" providerId="ADAL" clId="{7DE2710A-B5E7-4C13-8864-A727AD22C497}" dt="2020-05-14T13:15:23.667" v="2695" actId="1076"/>
          <ac:spMkLst>
            <pc:docMk/>
            <pc:sldMk cId="3172747435" sldId="265"/>
            <ac:spMk id="7" creationId="{0D7EE36B-1B0E-4407-8998-ADBCEDAC510B}"/>
          </ac:spMkLst>
        </pc:spChg>
        <pc:spChg chg="mod">
          <ac:chgData name="office user" userId="8a3c849e-ba39-445b-b32f-0c6026c8024d" providerId="ADAL" clId="{7DE2710A-B5E7-4C13-8864-A727AD22C497}" dt="2020-05-14T13:16:47.833" v="2708" actId="14100"/>
          <ac:spMkLst>
            <pc:docMk/>
            <pc:sldMk cId="3172747435" sldId="265"/>
            <ac:spMk id="8" creationId="{DCBAFAE8-D909-4B6D-ADAF-841F4263A851}"/>
          </ac:spMkLst>
        </pc:spChg>
        <pc:spChg chg="add mod">
          <ac:chgData name="office user" userId="8a3c849e-ba39-445b-b32f-0c6026c8024d" providerId="ADAL" clId="{7DE2710A-B5E7-4C13-8864-A727AD22C497}" dt="2020-05-14T13:15:23.667" v="2695" actId="1076"/>
          <ac:spMkLst>
            <pc:docMk/>
            <pc:sldMk cId="3172747435" sldId="265"/>
            <ac:spMk id="9" creationId="{5D0A99C0-E815-4976-8C0D-5FA10B92322E}"/>
          </ac:spMkLst>
        </pc:spChg>
        <pc:spChg chg="add del mod">
          <ac:chgData name="office user" userId="8a3c849e-ba39-445b-b32f-0c6026c8024d" providerId="ADAL" clId="{7DE2710A-B5E7-4C13-8864-A727AD22C497}" dt="2020-05-14T13:13:35.061" v="2658"/>
          <ac:spMkLst>
            <pc:docMk/>
            <pc:sldMk cId="3172747435" sldId="265"/>
            <ac:spMk id="10" creationId="{594EE607-F1D0-420E-80A3-64CDC04FC5EC}"/>
          </ac:spMkLst>
        </pc:spChg>
        <pc:spChg chg="add mod">
          <ac:chgData name="office user" userId="8a3c849e-ba39-445b-b32f-0c6026c8024d" providerId="ADAL" clId="{7DE2710A-B5E7-4C13-8864-A727AD22C497}" dt="2020-05-14T13:16:14.738" v="2703" actId="1076"/>
          <ac:spMkLst>
            <pc:docMk/>
            <pc:sldMk cId="3172747435" sldId="265"/>
            <ac:spMk id="11" creationId="{94A6FA3E-27C3-48E7-BC2D-0341C9B138DD}"/>
          </ac:spMkLst>
        </pc:spChg>
        <pc:spChg chg="add mod">
          <ac:chgData name="office user" userId="8a3c849e-ba39-445b-b32f-0c6026c8024d" providerId="ADAL" clId="{7DE2710A-B5E7-4C13-8864-A727AD22C497}" dt="2020-05-14T13:16:25.441" v="2705" actId="1076"/>
          <ac:spMkLst>
            <pc:docMk/>
            <pc:sldMk cId="3172747435" sldId="265"/>
            <ac:spMk id="12" creationId="{A3E97869-5ED2-48EC-BBD4-F7A082ECF185}"/>
          </ac:spMkLst>
        </pc:spChg>
      </pc:sldChg>
      <pc:sldChg chg="addSp delSp modSp new mod">
        <pc:chgData name="office user" userId="8a3c849e-ba39-445b-b32f-0c6026c8024d" providerId="ADAL" clId="{7DE2710A-B5E7-4C13-8864-A727AD22C497}" dt="2020-05-14T13:26:46.498" v="2879" actId="20577"/>
        <pc:sldMkLst>
          <pc:docMk/>
          <pc:sldMk cId="2875606436" sldId="266"/>
        </pc:sldMkLst>
        <pc:spChg chg="mod">
          <ac:chgData name="office user" userId="8a3c849e-ba39-445b-b32f-0c6026c8024d" providerId="ADAL" clId="{7DE2710A-B5E7-4C13-8864-A727AD22C497}" dt="2020-05-14T13:26:18.171" v="2876"/>
          <ac:spMkLst>
            <pc:docMk/>
            <pc:sldMk cId="2875606436" sldId="266"/>
            <ac:spMk id="2" creationId="{DE1B9773-0DCC-41DC-B1C7-F08576563E1F}"/>
          </ac:spMkLst>
        </pc:spChg>
        <pc:spChg chg="del">
          <ac:chgData name="office user" userId="8a3c849e-ba39-445b-b32f-0c6026c8024d" providerId="ADAL" clId="{7DE2710A-B5E7-4C13-8864-A727AD22C497}" dt="2020-05-14T13:25:28" v="2774" actId="931"/>
          <ac:spMkLst>
            <pc:docMk/>
            <pc:sldMk cId="2875606436" sldId="266"/>
            <ac:spMk id="3" creationId="{6C0F13C5-6AA6-4A41-A23B-C8106F416F8C}"/>
          </ac:spMkLst>
        </pc:spChg>
        <pc:spChg chg="mod">
          <ac:chgData name="office user" userId="8a3c849e-ba39-445b-b32f-0c6026c8024d" providerId="ADAL" clId="{7DE2710A-B5E7-4C13-8864-A727AD22C497}" dt="2020-05-14T13:25:49.075" v="2793"/>
          <ac:spMkLst>
            <pc:docMk/>
            <pc:sldMk cId="2875606436" sldId="266"/>
            <ac:spMk id="4" creationId="{B49A183B-9DBD-448B-BFD5-2726D65953B7}"/>
          </ac:spMkLst>
        </pc:spChg>
        <pc:spChg chg="mod">
          <ac:chgData name="office user" userId="8a3c849e-ba39-445b-b32f-0c6026c8024d" providerId="ADAL" clId="{7DE2710A-B5E7-4C13-8864-A727AD22C497}" dt="2020-05-14T13:26:08.971" v="2851"/>
          <ac:spMkLst>
            <pc:docMk/>
            <pc:sldMk cId="2875606436" sldId="266"/>
            <ac:spMk id="5" creationId="{3F9AA3DF-C989-4738-AD03-23E204DE42AA}"/>
          </ac:spMkLst>
        </pc:spChg>
        <pc:spChg chg="mod">
          <ac:chgData name="office user" userId="8a3c849e-ba39-445b-b32f-0c6026c8024d" providerId="ADAL" clId="{7DE2710A-B5E7-4C13-8864-A727AD22C497}" dt="2020-05-14T13:26:46.498" v="2879" actId="20577"/>
          <ac:spMkLst>
            <pc:docMk/>
            <pc:sldMk cId="2875606436" sldId="266"/>
            <ac:spMk id="6" creationId="{6911D0BC-9D23-4E19-B25B-F1FF4A0D2228}"/>
          </ac:spMkLst>
        </pc:spChg>
        <pc:spChg chg="mod">
          <ac:chgData name="office user" userId="8a3c849e-ba39-445b-b32f-0c6026c8024d" providerId="ADAL" clId="{7DE2710A-B5E7-4C13-8864-A727AD22C497}" dt="2020-05-14T13:25:54.259" v="2807"/>
          <ac:spMkLst>
            <pc:docMk/>
            <pc:sldMk cId="2875606436" sldId="266"/>
            <ac:spMk id="7" creationId="{D06EDB19-A126-40E1-8894-09791EE4BF06}"/>
          </ac:spMkLst>
        </pc:spChg>
        <pc:picChg chg="add mod modCrop">
          <ac:chgData name="office user" userId="8a3c849e-ba39-445b-b32f-0c6026c8024d" providerId="ADAL" clId="{7DE2710A-B5E7-4C13-8864-A727AD22C497}" dt="2020-05-14T13:25:32.536" v="2777" actId="18131"/>
          <ac:picMkLst>
            <pc:docMk/>
            <pc:sldMk cId="2875606436" sldId="266"/>
            <ac:picMk id="9" creationId="{7F88086C-437A-4A47-9F0C-536CE267F2F3}"/>
          </ac:picMkLst>
        </pc:picChg>
      </pc:sldChg>
      <pc:sldMasterChg chg="delSldLayout modSldLayout sldLayoutOrd">
        <pc:chgData name="office user" userId="8a3c849e-ba39-445b-b32f-0c6026c8024d" providerId="ADAL" clId="{7DE2710A-B5E7-4C13-8864-A727AD22C497}" dt="2020-05-14T13:25:42.374" v="2779" actId="120"/>
        <pc:sldMasterMkLst>
          <pc:docMk/>
          <pc:sldMasterMk cId="627016198" sldId="2147483648"/>
        </pc:sldMasterMkLst>
        <pc:sldLayoutChg chg="addSp delSp modSp mod">
          <pc:chgData name="office user" userId="8a3c849e-ba39-445b-b32f-0c6026c8024d" providerId="ADAL" clId="{7DE2710A-B5E7-4C13-8864-A727AD22C497}" dt="2020-05-14T12:51:53.070" v="2091" actId="1076"/>
          <pc:sldLayoutMkLst>
            <pc:docMk/>
            <pc:sldMasterMk cId="627016198" sldId="2147483648"/>
            <pc:sldLayoutMk cId="1777372831" sldId="2147483649"/>
          </pc:sldLayoutMkLst>
          <pc:spChg chg="mod">
            <ac:chgData name="office user" userId="8a3c849e-ba39-445b-b32f-0c6026c8024d" providerId="ADAL" clId="{7DE2710A-B5E7-4C13-8864-A727AD22C497}" dt="2020-05-14T12:51:49.589" v="2090" actId="1076"/>
            <ac:spMkLst>
              <pc:docMk/>
              <pc:sldMasterMk cId="627016198" sldId="2147483648"/>
              <pc:sldLayoutMk cId="1777372831" sldId="2147483649"/>
              <ac:spMk id="7" creationId="{6D1FC461-6B90-4990-9426-1048735156D1}"/>
            </ac:spMkLst>
          </pc:spChg>
          <pc:picChg chg="mod">
            <ac:chgData name="office user" userId="8a3c849e-ba39-445b-b32f-0c6026c8024d" providerId="ADAL" clId="{7DE2710A-B5E7-4C13-8864-A727AD22C497}" dt="2020-05-14T12:51:53.070" v="2091" actId="1076"/>
            <ac:picMkLst>
              <pc:docMk/>
              <pc:sldMasterMk cId="627016198" sldId="2147483648"/>
              <pc:sldLayoutMk cId="1777372831" sldId="2147483649"/>
              <ac:picMk id="8" creationId="{928DCFDE-B723-4B4F-B224-259692F4D078}"/>
            </ac:picMkLst>
          </pc:picChg>
          <pc:picChg chg="del">
            <ac:chgData name="office user" userId="8a3c849e-ba39-445b-b32f-0c6026c8024d" providerId="ADAL" clId="{7DE2710A-B5E7-4C13-8864-A727AD22C497}" dt="2020-05-03T07:49:49.400" v="520" actId="478"/>
            <ac:picMkLst>
              <pc:docMk/>
              <pc:sldMasterMk cId="627016198" sldId="2147483648"/>
              <pc:sldLayoutMk cId="1777372831" sldId="2147483649"/>
              <ac:picMk id="10" creationId="{2B97ED2C-88F1-4765-9653-D6B22F44D024}"/>
            </ac:picMkLst>
          </pc:picChg>
          <pc:picChg chg="add mod">
            <ac:chgData name="office user" userId="8a3c849e-ba39-445b-b32f-0c6026c8024d" providerId="ADAL" clId="{7DE2710A-B5E7-4C13-8864-A727AD22C497}" dt="2020-05-03T07:49:37.037" v="519" actId="1076"/>
            <ac:picMkLst>
              <pc:docMk/>
              <pc:sldMasterMk cId="627016198" sldId="2147483648"/>
              <pc:sldLayoutMk cId="1777372831" sldId="2147483649"/>
              <ac:picMk id="14" creationId="{116DFF24-65E8-4435-8127-FD9AD514200C}"/>
            </ac:picMkLst>
          </pc:picChg>
        </pc:sldLayoutChg>
        <pc:sldLayoutChg chg="addSp delSp modSp mod">
          <pc:chgData name="office user" userId="8a3c849e-ba39-445b-b32f-0c6026c8024d" providerId="ADAL" clId="{7DE2710A-B5E7-4C13-8864-A727AD22C497}" dt="2020-05-14T12:52:22.599" v="2099" actId="207"/>
          <pc:sldLayoutMkLst>
            <pc:docMk/>
            <pc:sldMasterMk cId="627016198" sldId="2147483648"/>
            <pc:sldLayoutMk cId="3229694667" sldId="2147483650"/>
          </pc:sldLayoutMkLst>
          <pc:spChg chg="mod">
            <ac:chgData name="office user" userId="8a3c849e-ba39-445b-b32f-0c6026c8024d" providerId="ADAL" clId="{7DE2710A-B5E7-4C13-8864-A727AD22C497}" dt="2020-05-01T06:29:08.036" v="392" actId="14100"/>
            <ac:spMkLst>
              <pc:docMk/>
              <pc:sldMasterMk cId="627016198" sldId="2147483648"/>
              <pc:sldLayoutMk cId="3229694667" sldId="2147483650"/>
              <ac:spMk id="2" creationId="{663B91EC-CAFB-4F9F-8B5E-B77BC6F8F4EC}"/>
            </ac:spMkLst>
          </pc:spChg>
          <pc:spChg chg="mod">
            <ac:chgData name="office user" userId="8a3c849e-ba39-445b-b32f-0c6026c8024d" providerId="ADAL" clId="{7DE2710A-B5E7-4C13-8864-A727AD22C497}" dt="2020-05-01T06:28:29.694" v="390" actId="14100"/>
            <ac:spMkLst>
              <pc:docMk/>
              <pc:sldMasterMk cId="627016198" sldId="2147483648"/>
              <pc:sldLayoutMk cId="3229694667" sldId="2147483650"/>
              <ac:spMk id="3" creationId="{C8DE85A8-E670-460E-A465-2A7A68088A36}"/>
            </ac:spMkLst>
          </pc:spChg>
          <pc:spChg chg="add mod">
            <ac:chgData name="office user" userId="8a3c849e-ba39-445b-b32f-0c6026c8024d" providerId="ADAL" clId="{7DE2710A-B5E7-4C13-8864-A727AD22C497}" dt="2020-05-14T12:52:22.599" v="2099" actId="207"/>
            <ac:spMkLst>
              <pc:docMk/>
              <pc:sldMasterMk cId="627016198" sldId="2147483648"/>
              <pc:sldLayoutMk cId="3229694667" sldId="2147483650"/>
              <ac:spMk id="7" creationId="{28477C1F-A23D-49B0-B7B4-77B83E4D0374}"/>
            </ac:spMkLst>
          </pc:spChg>
          <pc:spChg chg="add mod">
            <ac:chgData name="office user" userId="8a3c849e-ba39-445b-b32f-0c6026c8024d" providerId="ADAL" clId="{7DE2710A-B5E7-4C13-8864-A727AD22C497}" dt="2020-05-01T06:22:14.376" v="350" actId="1076"/>
            <ac:spMkLst>
              <pc:docMk/>
              <pc:sldMasterMk cId="627016198" sldId="2147483648"/>
              <pc:sldLayoutMk cId="3229694667" sldId="2147483650"/>
              <ac:spMk id="14" creationId="{08B83CC0-FDCE-4B40-B4C3-8EBC93FEC8B9}"/>
            </ac:spMkLst>
          </pc:spChg>
          <pc:picChg chg="add del mod">
            <ac:chgData name="office user" userId="8a3c849e-ba39-445b-b32f-0c6026c8024d" providerId="ADAL" clId="{7DE2710A-B5E7-4C13-8864-A727AD22C497}" dt="2020-05-01T06:15:20.787" v="174" actId="478"/>
            <ac:picMkLst>
              <pc:docMk/>
              <pc:sldMasterMk cId="627016198" sldId="2147483648"/>
              <pc:sldLayoutMk cId="3229694667" sldId="2147483650"/>
              <ac:picMk id="8" creationId="{457AF10B-141C-4EB9-BFD6-A7278F34F384}"/>
            </ac:picMkLst>
          </pc:picChg>
          <pc:picChg chg="add del">
            <ac:chgData name="office user" userId="8a3c849e-ba39-445b-b32f-0c6026c8024d" providerId="ADAL" clId="{7DE2710A-B5E7-4C13-8864-A727AD22C497}" dt="2020-05-03T07:48:55.827" v="511" actId="478"/>
            <ac:picMkLst>
              <pc:docMk/>
              <pc:sldMasterMk cId="627016198" sldId="2147483648"/>
              <pc:sldLayoutMk cId="3229694667" sldId="2147483650"/>
              <ac:picMk id="12" creationId="{1C7544F5-5D33-4A8C-9DE1-6DFF2C164935}"/>
            </ac:picMkLst>
          </pc:picChg>
          <pc:picChg chg="add del mod">
            <ac:chgData name="office user" userId="8a3c849e-ba39-445b-b32f-0c6026c8024d" providerId="ADAL" clId="{7DE2710A-B5E7-4C13-8864-A727AD22C497}" dt="2020-05-03T07:56:48.213" v="782" actId="21"/>
            <ac:picMkLst>
              <pc:docMk/>
              <pc:sldMasterMk cId="627016198" sldId="2147483648"/>
              <pc:sldLayoutMk cId="3229694667" sldId="2147483650"/>
              <ac:picMk id="13" creationId="{4AB1129A-0700-4A74-A4C2-CB19FC4F1B60}"/>
            </ac:picMkLst>
          </pc:picChg>
          <pc:picChg chg="add del mod">
            <ac:chgData name="office user" userId="8a3c849e-ba39-445b-b32f-0c6026c8024d" providerId="ADAL" clId="{7DE2710A-B5E7-4C13-8864-A727AD22C497}" dt="2020-05-03T07:50:17.266" v="522"/>
            <ac:picMkLst>
              <pc:docMk/>
              <pc:sldMasterMk cId="627016198" sldId="2147483648"/>
              <pc:sldLayoutMk cId="3229694667" sldId="2147483650"/>
              <ac:picMk id="15" creationId="{A2EDFC80-87C6-4CD4-8922-45C6427D72BB}"/>
            </ac:picMkLst>
          </pc:picChg>
          <pc:picChg chg="add mod">
            <ac:chgData name="office user" userId="8a3c849e-ba39-445b-b32f-0c6026c8024d" providerId="ADAL" clId="{7DE2710A-B5E7-4C13-8864-A727AD22C497}" dt="2020-05-03T07:56:49.428" v="783"/>
            <ac:picMkLst>
              <pc:docMk/>
              <pc:sldMasterMk cId="627016198" sldId="2147483648"/>
              <pc:sldLayoutMk cId="3229694667" sldId="2147483650"/>
              <ac:picMk id="16" creationId="{60D9F479-634B-445C-8C31-EA28C699DC77}"/>
            </ac:picMkLst>
          </pc:picChg>
          <pc:cxnChg chg="add del mod">
            <ac:chgData name="office user" userId="8a3c849e-ba39-445b-b32f-0c6026c8024d" providerId="ADAL" clId="{7DE2710A-B5E7-4C13-8864-A727AD22C497}" dt="2020-05-01T06:16:59.656" v="190" actId="478"/>
            <ac:cxnSpMkLst>
              <pc:docMk/>
              <pc:sldMasterMk cId="627016198" sldId="2147483648"/>
              <pc:sldLayoutMk cId="3229694667" sldId="2147483650"/>
              <ac:cxnSpMk id="10" creationId="{591D107E-70B7-4071-90EC-CA8EF3061842}"/>
            </ac:cxnSpMkLst>
          </pc:cxnChg>
          <pc:cxnChg chg="add mod">
            <ac:chgData name="office user" userId="8a3c849e-ba39-445b-b32f-0c6026c8024d" providerId="ADAL" clId="{7DE2710A-B5E7-4C13-8864-A727AD22C497}" dt="2020-05-01T06:28:26.686" v="389" actId="14100"/>
            <ac:cxnSpMkLst>
              <pc:docMk/>
              <pc:sldMasterMk cId="627016198" sldId="2147483648"/>
              <pc:sldLayoutMk cId="3229694667" sldId="2147483650"/>
              <ac:cxnSpMk id="11" creationId="{6D733A7F-C685-403C-9A57-2E3C6A9F0C6A}"/>
            </ac:cxnSpMkLst>
          </pc:cxnChg>
        </pc:sldLayoutChg>
        <pc:sldLayoutChg chg="addSp delSp modSp mod setBg">
          <pc:chgData name="office user" userId="8a3c849e-ba39-445b-b32f-0c6026c8024d" providerId="ADAL" clId="{7DE2710A-B5E7-4C13-8864-A727AD22C497}" dt="2020-05-14T12:52:18.327" v="2098" actId="1076"/>
          <pc:sldLayoutMkLst>
            <pc:docMk/>
            <pc:sldMasterMk cId="627016198" sldId="2147483648"/>
            <pc:sldLayoutMk cId="1493866596" sldId="2147483651"/>
          </pc:sldLayoutMkLst>
          <pc:spChg chg="mod">
            <ac:chgData name="office user" userId="8a3c849e-ba39-445b-b32f-0c6026c8024d" providerId="ADAL" clId="{7DE2710A-B5E7-4C13-8864-A727AD22C497}" dt="2020-05-01T06:13:39.896" v="157" actId="1076"/>
            <ac:spMkLst>
              <pc:docMk/>
              <pc:sldMasterMk cId="627016198" sldId="2147483648"/>
              <pc:sldLayoutMk cId="1493866596" sldId="2147483651"/>
              <ac:spMk id="2" creationId="{41C68D10-D966-4149-AE4E-152C67985732}"/>
            </ac:spMkLst>
          </pc:spChg>
          <pc:spChg chg="mod">
            <ac:chgData name="office user" userId="8a3c849e-ba39-445b-b32f-0c6026c8024d" providerId="ADAL" clId="{7DE2710A-B5E7-4C13-8864-A727AD22C497}" dt="2020-05-01T06:13:39.896" v="157" actId="1076"/>
            <ac:spMkLst>
              <pc:docMk/>
              <pc:sldMasterMk cId="627016198" sldId="2147483648"/>
              <pc:sldLayoutMk cId="1493866596" sldId="2147483651"/>
              <ac:spMk id="3" creationId="{9FD88E03-F75E-40A5-B8AB-64098C04B318}"/>
            </ac:spMkLst>
          </pc:spChg>
          <pc:spChg chg="mod">
            <ac:chgData name="office user" userId="8a3c849e-ba39-445b-b32f-0c6026c8024d" providerId="ADAL" clId="{7DE2710A-B5E7-4C13-8864-A727AD22C497}" dt="2020-05-01T06:13:39.896" v="157" actId="1076"/>
            <ac:spMkLst>
              <pc:docMk/>
              <pc:sldMasterMk cId="627016198" sldId="2147483648"/>
              <pc:sldLayoutMk cId="1493866596" sldId="2147483651"/>
              <ac:spMk id="8" creationId="{8B1C99E0-ADAE-47C8-BB2A-93F98DF5685A}"/>
            </ac:spMkLst>
          </pc:spChg>
          <pc:spChg chg="mod">
            <ac:chgData name="office user" userId="8a3c849e-ba39-445b-b32f-0c6026c8024d" providerId="ADAL" clId="{7DE2710A-B5E7-4C13-8864-A727AD22C497}" dt="2020-05-14T12:52:06.125" v="2094" actId="207"/>
            <ac:spMkLst>
              <pc:docMk/>
              <pc:sldMasterMk cId="627016198" sldId="2147483648"/>
              <pc:sldLayoutMk cId="1493866596" sldId="2147483651"/>
              <ac:spMk id="9" creationId="{FAC87724-317A-4A33-80ED-0C4A37C39A3B}"/>
            </ac:spMkLst>
          </pc:spChg>
          <pc:spChg chg="add del mod">
            <ac:chgData name="office user" userId="8a3c849e-ba39-445b-b32f-0c6026c8024d" providerId="ADAL" clId="{7DE2710A-B5E7-4C13-8864-A727AD22C497}" dt="2020-05-14T12:52:15.422" v="2097" actId="207"/>
            <ac:spMkLst>
              <pc:docMk/>
              <pc:sldMasterMk cId="627016198" sldId="2147483648"/>
              <pc:sldLayoutMk cId="1493866596" sldId="2147483651"/>
              <ac:spMk id="10" creationId="{3BD17042-7818-4C5C-BBD4-1F1D851AF7A5}"/>
            </ac:spMkLst>
          </pc:spChg>
          <pc:spChg chg="add mod">
            <ac:chgData name="office user" userId="8a3c849e-ba39-445b-b32f-0c6026c8024d" providerId="ADAL" clId="{7DE2710A-B5E7-4C13-8864-A727AD22C497}" dt="2020-05-14T12:52:18.327" v="2098" actId="1076"/>
            <ac:spMkLst>
              <pc:docMk/>
              <pc:sldMasterMk cId="627016198" sldId="2147483648"/>
              <pc:sldLayoutMk cId="1493866596" sldId="2147483651"/>
              <ac:spMk id="17" creationId="{34D917B2-12CD-4B95-92D7-D98DE85BD7C5}"/>
            </ac:spMkLst>
          </pc:spChg>
          <pc:spChg chg="add mod ord">
            <ac:chgData name="office user" userId="8a3c849e-ba39-445b-b32f-0c6026c8024d" providerId="ADAL" clId="{7DE2710A-B5E7-4C13-8864-A727AD22C497}" dt="2020-05-14T12:52:10.797" v="2095" actId="1076"/>
            <ac:spMkLst>
              <pc:docMk/>
              <pc:sldMasterMk cId="627016198" sldId="2147483648"/>
              <pc:sldLayoutMk cId="1493866596" sldId="2147483651"/>
              <ac:spMk id="18" creationId="{9D0D5333-3260-4AB1-9BC6-190BC5DF9DAA}"/>
            </ac:spMkLst>
          </pc:spChg>
          <pc:spChg chg="add">
            <ac:chgData name="office user" userId="8a3c849e-ba39-445b-b32f-0c6026c8024d" providerId="ADAL" clId="{7DE2710A-B5E7-4C13-8864-A727AD22C497}" dt="2020-05-01T06:22:04.634" v="348"/>
            <ac:spMkLst>
              <pc:docMk/>
              <pc:sldMasterMk cId="627016198" sldId="2147483648"/>
              <pc:sldLayoutMk cId="1493866596" sldId="2147483651"/>
              <ac:spMk id="19" creationId="{F4BAF463-0DCA-4E49-8A86-90B14FB97FC1}"/>
            </ac:spMkLst>
          </pc:spChg>
          <pc:picChg chg="del">
            <ac:chgData name="office user" userId="8a3c849e-ba39-445b-b32f-0c6026c8024d" providerId="ADAL" clId="{7DE2710A-B5E7-4C13-8864-A727AD22C497}" dt="2020-05-03T07:48:49.258" v="510" actId="478"/>
            <ac:picMkLst>
              <pc:docMk/>
              <pc:sldMasterMk cId="627016198" sldId="2147483648"/>
              <pc:sldLayoutMk cId="1493866596" sldId="2147483651"/>
              <ac:picMk id="7" creationId="{8D03A695-B5BF-4A83-9301-7D74B34787F2}"/>
            </ac:picMkLst>
          </pc:picChg>
          <pc:picChg chg="mod modCrop">
            <ac:chgData name="office user" userId="8a3c849e-ba39-445b-b32f-0c6026c8024d" providerId="ADAL" clId="{7DE2710A-B5E7-4C13-8864-A727AD22C497}" dt="2020-05-01T06:13:39.896" v="157" actId="1076"/>
            <ac:picMkLst>
              <pc:docMk/>
              <pc:sldMasterMk cId="627016198" sldId="2147483648"/>
              <pc:sldLayoutMk cId="1493866596" sldId="2147483651"/>
              <ac:picMk id="15" creationId="{01716896-4C26-45C4-A068-5C40FAFEE951}"/>
            </ac:picMkLst>
          </pc:picChg>
          <pc:picChg chg="add del mod">
            <ac:chgData name="office user" userId="8a3c849e-ba39-445b-b32f-0c6026c8024d" providerId="ADAL" clId="{7DE2710A-B5E7-4C13-8864-A727AD22C497}" dt="2020-05-03T07:56:53.065" v="784" actId="478"/>
            <ac:picMkLst>
              <pc:docMk/>
              <pc:sldMasterMk cId="627016198" sldId="2147483648"/>
              <pc:sldLayoutMk cId="1493866596" sldId="2147483651"/>
              <ac:picMk id="16" creationId="{13ACA6F4-C1D6-4F20-9523-0C3663B6009A}"/>
            </ac:picMkLst>
          </pc:picChg>
          <pc:picChg chg="add del">
            <ac:chgData name="office user" userId="8a3c849e-ba39-445b-b32f-0c6026c8024d" providerId="ADAL" clId="{7DE2710A-B5E7-4C13-8864-A727AD22C497}" dt="2020-05-01T05:59:39.684" v="5"/>
            <ac:picMkLst>
              <pc:docMk/>
              <pc:sldMasterMk cId="627016198" sldId="2147483648"/>
              <pc:sldLayoutMk cId="1493866596" sldId="2147483651"/>
              <ac:picMk id="16" creationId="{5FB39CAC-ABDF-4FBF-A5DE-33026BB7F631}"/>
            </ac:picMkLst>
          </pc:picChg>
          <pc:picChg chg="add mod">
            <ac:chgData name="office user" userId="8a3c849e-ba39-445b-b32f-0c6026c8024d" providerId="ADAL" clId="{7DE2710A-B5E7-4C13-8864-A727AD22C497}" dt="2020-05-03T07:56:53.443" v="785"/>
            <ac:picMkLst>
              <pc:docMk/>
              <pc:sldMasterMk cId="627016198" sldId="2147483648"/>
              <pc:sldLayoutMk cId="1493866596" sldId="2147483651"/>
              <ac:picMk id="20" creationId="{63858E40-8E2B-42D0-886D-A2AA969EA7DC}"/>
            </ac:picMkLst>
          </pc:picChg>
        </pc:sldLayoutChg>
        <pc:sldLayoutChg chg="del">
          <pc:chgData name="office user" userId="8a3c849e-ba39-445b-b32f-0c6026c8024d" providerId="ADAL" clId="{7DE2710A-B5E7-4C13-8864-A727AD22C497}" dt="2020-05-03T07:50:23.914" v="523" actId="2696"/>
          <pc:sldLayoutMkLst>
            <pc:docMk/>
            <pc:sldMasterMk cId="627016198" sldId="2147483648"/>
            <pc:sldLayoutMk cId="3789761992" sldId="2147483652"/>
          </pc:sldLayoutMkLst>
        </pc:sldLayoutChg>
        <pc:sldLayoutChg chg="del">
          <pc:chgData name="office user" userId="8a3c849e-ba39-445b-b32f-0c6026c8024d" providerId="ADAL" clId="{7DE2710A-B5E7-4C13-8864-A727AD22C497}" dt="2020-05-03T07:50:24.707" v="524" actId="2696"/>
          <pc:sldLayoutMkLst>
            <pc:docMk/>
            <pc:sldMasterMk cId="627016198" sldId="2147483648"/>
            <pc:sldLayoutMk cId="3171285958" sldId="2147483653"/>
          </pc:sldLayoutMkLst>
        </pc:sldLayoutChg>
        <pc:sldLayoutChg chg="addSp delSp modSp mod">
          <pc:chgData name="office user" userId="8a3c849e-ba39-445b-b32f-0c6026c8024d" providerId="ADAL" clId="{7DE2710A-B5E7-4C13-8864-A727AD22C497}" dt="2020-05-14T12:52:26.005" v="2100" actId="207"/>
          <pc:sldLayoutMkLst>
            <pc:docMk/>
            <pc:sldMasterMk cId="627016198" sldId="2147483648"/>
            <pc:sldLayoutMk cId="1409378517" sldId="2147483654"/>
          </pc:sldLayoutMkLst>
          <pc:spChg chg="mod">
            <ac:chgData name="office user" userId="8a3c849e-ba39-445b-b32f-0c6026c8024d" providerId="ADAL" clId="{7DE2710A-B5E7-4C13-8864-A727AD22C497}" dt="2020-05-03T07:51:30.253" v="535" actId="14100"/>
            <ac:spMkLst>
              <pc:docMk/>
              <pc:sldMasterMk cId="627016198" sldId="2147483648"/>
              <pc:sldLayoutMk cId="1409378517" sldId="2147483654"/>
              <ac:spMk id="2" creationId="{84FF0F1A-5E89-429E-A1F9-F5C840923790}"/>
            </ac:spMkLst>
          </pc:spChg>
          <pc:spChg chg="add del mod">
            <ac:chgData name="office user" userId="8a3c849e-ba39-445b-b32f-0c6026c8024d" providerId="ADAL" clId="{7DE2710A-B5E7-4C13-8864-A727AD22C497}" dt="2020-05-03T07:51:38.913" v="536" actId="478"/>
            <ac:spMkLst>
              <pc:docMk/>
              <pc:sldMasterMk cId="627016198" sldId="2147483648"/>
              <pc:sldLayoutMk cId="1409378517" sldId="2147483654"/>
              <ac:spMk id="6" creationId="{263C3A51-EBE1-44A4-B74D-229759F13FCA}"/>
            </ac:spMkLst>
          </pc:spChg>
          <pc:spChg chg="add mod">
            <ac:chgData name="office user" userId="8a3c849e-ba39-445b-b32f-0c6026c8024d" providerId="ADAL" clId="{7DE2710A-B5E7-4C13-8864-A727AD22C497}" dt="2020-05-14T12:52:26.005" v="2100" actId="207"/>
            <ac:spMkLst>
              <pc:docMk/>
              <pc:sldMasterMk cId="627016198" sldId="2147483648"/>
              <pc:sldLayoutMk cId="1409378517" sldId="2147483654"/>
              <ac:spMk id="7" creationId="{E0CFAF67-386A-4D41-ADB5-344006441CE3}"/>
            </ac:spMkLst>
          </pc:spChg>
          <pc:spChg chg="add del mod">
            <ac:chgData name="office user" userId="8a3c849e-ba39-445b-b32f-0c6026c8024d" providerId="ADAL" clId="{7DE2710A-B5E7-4C13-8864-A727AD22C497}" dt="2020-05-03T07:51:06.726" v="530" actId="478"/>
            <ac:spMkLst>
              <pc:docMk/>
              <pc:sldMasterMk cId="627016198" sldId="2147483648"/>
              <pc:sldLayoutMk cId="1409378517" sldId="2147483654"/>
              <ac:spMk id="10" creationId="{42EF08FD-21DA-4C3C-BFC7-8201C3C51369}"/>
            </ac:spMkLst>
          </pc:spChg>
          <pc:picChg chg="add mod">
            <ac:chgData name="office user" userId="8a3c849e-ba39-445b-b32f-0c6026c8024d" providerId="ADAL" clId="{7DE2710A-B5E7-4C13-8864-A727AD22C497}" dt="2020-05-03T07:50:39.474" v="527"/>
            <ac:picMkLst>
              <pc:docMk/>
              <pc:sldMasterMk cId="627016198" sldId="2147483648"/>
              <pc:sldLayoutMk cId="1409378517" sldId="2147483654"/>
              <ac:picMk id="9" creationId="{DEF918F7-A95B-4C2B-9685-E48A06CD2D35}"/>
            </ac:picMkLst>
          </pc:picChg>
          <pc:cxnChg chg="add mod">
            <ac:chgData name="office user" userId="8a3c849e-ba39-445b-b32f-0c6026c8024d" providerId="ADAL" clId="{7DE2710A-B5E7-4C13-8864-A727AD22C497}" dt="2020-05-03T07:50:39.474" v="527"/>
            <ac:cxnSpMkLst>
              <pc:docMk/>
              <pc:sldMasterMk cId="627016198" sldId="2147483648"/>
              <pc:sldLayoutMk cId="1409378517" sldId="2147483654"/>
              <ac:cxnSpMk id="8" creationId="{C9BABA3C-025B-4680-A8AD-512D2A6FABE0}"/>
            </ac:cxnSpMkLst>
          </pc:cxnChg>
        </pc:sldLayoutChg>
        <pc:sldLayoutChg chg="addSp modSp">
          <pc:chgData name="office user" userId="8a3c849e-ba39-445b-b32f-0c6026c8024d" providerId="ADAL" clId="{7DE2710A-B5E7-4C13-8864-A727AD22C497}" dt="2020-05-14T12:52:30.855" v="2101" actId="207"/>
          <pc:sldLayoutMkLst>
            <pc:docMk/>
            <pc:sldMasterMk cId="627016198" sldId="2147483648"/>
            <pc:sldLayoutMk cId="2566460383" sldId="2147483655"/>
          </pc:sldLayoutMkLst>
          <pc:spChg chg="add mod">
            <ac:chgData name="office user" userId="8a3c849e-ba39-445b-b32f-0c6026c8024d" providerId="ADAL" clId="{7DE2710A-B5E7-4C13-8864-A727AD22C497}" dt="2020-05-14T12:52:30.855" v="2101" actId="207"/>
            <ac:spMkLst>
              <pc:docMk/>
              <pc:sldMasterMk cId="627016198" sldId="2147483648"/>
              <pc:sldLayoutMk cId="2566460383" sldId="2147483655"/>
              <ac:spMk id="5" creationId="{D72BD96E-FEAA-4D08-A046-269993615691}"/>
            </ac:spMkLst>
          </pc:spChg>
          <pc:picChg chg="add mod">
            <ac:chgData name="office user" userId="8a3c849e-ba39-445b-b32f-0c6026c8024d" providerId="ADAL" clId="{7DE2710A-B5E7-4C13-8864-A727AD22C497}" dt="2020-05-03T07:51:48.858" v="537"/>
            <ac:picMkLst>
              <pc:docMk/>
              <pc:sldMasterMk cId="627016198" sldId="2147483648"/>
              <pc:sldLayoutMk cId="2566460383" sldId="2147483655"/>
              <ac:picMk id="7" creationId="{E2B0C429-8CBA-4F2F-A815-6EEC1D3A836E}"/>
            </ac:picMkLst>
          </pc:picChg>
          <pc:cxnChg chg="add mod">
            <ac:chgData name="office user" userId="8a3c849e-ba39-445b-b32f-0c6026c8024d" providerId="ADAL" clId="{7DE2710A-B5E7-4C13-8864-A727AD22C497}" dt="2020-05-03T07:51:48.858" v="537"/>
            <ac:cxnSpMkLst>
              <pc:docMk/>
              <pc:sldMasterMk cId="627016198" sldId="2147483648"/>
              <pc:sldLayoutMk cId="2566460383" sldId="2147483655"/>
              <ac:cxnSpMk id="6" creationId="{BC138E58-0343-43F4-90EE-F18B5611A3AB}"/>
            </ac:cxnSpMkLst>
          </pc:cxnChg>
        </pc:sldLayoutChg>
        <pc:sldLayoutChg chg="del">
          <pc:chgData name="office user" userId="8a3c849e-ba39-445b-b32f-0c6026c8024d" providerId="ADAL" clId="{7DE2710A-B5E7-4C13-8864-A727AD22C497}" dt="2020-05-03T07:50:26.682" v="525" actId="2696"/>
          <pc:sldLayoutMkLst>
            <pc:docMk/>
            <pc:sldMasterMk cId="627016198" sldId="2147483648"/>
            <pc:sldLayoutMk cId="910765581" sldId="2147483656"/>
          </pc:sldLayoutMkLst>
        </pc:sldLayoutChg>
        <pc:sldLayoutChg chg="del">
          <pc:chgData name="office user" userId="8a3c849e-ba39-445b-b32f-0c6026c8024d" providerId="ADAL" clId="{7DE2710A-B5E7-4C13-8864-A727AD22C497}" dt="2020-05-03T07:50:27.434" v="526" actId="2696"/>
          <pc:sldLayoutMkLst>
            <pc:docMk/>
            <pc:sldMasterMk cId="627016198" sldId="2147483648"/>
            <pc:sldLayoutMk cId="3998213778" sldId="2147483657"/>
          </pc:sldLayoutMkLst>
        </pc:sldLayoutChg>
        <pc:sldLayoutChg chg="del">
          <pc:chgData name="office user" userId="8a3c849e-ba39-445b-b32f-0c6026c8024d" providerId="ADAL" clId="{7DE2710A-B5E7-4C13-8864-A727AD22C497}" dt="2020-05-03T07:51:58.246" v="538" actId="2696"/>
          <pc:sldLayoutMkLst>
            <pc:docMk/>
            <pc:sldMasterMk cId="627016198" sldId="2147483648"/>
            <pc:sldLayoutMk cId="1100318549" sldId="2147483658"/>
          </pc:sldLayoutMkLst>
        </pc:sldLayoutChg>
        <pc:sldLayoutChg chg="del">
          <pc:chgData name="office user" userId="8a3c849e-ba39-445b-b32f-0c6026c8024d" providerId="ADAL" clId="{7DE2710A-B5E7-4C13-8864-A727AD22C497}" dt="2020-05-03T07:51:58.976" v="539" actId="2696"/>
          <pc:sldLayoutMkLst>
            <pc:docMk/>
            <pc:sldMasterMk cId="627016198" sldId="2147483648"/>
            <pc:sldLayoutMk cId="3765466594" sldId="2147483659"/>
          </pc:sldLayoutMkLst>
        </pc:sldLayoutChg>
        <pc:sldLayoutChg chg="addSp delSp modSp mod">
          <pc:chgData name="office user" userId="8a3c849e-ba39-445b-b32f-0c6026c8024d" providerId="ADAL" clId="{7DE2710A-B5E7-4C13-8864-A727AD22C497}" dt="2020-05-14T12:51:35.973" v="2087" actId="207"/>
          <pc:sldLayoutMkLst>
            <pc:docMk/>
            <pc:sldMasterMk cId="627016198" sldId="2147483648"/>
            <pc:sldLayoutMk cId="2931052380" sldId="2147483660"/>
          </pc:sldLayoutMkLst>
          <pc:spChg chg="mod">
            <ac:chgData name="office user" userId="8a3c849e-ba39-445b-b32f-0c6026c8024d" providerId="ADAL" clId="{7DE2710A-B5E7-4C13-8864-A727AD22C497}" dt="2020-05-14T12:51:35.973" v="2087" actId="207"/>
            <ac:spMkLst>
              <pc:docMk/>
              <pc:sldMasterMk cId="627016198" sldId="2147483648"/>
              <pc:sldLayoutMk cId="2931052380" sldId="2147483660"/>
              <ac:spMk id="8" creationId="{CCD3ECEB-804C-485A-B207-D84F290CB09F}"/>
            </ac:spMkLst>
          </pc:spChg>
          <pc:picChg chg="del">
            <ac:chgData name="office user" userId="8a3c849e-ba39-445b-b32f-0c6026c8024d" providerId="ADAL" clId="{7DE2710A-B5E7-4C13-8864-A727AD22C497}" dt="2020-05-03T07:49:20.827" v="515" actId="478"/>
            <ac:picMkLst>
              <pc:docMk/>
              <pc:sldMasterMk cId="627016198" sldId="2147483648"/>
              <pc:sldLayoutMk cId="2931052380" sldId="2147483660"/>
              <ac:picMk id="11" creationId="{C620F758-385F-4F2B-B09A-4A33ADCCEBDF}"/>
            </ac:picMkLst>
          </pc:picChg>
          <pc:picChg chg="add mod">
            <ac:chgData name="office user" userId="8a3c849e-ba39-445b-b32f-0c6026c8024d" providerId="ADAL" clId="{7DE2710A-B5E7-4C13-8864-A727AD22C497}" dt="2020-05-03T07:49:15.944" v="514"/>
            <ac:picMkLst>
              <pc:docMk/>
              <pc:sldMasterMk cId="627016198" sldId="2147483648"/>
              <pc:sldLayoutMk cId="2931052380" sldId="2147483660"/>
              <ac:picMk id="12" creationId="{345E2E08-40C8-4A38-909D-D3C8A6E724D2}"/>
            </ac:picMkLst>
          </pc:picChg>
        </pc:sldLayoutChg>
        <pc:sldLayoutChg chg="addSp delSp modSp mod">
          <pc:chgData name="office user" userId="8a3c849e-ba39-445b-b32f-0c6026c8024d" providerId="ADAL" clId="{7DE2710A-B5E7-4C13-8864-A727AD22C497}" dt="2020-05-14T12:51:57.423" v="2092" actId="207"/>
          <pc:sldLayoutMkLst>
            <pc:docMk/>
            <pc:sldMasterMk cId="627016198" sldId="2147483648"/>
            <pc:sldLayoutMk cId="1273631850" sldId="2147483661"/>
          </pc:sldLayoutMkLst>
          <pc:spChg chg="mod">
            <ac:chgData name="office user" userId="8a3c849e-ba39-445b-b32f-0c6026c8024d" providerId="ADAL" clId="{7DE2710A-B5E7-4C13-8864-A727AD22C497}" dt="2020-05-01T06:49:31.557" v="464" actId="207"/>
            <ac:spMkLst>
              <pc:docMk/>
              <pc:sldMasterMk cId="627016198" sldId="2147483648"/>
              <pc:sldLayoutMk cId="1273631850" sldId="2147483661"/>
              <ac:spMk id="7" creationId="{B7C14FC7-7929-4B62-9990-7C3120DE7637}"/>
            </ac:spMkLst>
          </pc:spChg>
          <pc:spChg chg="mod">
            <ac:chgData name="office user" userId="8a3c849e-ba39-445b-b32f-0c6026c8024d" providerId="ADAL" clId="{7DE2710A-B5E7-4C13-8864-A727AD22C497}" dt="2020-05-14T12:51:57.423" v="2092" actId="207"/>
            <ac:spMkLst>
              <pc:docMk/>
              <pc:sldMasterMk cId="627016198" sldId="2147483648"/>
              <pc:sldLayoutMk cId="1273631850" sldId="2147483661"/>
              <ac:spMk id="8" creationId="{CCD3ECEB-804C-485A-B207-D84F290CB09F}"/>
            </ac:spMkLst>
          </pc:spChg>
          <pc:spChg chg="mod">
            <ac:chgData name="office user" userId="8a3c849e-ba39-445b-b32f-0c6026c8024d" providerId="ADAL" clId="{7DE2710A-B5E7-4C13-8864-A727AD22C497}" dt="2020-05-01T06:49:35.203" v="465" actId="207"/>
            <ac:spMkLst>
              <pc:docMk/>
              <pc:sldMasterMk cId="627016198" sldId="2147483648"/>
              <pc:sldLayoutMk cId="1273631850" sldId="2147483661"/>
              <ac:spMk id="10" creationId="{7CC5DE24-4BC4-4C9F-9CF2-A53BDFEFDA67}"/>
            </ac:spMkLst>
          </pc:spChg>
          <pc:spChg chg="add">
            <ac:chgData name="office user" userId="8a3c849e-ba39-445b-b32f-0c6026c8024d" providerId="ADAL" clId="{7DE2710A-B5E7-4C13-8864-A727AD22C497}" dt="2020-05-01T06:50:42.475" v="477"/>
            <ac:spMkLst>
              <pc:docMk/>
              <pc:sldMasterMk cId="627016198" sldId="2147483648"/>
              <pc:sldLayoutMk cId="1273631850" sldId="2147483661"/>
              <ac:spMk id="12" creationId="{3BD32819-59C1-45B8-8EFD-F66B174C4E2F}"/>
            </ac:spMkLst>
          </pc:spChg>
          <pc:picChg chg="mod">
            <ac:chgData name="office user" userId="8a3c849e-ba39-445b-b32f-0c6026c8024d" providerId="ADAL" clId="{7DE2710A-B5E7-4C13-8864-A727AD22C497}" dt="2020-05-01T06:50:09.699" v="473" actId="1076"/>
            <ac:picMkLst>
              <pc:docMk/>
              <pc:sldMasterMk cId="627016198" sldId="2147483648"/>
              <pc:sldLayoutMk cId="1273631850" sldId="2147483661"/>
              <ac:picMk id="9" creationId="{7A85926B-A319-4962-8607-357CA368435D}"/>
            </ac:picMkLst>
          </pc:picChg>
          <pc:picChg chg="add del mod">
            <ac:chgData name="office user" userId="8a3c849e-ba39-445b-b32f-0c6026c8024d" providerId="ADAL" clId="{7DE2710A-B5E7-4C13-8864-A727AD22C497}" dt="2020-05-03T07:57:19.046" v="788" actId="478"/>
            <ac:picMkLst>
              <pc:docMk/>
              <pc:sldMasterMk cId="627016198" sldId="2147483648"/>
              <pc:sldLayoutMk cId="1273631850" sldId="2147483661"/>
              <ac:picMk id="11" creationId="{C620F758-385F-4F2B-B09A-4A33ADCCEBDF}"/>
            </ac:picMkLst>
          </pc:picChg>
          <pc:picChg chg="add mod">
            <ac:chgData name="office user" userId="8a3c849e-ba39-445b-b32f-0c6026c8024d" providerId="ADAL" clId="{7DE2710A-B5E7-4C13-8864-A727AD22C497}" dt="2020-05-03T07:57:15.905" v="787" actId="1367"/>
            <ac:picMkLst>
              <pc:docMk/>
              <pc:sldMasterMk cId="627016198" sldId="2147483648"/>
              <pc:sldLayoutMk cId="1273631850" sldId="2147483661"/>
              <ac:picMk id="13" creationId="{06C2F3EC-C319-44D3-BC7E-AAACC5CA64FF}"/>
            </ac:picMkLst>
          </pc:picChg>
        </pc:sldLayoutChg>
        <pc:sldLayoutChg chg="delSp modSp mod">
          <pc:chgData name="office user" userId="8a3c849e-ba39-445b-b32f-0c6026c8024d" providerId="ADAL" clId="{7DE2710A-B5E7-4C13-8864-A727AD22C497}" dt="2020-05-14T12:52:41.581" v="2104" actId="1076"/>
          <pc:sldLayoutMkLst>
            <pc:docMk/>
            <pc:sldMasterMk cId="627016198" sldId="2147483648"/>
            <pc:sldLayoutMk cId="2036670866" sldId="2147483662"/>
          </pc:sldLayoutMkLst>
          <pc:spChg chg="mod">
            <ac:chgData name="office user" userId="8a3c849e-ba39-445b-b32f-0c6026c8024d" providerId="ADAL" clId="{7DE2710A-B5E7-4C13-8864-A727AD22C497}" dt="2020-05-03T07:53:21.955" v="582"/>
            <ac:spMkLst>
              <pc:docMk/>
              <pc:sldMasterMk cId="627016198" sldId="2147483648"/>
              <pc:sldLayoutMk cId="2036670866" sldId="2147483662"/>
              <ac:spMk id="2" creationId="{C56FBD93-7562-4DC7-AFF8-7EFA14FAE869}"/>
            </ac:spMkLst>
          </pc:spChg>
          <pc:spChg chg="mod">
            <ac:chgData name="office user" userId="8a3c849e-ba39-445b-b32f-0c6026c8024d" providerId="ADAL" clId="{7DE2710A-B5E7-4C13-8864-A727AD22C497}" dt="2020-05-03T07:53:51.314" v="630" actId="113"/>
            <ac:spMkLst>
              <pc:docMk/>
              <pc:sldMasterMk cId="627016198" sldId="2147483648"/>
              <pc:sldLayoutMk cId="2036670866" sldId="2147483662"/>
              <ac:spMk id="3" creationId="{0A7D7647-0F3A-465D-82AF-335DD3871F18}"/>
            </ac:spMkLst>
          </pc:spChg>
          <pc:spChg chg="del">
            <ac:chgData name="office user" userId="8a3c849e-ba39-445b-b32f-0c6026c8024d" providerId="ADAL" clId="{7DE2710A-B5E7-4C13-8864-A727AD22C497}" dt="2020-05-03T07:54:08.958" v="633" actId="478"/>
            <ac:spMkLst>
              <pc:docMk/>
              <pc:sldMasterMk cId="627016198" sldId="2147483648"/>
              <pc:sldLayoutMk cId="2036670866" sldId="2147483662"/>
              <ac:spMk id="5" creationId="{6EFA6B5A-C381-4F52-87A3-88F6017A9416}"/>
            </ac:spMkLst>
          </pc:spChg>
          <pc:spChg chg="mod">
            <ac:chgData name="office user" userId="8a3c849e-ba39-445b-b32f-0c6026c8024d" providerId="ADAL" clId="{7DE2710A-B5E7-4C13-8864-A727AD22C497}" dt="2020-05-14T12:52:37.350" v="2103" actId="207"/>
            <ac:spMkLst>
              <pc:docMk/>
              <pc:sldMasterMk cId="627016198" sldId="2147483648"/>
              <pc:sldLayoutMk cId="2036670866" sldId="2147483662"/>
              <ac:spMk id="7" creationId="{6D1FC461-6B90-4990-9426-1048735156D1}"/>
            </ac:spMkLst>
          </pc:spChg>
          <pc:spChg chg="mod">
            <ac:chgData name="office user" userId="8a3c849e-ba39-445b-b32f-0c6026c8024d" providerId="ADAL" clId="{7DE2710A-B5E7-4C13-8864-A727AD22C497}" dt="2020-05-03T07:56:10.543" v="781" actId="122"/>
            <ac:spMkLst>
              <pc:docMk/>
              <pc:sldMasterMk cId="627016198" sldId="2147483648"/>
              <pc:sldLayoutMk cId="2036670866" sldId="2147483662"/>
              <ac:spMk id="11" creationId="{455EF287-08BD-49FF-86AF-EA91745612E2}"/>
            </ac:spMkLst>
          </pc:spChg>
          <pc:spChg chg="mod">
            <ac:chgData name="office user" userId="8a3c849e-ba39-445b-b32f-0c6026c8024d" providerId="ADAL" clId="{7DE2710A-B5E7-4C13-8864-A727AD22C497}" dt="2020-05-03T07:55:48.556" v="779" actId="1076"/>
            <ac:spMkLst>
              <pc:docMk/>
              <pc:sldMasterMk cId="627016198" sldId="2147483648"/>
              <pc:sldLayoutMk cId="2036670866" sldId="2147483662"/>
              <ac:spMk id="15" creationId="{3C4A6C52-D6FC-45F2-9783-68CD4632C670}"/>
            </ac:spMkLst>
          </pc:spChg>
          <pc:spChg chg="mod">
            <ac:chgData name="office user" userId="8a3c849e-ba39-445b-b32f-0c6026c8024d" providerId="ADAL" clId="{7DE2710A-B5E7-4C13-8864-A727AD22C497}" dt="2020-05-03T07:56:07.500" v="780" actId="1076"/>
            <ac:spMkLst>
              <pc:docMk/>
              <pc:sldMasterMk cId="627016198" sldId="2147483648"/>
              <pc:sldLayoutMk cId="2036670866" sldId="2147483662"/>
              <ac:spMk id="16" creationId="{88F26EE6-CBF0-458F-B137-6DDA63B61E44}"/>
            </ac:spMkLst>
          </pc:spChg>
          <pc:picChg chg="mod">
            <ac:chgData name="office user" userId="8a3c849e-ba39-445b-b32f-0c6026c8024d" providerId="ADAL" clId="{7DE2710A-B5E7-4C13-8864-A727AD22C497}" dt="2020-05-14T12:52:41.581" v="2104" actId="1076"/>
            <ac:picMkLst>
              <pc:docMk/>
              <pc:sldMasterMk cId="627016198" sldId="2147483648"/>
              <pc:sldLayoutMk cId="2036670866" sldId="2147483662"/>
              <ac:picMk id="8" creationId="{928DCFDE-B723-4B4F-B224-259692F4D078}"/>
            </ac:picMkLst>
          </pc:picChg>
          <pc:picChg chg="mod">
            <ac:chgData name="office user" userId="8a3c849e-ba39-445b-b32f-0c6026c8024d" providerId="ADAL" clId="{7DE2710A-B5E7-4C13-8864-A727AD22C497}" dt="2020-05-03T07:52:25.775" v="543" actId="1076"/>
            <ac:picMkLst>
              <pc:docMk/>
              <pc:sldMasterMk cId="627016198" sldId="2147483648"/>
              <pc:sldLayoutMk cId="2036670866" sldId="2147483662"/>
              <ac:picMk id="9" creationId="{BC6776B2-1C19-40E9-9FB3-8A63EC34C166}"/>
            </ac:picMkLst>
          </pc:picChg>
        </pc:sldLayoutChg>
        <pc:sldLayoutChg chg="addSp delSp modSp mod ord">
          <pc:chgData name="office user" userId="8a3c849e-ba39-445b-b32f-0c6026c8024d" providerId="ADAL" clId="{7DE2710A-B5E7-4C13-8864-A727AD22C497}" dt="2020-05-14T13:04:27.284" v="2413" actId="1076"/>
          <pc:sldLayoutMkLst>
            <pc:docMk/>
            <pc:sldMasterMk cId="627016198" sldId="2147483648"/>
            <pc:sldLayoutMk cId="656674753" sldId="2147483663"/>
          </pc:sldLayoutMkLst>
          <pc:spChg chg="add del">
            <ac:chgData name="office user" userId="8a3c849e-ba39-445b-b32f-0c6026c8024d" providerId="ADAL" clId="{7DE2710A-B5E7-4C13-8864-A727AD22C497}" dt="2020-05-14T12:53:26.591" v="2106" actId="11529"/>
            <ac:spMkLst>
              <pc:docMk/>
              <pc:sldMasterMk cId="627016198" sldId="2147483648"/>
              <pc:sldLayoutMk cId="656674753" sldId="2147483663"/>
              <ac:spMk id="6" creationId="{6612C4D8-AFC5-4532-8FB5-68E6BFA27856}"/>
            </ac:spMkLst>
          </pc:spChg>
          <pc:spChg chg="add mod">
            <ac:chgData name="office user" userId="8a3c849e-ba39-445b-b32f-0c6026c8024d" providerId="ADAL" clId="{7DE2710A-B5E7-4C13-8864-A727AD22C497}" dt="2020-05-14T13:04:27.284" v="2413" actId="1076"/>
            <ac:spMkLst>
              <pc:docMk/>
              <pc:sldMasterMk cId="627016198" sldId="2147483648"/>
              <pc:sldLayoutMk cId="656674753" sldId="2147483663"/>
              <ac:spMk id="10" creationId="{1B194013-E9A1-48B3-B330-344A27F10EBE}"/>
            </ac:spMkLst>
          </pc:spChg>
          <pc:spChg chg="add del">
            <ac:chgData name="office user" userId="8a3c849e-ba39-445b-b32f-0c6026c8024d" providerId="ADAL" clId="{7DE2710A-B5E7-4C13-8864-A727AD22C497}" dt="2020-05-14T12:53:59.370" v="2135" actId="11529"/>
            <ac:spMkLst>
              <pc:docMk/>
              <pc:sldMasterMk cId="627016198" sldId="2147483648"/>
              <pc:sldLayoutMk cId="656674753" sldId="2147483663"/>
              <ac:spMk id="11" creationId="{FBB99409-EFE7-499B-A81B-2B379BF4C43F}"/>
            </ac:spMkLst>
          </pc:spChg>
          <pc:spChg chg="add mod">
            <ac:chgData name="office user" userId="8a3c849e-ba39-445b-b32f-0c6026c8024d" providerId="ADAL" clId="{7DE2710A-B5E7-4C13-8864-A727AD22C497}" dt="2020-05-14T13:04:27.284" v="2413" actId="1076"/>
            <ac:spMkLst>
              <pc:docMk/>
              <pc:sldMasterMk cId="627016198" sldId="2147483648"/>
              <pc:sldLayoutMk cId="656674753" sldId="2147483663"/>
              <ac:spMk id="12" creationId="{A7A5A24F-A893-4CC7-85F0-8B4E74A99B07}"/>
            </ac:spMkLst>
          </pc:spChg>
          <pc:spChg chg="add del mod">
            <ac:chgData name="office user" userId="8a3c849e-ba39-445b-b32f-0c6026c8024d" providerId="ADAL" clId="{7DE2710A-B5E7-4C13-8864-A727AD22C497}" dt="2020-05-14T12:55:01.402" v="2179" actId="478"/>
            <ac:spMkLst>
              <pc:docMk/>
              <pc:sldMasterMk cId="627016198" sldId="2147483648"/>
              <pc:sldLayoutMk cId="656674753" sldId="2147483663"/>
              <ac:spMk id="13" creationId="{CCEAEC74-D072-4804-B848-988164FA4617}"/>
            </ac:spMkLst>
          </pc:spChg>
          <pc:spChg chg="add del mod">
            <ac:chgData name="office user" userId="8a3c849e-ba39-445b-b32f-0c6026c8024d" providerId="ADAL" clId="{7DE2710A-B5E7-4C13-8864-A727AD22C497}" dt="2020-05-14T13:00:56.440" v="2313" actId="478"/>
            <ac:spMkLst>
              <pc:docMk/>
              <pc:sldMasterMk cId="627016198" sldId="2147483648"/>
              <pc:sldLayoutMk cId="656674753" sldId="2147483663"/>
              <ac:spMk id="14" creationId="{AAB085F3-3FB1-4E19-A641-07E92B409BE5}"/>
            </ac:spMkLst>
          </pc:spChg>
          <pc:spChg chg="add del">
            <ac:chgData name="office user" userId="8a3c849e-ba39-445b-b32f-0c6026c8024d" providerId="ADAL" clId="{7DE2710A-B5E7-4C13-8864-A727AD22C497}" dt="2020-05-14T12:58:15.847" v="2225" actId="11529"/>
            <ac:spMkLst>
              <pc:docMk/>
              <pc:sldMasterMk cId="627016198" sldId="2147483648"/>
              <pc:sldLayoutMk cId="656674753" sldId="2147483663"/>
              <ac:spMk id="15" creationId="{FE4DE2CC-CE53-4B79-AC03-D3D40352A838}"/>
            </ac:spMkLst>
          </pc:spChg>
          <pc:spChg chg="add del mod">
            <ac:chgData name="office user" userId="8a3c849e-ba39-445b-b32f-0c6026c8024d" providerId="ADAL" clId="{7DE2710A-B5E7-4C13-8864-A727AD22C497}" dt="2020-05-14T12:58:54.009" v="2244" actId="478"/>
            <ac:spMkLst>
              <pc:docMk/>
              <pc:sldMasterMk cId="627016198" sldId="2147483648"/>
              <pc:sldLayoutMk cId="656674753" sldId="2147483663"/>
              <ac:spMk id="16" creationId="{DC20EA8D-75BF-4936-ADC6-26B88A6AC7D9}"/>
            </ac:spMkLst>
          </pc:spChg>
          <pc:spChg chg="add del">
            <ac:chgData name="office user" userId="8a3c849e-ba39-445b-b32f-0c6026c8024d" providerId="ADAL" clId="{7DE2710A-B5E7-4C13-8864-A727AD22C497}" dt="2020-05-14T12:59:01.391" v="2245" actId="11529"/>
            <ac:spMkLst>
              <pc:docMk/>
              <pc:sldMasterMk cId="627016198" sldId="2147483648"/>
              <pc:sldLayoutMk cId="656674753" sldId="2147483663"/>
              <ac:spMk id="17" creationId="{6471DA1F-36B7-445A-B213-811309E6F4AA}"/>
            </ac:spMkLst>
          </pc:spChg>
          <pc:spChg chg="add mod">
            <ac:chgData name="office user" userId="8a3c849e-ba39-445b-b32f-0c6026c8024d" providerId="ADAL" clId="{7DE2710A-B5E7-4C13-8864-A727AD22C497}" dt="2020-05-14T13:04:27.284" v="2413" actId="1076"/>
            <ac:spMkLst>
              <pc:docMk/>
              <pc:sldMasterMk cId="627016198" sldId="2147483648"/>
              <pc:sldLayoutMk cId="656674753" sldId="2147483663"/>
              <ac:spMk id="18" creationId="{4532F4F7-FC9D-44A7-9269-FED66CB000B0}"/>
            </ac:spMkLst>
          </pc:spChg>
          <pc:spChg chg="add mod">
            <ac:chgData name="office user" userId="8a3c849e-ba39-445b-b32f-0c6026c8024d" providerId="ADAL" clId="{7DE2710A-B5E7-4C13-8864-A727AD22C497}" dt="2020-05-14T13:04:27.284" v="2413" actId="1076"/>
            <ac:spMkLst>
              <pc:docMk/>
              <pc:sldMasterMk cId="627016198" sldId="2147483648"/>
              <pc:sldLayoutMk cId="656674753" sldId="2147483663"/>
              <ac:spMk id="19" creationId="{F9AD48AC-3FB0-41CB-84AC-52BCF1C8CF01}"/>
            </ac:spMkLst>
          </pc:spChg>
        </pc:sldLayoutChg>
        <pc:sldLayoutChg chg="addSp delSp modSp mod ord">
          <pc:chgData name="office user" userId="8a3c849e-ba39-445b-b32f-0c6026c8024d" providerId="ADAL" clId="{7DE2710A-B5E7-4C13-8864-A727AD22C497}" dt="2020-05-14T13:15:52.587" v="2702" actId="1076"/>
          <pc:sldLayoutMkLst>
            <pc:docMk/>
            <pc:sldMasterMk cId="627016198" sldId="2147483648"/>
            <pc:sldLayoutMk cId="367938828" sldId="2147483664"/>
          </pc:sldLayoutMkLst>
          <pc:spChg chg="add del">
            <ac:chgData name="office user" userId="8a3c849e-ba39-445b-b32f-0c6026c8024d" providerId="ADAL" clId="{7DE2710A-B5E7-4C13-8864-A727AD22C497}" dt="2020-05-14T13:07:04.806" v="2462" actId="11529"/>
            <ac:spMkLst>
              <pc:docMk/>
              <pc:sldMasterMk cId="627016198" sldId="2147483648"/>
              <pc:sldLayoutMk cId="367938828" sldId="2147483664"/>
              <ac:spMk id="6" creationId="{408031BA-D99D-4884-9006-A6343334B06B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10" creationId="{75AE1B70-BA24-4A92-85A5-0BA7E0562283}"/>
            </ac:spMkLst>
          </pc:spChg>
          <pc:spChg chg="add del">
            <ac:chgData name="office user" userId="8a3c849e-ba39-445b-b32f-0c6026c8024d" providerId="ADAL" clId="{7DE2710A-B5E7-4C13-8864-A727AD22C497}" dt="2020-05-14T13:08:12.764" v="2483" actId="11529"/>
            <ac:spMkLst>
              <pc:docMk/>
              <pc:sldMasterMk cId="627016198" sldId="2147483648"/>
              <pc:sldLayoutMk cId="367938828" sldId="2147483664"/>
              <ac:spMk id="11" creationId="{D402FADE-E206-436F-B256-5568BE402FDD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12" creationId="{2725B2A2-4C43-44BD-AED4-E3EA9CA1C762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15" creationId="{3CDA2641-69A2-4745-B72D-06415A57A326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16" creationId="{F78905DC-33EC-4297-BA17-05712F000A90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19" creationId="{89A40792-CFB2-4542-83B7-DE145C6C7F2E}"/>
            </ac:spMkLst>
          </pc:spChg>
          <pc:spChg chg="add mod">
            <ac:chgData name="office user" userId="8a3c849e-ba39-445b-b32f-0c6026c8024d" providerId="ADAL" clId="{7DE2710A-B5E7-4C13-8864-A727AD22C497}" dt="2020-05-14T13:13:42.433" v="2680" actId="1035"/>
            <ac:spMkLst>
              <pc:docMk/>
              <pc:sldMasterMk cId="627016198" sldId="2147483648"/>
              <pc:sldLayoutMk cId="367938828" sldId="2147483664"/>
              <ac:spMk id="20" creationId="{49FBF5C1-4C95-4AB7-9A99-0E167D26B95F}"/>
            </ac:spMkLst>
          </pc:spChg>
          <pc:cxnChg chg="add del mod">
            <ac:chgData name="office user" userId="8a3c849e-ba39-445b-b32f-0c6026c8024d" providerId="ADAL" clId="{7DE2710A-B5E7-4C13-8864-A727AD22C497}" dt="2020-05-14T13:15:43.593" v="2699" actId="478"/>
            <ac:cxnSpMkLst>
              <pc:docMk/>
              <pc:sldMasterMk cId="627016198" sldId="2147483648"/>
              <pc:sldLayoutMk cId="367938828" sldId="2147483664"/>
              <ac:cxnSpMk id="14" creationId="{A6BF36A1-AEC0-457A-8963-B8A07BE86BC6}"/>
            </ac:cxnSpMkLst>
          </pc:cxnChg>
          <pc:cxnChg chg="add del mod">
            <ac:chgData name="office user" userId="8a3c849e-ba39-445b-b32f-0c6026c8024d" providerId="ADAL" clId="{7DE2710A-B5E7-4C13-8864-A727AD22C497}" dt="2020-05-14T13:10:05.628" v="2529"/>
            <ac:cxnSpMkLst>
              <pc:docMk/>
              <pc:sldMasterMk cId="627016198" sldId="2147483648"/>
              <pc:sldLayoutMk cId="367938828" sldId="2147483664"/>
              <ac:cxnSpMk id="17" creationId="{45E51A05-48DF-47D2-A7BD-95277B7E65E1}"/>
            </ac:cxnSpMkLst>
          </pc:cxnChg>
          <pc:cxnChg chg="add del mod">
            <ac:chgData name="office user" userId="8a3c849e-ba39-445b-b32f-0c6026c8024d" providerId="ADAL" clId="{7DE2710A-B5E7-4C13-8864-A727AD22C497}" dt="2020-05-14T13:15:46.253" v="2700" actId="478"/>
            <ac:cxnSpMkLst>
              <pc:docMk/>
              <pc:sldMasterMk cId="627016198" sldId="2147483648"/>
              <pc:sldLayoutMk cId="367938828" sldId="2147483664"/>
              <ac:cxnSpMk id="18" creationId="{DFB54A60-AEBA-4325-AA96-954A403BB237}"/>
            </ac:cxnSpMkLst>
          </pc:cxnChg>
          <pc:cxnChg chg="add mod">
            <ac:chgData name="office user" userId="8a3c849e-ba39-445b-b32f-0c6026c8024d" providerId="ADAL" clId="{7DE2710A-B5E7-4C13-8864-A727AD22C497}" dt="2020-05-14T13:15:52.587" v="2702" actId="1076"/>
            <ac:cxnSpMkLst>
              <pc:docMk/>
              <pc:sldMasterMk cId="627016198" sldId="2147483648"/>
              <pc:sldLayoutMk cId="367938828" sldId="2147483664"/>
              <ac:cxnSpMk id="24" creationId="{93B86580-5849-4B61-9958-796D996F0141}"/>
            </ac:cxnSpMkLst>
          </pc:cxnChg>
        </pc:sldLayoutChg>
        <pc:sldLayoutChg chg="addSp delSp modSp mod ord">
          <pc:chgData name="office user" userId="8a3c849e-ba39-445b-b32f-0c6026c8024d" providerId="ADAL" clId="{7DE2710A-B5E7-4C13-8864-A727AD22C497}" dt="2020-05-14T13:25:42.374" v="2779" actId="120"/>
          <pc:sldLayoutMkLst>
            <pc:docMk/>
            <pc:sldMasterMk cId="627016198" sldId="2147483648"/>
            <pc:sldLayoutMk cId="124931210" sldId="2147483665"/>
          </pc:sldLayoutMkLst>
          <pc:spChg chg="add del">
            <ac:chgData name="office user" userId="8a3c849e-ba39-445b-b32f-0c6026c8024d" providerId="ADAL" clId="{7DE2710A-B5E7-4C13-8864-A727AD22C497}" dt="2020-05-14T13:23:20.228" v="2728" actId="11529"/>
            <ac:spMkLst>
              <pc:docMk/>
              <pc:sldMasterMk cId="627016198" sldId="2147483648"/>
              <pc:sldLayoutMk cId="124931210" sldId="2147483665"/>
              <ac:spMk id="6" creationId="{7A0A8A44-0A97-405A-8B45-5EE99D1D0B83}"/>
            </ac:spMkLst>
          </pc:spChg>
          <pc:spChg chg="add mod">
            <ac:chgData name="office user" userId="8a3c849e-ba39-445b-b32f-0c6026c8024d" providerId="ADAL" clId="{7DE2710A-B5E7-4C13-8864-A727AD22C497}" dt="2020-05-14T13:23:33.660" v="2753"/>
            <ac:spMkLst>
              <pc:docMk/>
              <pc:sldMasterMk cId="627016198" sldId="2147483648"/>
              <pc:sldLayoutMk cId="124931210" sldId="2147483665"/>
              <ac:spMk id="10" creationId="{F367C723-45FA-4AB4-BC61-C2E1EBA58184}"/>
            </ac:spMkLst>
          </pc:spChg>
          <pc:spChg chg="add mod">
            <ac:chgData name="office user" userId="8a3c849e-ba39-445b-b32f-0c6026c8024d" providerId="ADAL" clId="{7DE2710A-B5E7-4C13-8864-A727AD22C497}" dt="2020-05-14T13:25:04.336" v="2772" actId="1076"/>
            <ac:spMkLst>
              <pc:docMk/>
              <pc:sldMasterMk cId="627016198" sldId="2147483648"/>
              <pc:sldLayoutMk cId="124931210" sldId="2147483665"/>
              <ac:spMk id="11" creationId="{7FD33E5C-114F-4D86-AB0C-661413E3FF0D}"/>
            </ac:spMkLst>
          </pc:spChg>
          <pc:spChg chg="add mod">
            <ac:chgData name="office user" userId="8a3c849e-ba39-445b-b32f-0c6026c8024d" providerId="ADAL" clId="{7DE2710A-B5E7-4C13-8864-A727AD22C497}" dt="2020-05-14T13:25:40.219" v="2778" actId="120"/>
            <ac:spMkLst>
              <pc:docMk/>
              <pc:sldMasterMk cId="627016198" sldId="2147483648"/>
              <pc:sldLayoutMk cId="124931210" sldId="2147483665"/>
              <ac:spMk id="12" creationId="{83B8C302-44D6-485B-BAE3-6975DEB5505E}"/>
            </ac:spMkLst>
          </pc:spChg>
          <pc:spChg chg="add mod">
            <ac:chgData name="office user" userId="8a3c849e-ba39-445b-b32f-0c6026c8024d" providerId="ADAL" clId="{7DE2710A-B5E7-4C13-8864-A727AD22C497}" dt="2020-05-14T13:25:42.374" v="2779" actId="120"/>
            <ac:spMkLst>
              <pc:docMk/>
              <pc:sldMasterMk cId="627016198" sldId="2147483648"/>
              <pc:sldLayoutMk cId="124931210" sldId="2147483665"/>
              <ac:spMk id="13" creationId="{4D123C23-7264-4279-A3B9-452BF39E44A9}"/>
            </ac:spMkLst>
          </pc:spChg>
          <pc:spChg chg="add mod">
            <ac:chgData name="office user" userId="8a3c849e-ba39-445b-b32f-0c6026c8024d" providerId="ADAL" clId="{7DE2710A-B5E7-4C13-8864-A727AD22C497}" dt="2020-05-14T13:25:04.336" v="2772" actId="1076"/>
            <ac:spMkLst>
              <pc:docMk/>
              <pc:sldMasterMk cId="627016198" sldId="2147483648"/>
              <pc:sldLayoutMk cId="124931210" sldId="2147483665"/>
              <ac:spMk id="14" creationId="{4FB44BD3-F3B1-4A78-891D-1C460BFC4505}"/>
            </ac:spMkLst>
          </pc:spChg>
        </pc:sldLayoutChg>
      </pc:sldMasterChg>
    </pc:docChg>
  </pc:docChgLst>
  <pc:docChgLst>
    <pc:chgData name="office user" userId="8a3c849e-ba39-445b-b32f-0c6026c8024d" providerId="ADAL" clId="{380D1772-CF37-B343-BF4D-6D778F38252B}"/>
    <pc:docChg chg="undo custSel modSld">
      <pc:chgData name="office user" userId="8a3c849e-ba39-445b-b32f-0c6026c8024d" providerId="ADAL" clId="{380D1772-CF37-B343-BF4D-6D778F38252B}" dt="2020-05-01T07:11:55.547" v="17" actId="1076"/>
      <pc:docMkLst>
        <pc:docMk/>
      </pc:docMkLst>
      <pc:sldChg chg="modSp">
        <pc:chgData name="office user" userId="8a3c849e-ba39-445b-b32f-0c6026c8024d" providerId="ADAL" clId="{380D1772-CF37-B343-BF4D-6D778F38252B}" dt="2020-05-01T07:11:55.547" v="17" actId="1076"/>
        <pc:sldMkLst>
          <pc:docMk/>
          <pc:sldMk cId="1568049399" sldId="259"/>
        </pc:sldMkLst>
        <pc:spChg chg="mod">
          <ac:chgData name="office user" userId="8a3c849e-ba39-445b-b32f-0c6026c8024d" providerId="ADAL" clId="{380D1772-CF37-B343-BF4D-6D778F38252B}" dt="2020-05-01T07:11:55.547" v="17" actId="1076"/>
          <ac:spMkLst>
            <pc:docMk/>
            <pc:sldMk cId="1568049399" sldId="259"/>
            <ac:spMk id="4" creationId="{D3A4C24D-1EBA-4087-A771-6FAA44D9CC61}"/>
          </ac:spMkLst>
        </pc:spChg>
      </pc:sldChg>
      <pc:sldChg chg="addSp delSp modSp">
        <pc:chgData name="office user" userId="8a3c849e-ba39-445b-b32f-0c6026c8024d" providerId="ADAL" clId="{380D1772-CF37-B343-BF4D-6D778F38252B}" dt="2020-05-01T07:08:32.677" v="15"/>
        <pc:sldMkLst>
          <pc:docMk/>
          <pc:sldMk cId="3744092197" sldId="260"/>
        </pc:sldMkLst>
        <pc:spChg chg="mod">
          <ac:chgData name="office user" userId="8a3c849e-ba39-445b-b32f-0c6026c8024d" providerId="ADAL" clId="{380D1772-CF37-B343-BF4D-6D778F38252B}" dt="2020-05-01T07:08:30.800" v="11" actId="20577"/>
          <ac:spMkLst>
            <pc:docMk/>
            <pc:sldMk cId="3744092197" sldId="260"/>
            <ac:spMk id="3" creationId="{390876C6-23D8-4CC5-AD76-1133032B4259}"/>
          </ac:spMkLst>
        </pc:spChg>
        <pc:grpChg chg="add del">
          <ac:chgData name="office user" userId="8a3c849e-ba39-445b-b32f-0c6026c8024d" providerId="ADAL" clId="{380D1772-CF37-B343-BF4D-6D778F38252B}" dt="2020-05-01T07:08:31.663" v="14"/>
          <ac:grpSpMkLst>
            <pc:docMk/>
            <pc:sldMk cId="3744092197" sldId="260"/>
            <ac:grpSpMk id="6" creationId="{B00675E3-5C86-F149-A2D4-8B4394F2E01E}"/>
          </ac:grpSpMkLst>
        </pc:grpChg>
        <pc:inkChg chg="add del topLvl">
          <ac:chgData name="office user" userId="8a3c849e-ba39-445b-b32f-0c6026c8024d" providerId="ADAL" clId="{380D1772-CF37-B343-BF4D-6D778F38252B}" dt="2020-05-01T07:08:32.677" v="15"/>
          <ac:inkMkLst>
            <pc:docMk/>
            <pc:sldMk cId="3744092197" sldId="260"/>
            <ac:inkMk id="4" creationId="{15AA8346-96B0-3C4A-963F-7479423BD0D8}"/>
          </ac:inkMkLst>
        </pc:inkChg>
        <pc:inkChg chg="add del topLvl">
          <ac:chgData name="office user" userId="8a3c849e-ba39-445b-b32f-0c6026c8024d" providerId="ADAL" clId="{380D1772-CF37-B343-BF4D-6D778F38252B}" dt="2020-05-01T07:08:31.663" v="14"/>
          <ac:inkMkLst>
            <pc:docMk/>
            <pc:sldMk cId="3744092197" sldId="260"/>
            <ac:inkMk id="5" creationId="{05DAF0A3-F38D-9B48-ADC1-05A09419168E}"/>
          </ac:inkMkLst>
        </pc:inkChg>
      </pc:sldChg>
    </pc:docChg>
  </pc:docChgLst>
  <pc:docChgLst>
    <pc:chgData name="魏 子奇" userId="bd41abd4fa490965" providerId="LiveId" clId="{87BEB5FA-AECF-4B3A-B49D-C4B39CA47647}"/>
    <pc:docChg chg="modSld">
      <pc:chgData name="魏 子奇" userId="bd41abd4fa490965" providerId="LiveId" clId="{87BEB5FA-AECF-4B3A-B49D-C4B39CA47647}" dt="2020-09-17T02:21:53.171" v="0"/>
      <pc:docMkLst>
        <pc:docMk/>
      </pc:docMkLst>
      <pc:sldChg chg="modSp mod">
        <pc:chgData name="魏 子奇" userId="bd41abd4fa490965" providerId="LiveId" clId="{87BEB5FA-AECF-4B3A-B49D-C4B39CA47647}" dt="2020-09-17T02:21:53.171" v="0"/>
        <pc:sldMkLst>
          <pc:docMk/>
          <pc:sldMk cId="3744092197" sldId="260"/>
        </pc:sldMkLst>
        <pc:spChg chg="mod">
          <ac:chgData name="魏 子奇" userId="bd41abd4fa490965" providerId="LiveId" clId="{87BEB5FA-AECF-4B3A-B49D-C4B39CA47647}" dt="2020-09-17T02:21:53.171" v="0"/>
          <ac:spMkLst>
            <pc:docMk/>
            <pc:sldMk cId="3744092197" sldId="260"/>
            <ac:spMk id="3" creationId="{390876C6-23D8-4CC5-AD76-1133032B4259}"/>
          </ac:spMkLst>
        </pc:spChg>
      </pc:sldChg>
    </pc:docChg>
  </pc:docChgLst>
  <pc:docChgLst>
    <pc:chgData name="office user" userId="8a3c849e-ba39-445b-b32f-0c6026c8024d" providerId="ADAL" clId="{4ADE81AB-AB87-446C-92C3-2340DDF2F185}"/>
    <pc:docChg chg="custSel addSld delSld modSld">
      <pc:chgData name="office user" userId="8a3c849e-ba39-445b-b32f-0c6026c8024d" providerId="ADAL" clId="{4ADE81AB-AB87-446C-92C3-2340DDF2F185}" dt="2020-06-14T15:20:53.688" v="84"/>
      <pc:docMkLst>
        <pc:docMk/>
      </pc:docMkLst>
      <pc:sldChg chg="modSp">
        <pc:chgData name="office user" userId="8a3c849e-ba39-445b-b32f-0c6026c8024d" providerId="ADAL" clId="{4ADE81AB-AB87-446C-92C3-2340DDF2F185}" dt="2020-06-14T15:20:53.688" v="84"/>
        <pc:sldMkLst>
          <pc:docMk/>
          <pc:sldMk cId="2252159884" sldId="257"/>
        </pc:sldMkLst>
        <pc:spChg chg="mod">
          <ac:chgData name="office user" userId="8a3c849e-ba39-445b-b32f-0c6026c8024d" providerId="ADAL" clId="{4ADE81AB-AB87-446C-92C3-2340DDF2F185}" dt="2020-06-14T15:20:53.688" v="84"/>
          <ac:spMkLst>
            <pc:docMk/>
            <pc:sldMk cId="2252159884" sldId="257"/>
            <ac:spMk id="5" creationId="{7C0CB575-D017-4726-A1E4-62D682E27D67}"/>
          </ac:spMkLst>
        </pc:spChg>
      </pc:sldChg>
      <pc:sldChg chg="modSp new del mod">
        <pc:chgData name="office user" userId="8a3c849e-ba39-445b-b32f-0c6026c8024d" providerId="ADAL" clId="{4ADE81AB-AB87-446C-92C3-2340DDF2F185}" dt="2020-06-14T08:42:20.484" v="19" actId="47"/>
        <pc:sldMkLst>
          <pc:docMk/>
          <pc:sldMk cId="1687762770" sldId="267"/>
        </pc:sldMkLst>
        <pc:spChg chg="mod">
          <ac:chgData name="office user" userId="8a3c849e-ba39-445b-b32f-0c6026c8024d" providerId="ADAL" clId="{4ADE81AB-AB87-446C-92C3-2340DDF2F185}" dt="2020-06-14T08:41:56.290" v="17"/>
          <ac:spMkLst>
            <pc:docMk/>
            <pc:sldMk cId="1687762770" sldId="267"/>
            <ac:spMk id="2" creationId="{5BCF4C07-E6D9-4505-AB73-E5EC79EBAA05}"/>
          </ac:spMkLst>
        </pc:spChg>
      </pc:sldChg>
      <pc:sldChg chg="modSp mod">
        <pc:chgData name="office user" userId="8a3c849e-ba39-445b-b32f-0c6026c8024d" providerId="ADAL" clId="{4ADE81AB-AB87-446C-92C3-2340DDF2F185}" dt="2020-06-14T08:44:56.860" v="58" actId="121"/>
        <pc:sldMkLst>
          <pc:docMk/>
          <pc:sldMk cId="2823284766" sldId="270"/>
        </pc:sldMkLst>
        <pc:spChg chg="mod">
          <ac:chgData name="office user" userId="8a3c849e-ba39-445b-b32f-0c6026c8024d" providerId="ADAL" clId="{4ADE81AB-AB87-446C-92C3-2340DDF2F185}" dt="2020-06-14T08:42:17.419" v="18" actId="27636"/>
          <ac:spMkLst>
            <pc:docMk/>
            <pc:sldMk cId="2823284766" sldId="270"/>
            <ac:spMk id="2" creationId="{718B078F-FB91-40C6-8A23-A7833E6F6704}"/>
          </ac:spMkLst>
        </pc:spChg>
        <pc:spChg chg="mod">
          <ac:chgData name="office user" userId="8a3c849e-ba39-445b-b32f-0c6026c8024d" providerId="ADAL" clId="{4ADE81AB-AB87-446C-92C3-2340DDF2F185}" dt="2020-06-14T08:43:56.671" v="49" actId="14861"/>
          <ac:spMkLst>
            <pc:docMk/>
            <pc:sldMk cId="2823284766" sldId="270"/>
            <ac:spMk id="5" creationId="{1AD4BD94-56B5-49A7-92BD-E54CA6752A3F}"/>
          </ac:spMkLst>
        </pc:spChg>
        <pc:spChg chg="mod">
          <ac:chgData name="office user" userId="8a3c849e-ba39-445b-b32f-0c6026c8024d" providerId="ADAL" clId="{4ADE81AB-AB87-446C-92C3-2340DDF2F185}" dt="2020-06-14T08:43:37.887" v="44" actId="14861"/>
          <ac:spMkLst>
            <pc:docMk/>
            <pc:sldMk cId="2823284766" sldId="270"/>
            <ac:spMk id="19" creationId="{566EBAFD-5735-454F-9FBE-D4A69E2BEDCC}"/>
          </ac:spMkLst>
        </pc:spChg>
        <pc:spChg chg="mod">
          <ac:chgData name="office user" userId="8a3c849e-ba39-445b-b32f-0c6026c8024d" providerId="ADAL" clId="{4ADE81AB-AB87-446C-92C3-2340DDF2F185}" dt="2020-06-14T08:43:49.513" v="47" actId="14861"/>
          <ac:spMkLst>
            <pc:docMk/>
            <pc:sldMk cId="2823284766" sldId="270"/>
            <ac:spMk id="25" creationId="{DDC0887D-73BA-4059-A6AC-B1E05A4209A5}"/>
          </ac:spMkLst>
        </pc:spChg>
        <pc:spChg chg="mod">
          <ac:chgData name="office user" userId="8a3c849e-ba39-445b-b32f-0c6026c8024d" providerId="ADAL" clId="{4ADE81AB-AB87-446C-92C3-2340DDF2F185}" dt="2020-06-14T08:43:45.417" v="46" actId="14861"/>
          <ac:spMkLst>
            <pc:docMk/>
            <pc:sldMk cId="2823284766" sldId="270"/>
            <ac:spMk id="31" creationId="{879ED575-BCAD-40CF-9A0E-241EABF61A53}"/>
          </ac:spMkLst>
        </pc:spChg>
        <pc:spChg chg="mod">
          <ac:chgData name="office user" userId="8a3c849e-ba39-445b-b32f-0c6026c8024d" providerId="ADAL" clId="{4ADE81AB-AB87-446C-92C3-2340DDF2F185}" dt="2020-06-14T08:44:56.860" v="58" actId="121"/>
          <ac:spMkLst>
            <pc:docMk/>
            <pc:sldMk cId="2823284766" sldId="270"/>
            <ac:spMk id="37" creationId="{87B8190D-537D-4D41-9D92-229CC81420EB}"/>
          </ac:spMkLst>
        </pc:spChg>
        <pc:spChg chg="mod">
          <ac:chgData name="office user" userId="8a3c849e-ba39-445b-b32f-0c6026c8024d" providerId="ADAL" clId="{4ADE81AB-AB87-446C-92C3-2340DDF2F185}" dt="2020-06-14T08:44:56.860" v="58" actId="121"/>
          <ac:spMkLst>
            <pc:docMk/>
            <pc:sldMk cId="2823284766" sldId="270"/>
            <ac:spMk id="38" creationId="{118486FE-8C8D-4536-8F0C-D1C56F36E304}"/>
          </ac:spMkLst>
        </pc:spChg>
        <pc:spChg chg="mod">
          <ac:chgData name="office user" userId="8a3c849e-ba39-445b-b32f-0c6026c8024d" providerId="ADAL" clId="{4ADE81AB-AB87-446C-92C3-2340DDF2F185}" dt="2020-06-14T08:44:56.860" v="58" actId="121"/>
          <ac:spMkLst>
            <pc:docMk/>
            <pc:sldMk cId="2823284766" sldId="270"/>
            <ac:spMk id="39" creationId="{819B4512-11D2-42F0-8196-DC00ADC7DACC}"/>
          </ac:spMkLst>
        </pc:spChg>
        <pc:grpChg chg="mod">
          <ac:chgData name="office user" userId="8a3c849e-ba39-445b-b32f-0c6026c8024d" providerId="ADAL" clId="{4ADE81AB-AB87-446C-92C3-2340DDF2F185}" dt="2020-06-14T08:43:41.946" v="45" actId="14861"/>
          <ac:grpSpMkLst>
            <pc:docMk/>
            <pc:sldMk cId="2823284766" sldId="270"/>
            <ac:grpSpMk id="28" creationId="{384A2D7F-C89B-4242-AEA2-1416B5ED8617}"/>
          </ac:grpSpMkLst>
        </pc:grpChg>
        <pc:cxnChg chg="mod">
          <ac:chgData name="office user" userId="8a3c849e-ba39-445b-b32f-0c6026c8024d" providerId="ADAL" clId="{4ADE81AB-AB87-446C-92C3-2340DDF2F185}" dt="2020-06-14T08:44:12.320" v="50" actId="692"/>
          <ac:cxnSpMkLst>
            <pc:docMk/>
            <pc:sldMk cId="2823284766" sldId="270"/>
            <ac:cxnSpMk id="14" creationId="{E1663B87-A4A8-4D9E-9DC2-9C5A9C1B9009}"/>
          </ac:cxnSpMkLst>
        </pc:cxnChg>
        <pc:cxnChg chg="mod">
          <ac:chgData name="office user" userId="8a3c849e-ba39-445b-b32f-0c6026c8024d" providerId="ADAL" clId="{4ADE81AB-AB87-446C-92C3-2340DDF2F185}" dt="2020-06-14T08:44:19.590" v="51" actId="692"/>
          <ac:cxnSpMkLst>
            <pc:docMk/>
            <pc:sldMk cId="2823284766" sldId="270"/>
            <ac:cxnSpMk id="18" creationId="{40911EAE-2E0E-4B52-A9D2-E83BE7D8BDDB}"/>
          </ac:cxnSpMkLst>
        </pc:cxnChg>
        <pc:cxnChg chg="mod">
          <ac:chgData name="office user" userId="8a3c849e-ba39-445b-b32f-0c6026c8024d" providerId="ADAL" clId="{4ADE81AB-AB87-446C-92C3-2340DDF2F185}" dt="2020-06-14T08:44:27.826" v="52" actId="692"/>
          <ac:cxnSpMkLst>
            <pc:docMk/>
            <pc:sldMk cId="2823284766" sldId="270"/>
            <ac:cxnSpMk id="24" creationId="{D0D58383-6946-4142-A128-F920A6BA8E13}"/>
          </ac:cxnSpMkLst>
        </pc:cxnChg>
        <pc:cxnChg chg="mod">
          <ac:chgData name="office user" userId="8a3c849e-ba39-445b-b32f-0c6026c8024d" providerId="ADAL" clId="{4ADE81AB-AB87-446C-92C3-2340DDF2F185}" dt="2020-06-14T08:44:36.156" v="53" actId="692"/>
          <ac:cxnSpMkLst>
            <pc:docMk/>
            <pc:sldMk cId="2823284766" sldId="270"/>
            <ac:cxnSpMk id="30" creationId="{4DF878AA-035E-46A5-B5AD-6E02FCCC329F}"/>
          </ac:cxnSpMkLst>
        </pc:cxnChg>
        <pc:cxnChg chg="mod">
          <ac:chgData name="office user" userId="8a3c849e-ba39-445b-b32f-0c6026c8024d" providerId="ADAL" clId="{4ADE81AB-AB87-446C-92C3-2340DDF2F185}" dt="2020-06-14T08:44:49.601" v="57" actId="692"/>
          <ac:cxnSpMkLst>
            <pc:docMk/>
            <pc:sldMk cId="2823284766" sldId="270"/>
            <ac:cxnSpMk id="36" creationId="{00B62EB0-DC94-4DE6-961C-14E11DAF8488}"/>
          </ac:cxnSpMkLst>
        </pc:cxnChg>
      </pc:sldChg>
      <pc:sldChg chg="modSp mod">
        <pc:chgData name="office user" userId="8a3c849e-ba39-445b-b32f-0c6026c8024d" providerId="ADAL" clId="{4ADE81AB-AB87-446C-92C3-2340DDF2F185}" dt="2020-06-14T08:47:05.919" v="83" actId="108"/>
        <pc:sldMkLst>
          <pc:docMk/>
          <pc:sldMk cId="1071525263" sldId="271"/>
        </pc:sldMkLst>
        <pc:spChg chg="mod">
          <ac:chgData name="office user" userId="8a3c849e-ba39-445b-b32f-0c6026c8024d" providerId="ADAL" clId="{4ADE81AB-AB87-446C-92C3-2340DDF2F185}" dt="2020-06-14T08:42:52.983" v="20" actId="27636"/>
          <ac:spMkLst>
            <pc:docMk/>
            <pc:sldMk cId="1071525263" sldId="271"/>
            <ac:spMk id="2" creationId="{1C98749B-4BB0-4B7F-AE63-AC9E0ECE7109}"/>
          </ac:spMkLst>
        </pc:spChg>
        <pc:spChg chg="mod">
          <ac:chgData name="office user" userId="8a3c849e-ba39-445b-b32f-0c6026c8024d" providerId="ADAL" clId="{4ADE81AB-AB87-446C-92C3-2340DDF2F185}" dt="2020-06-14T08:45:40.889" v="65" actId="207"/>
          <ac:spMkLst>
            <pc:docMk/>
            <pc:sldMk cId="1071525263" sldId="271"/>
            <ac:spMk id="47" creationId="{69A55C99-DE0D-41B6-B75F-9CBB6E722F41}"/>
          </ac:spMkLst>
        </pc:spChg>
        <pc:spChg chg="mod">
          <ac:chgData name="office user" userId="8a3c849e-ba39-445b-b32f-0c6026c8024d" providerId="ADAL" clId="{4ADE81AB-AB87-446C-92C3-2340DDF2F185}" dt="2020-06-14T08:47:03.540" v="81" actId="108"/>
          <ac:spMkLst>
            <pc:docMk/>
            <pc:sldMk cId="1071525263" sldId="271"/>
            <ac:spMk id="52" creationId="{39D34615-045A-481A-94CB-561B59A74F14}"/>
          </ac:spMkLst>
        </pc:spChg>
        <pc:spChg chg="mod">
          <ac:chgData name="office user" userId="8a3c849e-ba39-445b-b32f-0c6026c8024d" providerId="ADAL" clId="{4ADE81AB-AB87-446C-92C3-2340DDF2F185}" dt="2020-06-14T08:47:00.329" v="79" actId="108"/>
          <ac:spMkLst>
            <pc:docMk/>
            <pc:sldMk cId="1071525263" sldId="271"/>
            <ac:spMk id="57" creationId="{71E523B7-E8B3-4FB7-9771-05C15699FD80}"/>
          </ac:spMkLst>
        </pc:spChg>
        <pc:spChg chg="mod">
          <ac:chgData name="office user" userId="8a3c849e-ba39-445b-b32f-0c6026c8024d" providerId="ADAL" clId="{4ADE81AB-AB87-446C-92C3-2340DDF2F185}" dt="2020-06-14T08:47:04.825" v="82" actId="108"/>
          <ac:spMkLst>
            <pc:docMk/>
            <pc:sldMk cId="1071525263" sldId="271"/>
            <ac:spMk id="62" creationId="{140D4338-CF33-4699-9C66-262D5C758AAA}"/>
          </ac:spMkLst>
        </pc:spChg>
        <pc:spChg chg="mod">
          <ac:chgData name="office user" userId="8a3c849e-ba39-445b-b32f-0c6026c8024d" providerId="ADAL" clId="{4ADE81AB-AB87-446C-92C3-2340DDF2F185}" dt="2020-06-14T08:47:01.667" v="80" actId="108"/>
          <ac:spMkLst>
            <pc:docMk/>
            <pc:sldMk cId="1071525263" sldId="271"/>
            <ac:spMk id="67" creationId="{29A6E4CF-47AB-4317-B58E-4102FC11A964}"/>
          </ac:spMkLst>
        </pc:spChg>
        <pc:spChg chg="mod">
          <ac:chgData name="office user" userId="8a3c849e-ba39-445b-b32f-0c6026c8024d" providerId="ADAL" clId="{4ADE81AB-AB87-446C-92C3-2340DDF2F185}" dt="2020-06-14T08:47:05.919" v="83" actId="108"/>
          <ac:spMkLst>
            <pc:docMk/>
            <pc:sldMk cId="1071525263" sldId="271"/>
            <ac:spMk id="72" creationId="{66E105CE-282F-4650-9318-16515A258A0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4BFD4DC-A8CC-4E57-B247-8DF3FF238D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2FEC39-0812-4CDD-9686-697F0ABBCC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B844C-DF9C-4240-BD30-F83FC53DF054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B6BAB-9256-4902-8436-8D4AE957D0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B174B1-0114-4EB8-B8CB-14DB66B678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82A1-D720-4CB0-8F34-50BC39088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4T12:53:52.1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4T12:53:53.86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4T12:53:54.4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4T12:54:07.54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0F406-A700-4F6B-A094-B8EC12EAB955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73797-F3D6-4B6C-85DE-BAE265A9E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8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73797-F3D6-4B6C-85DE-BAE265A9E3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64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73797-F3D6-4B6C-85DE-BAE265A9E3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FBD93-7562-4DC7-AFF8-7EFA14FAE8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2" y="3344480"/>
            <a:ext cx="6243495" cy="798847"/>
          </a:xfrm>
        </p:spPr>
        <p:txBody>
          <a:bodyPr anchor="b">
            <a:normAutofit/>
          </a:bodyPr>
          <a:lstStyle>
            <a:lvl1pPr marL="0" algn="l" defTabSz="914354" rtl="0" eaLnBrk="1" latinLnBrk="0" hangingPunct="1">
              <a:defRPr lang="zh-CN" altLang="en-US" sz="44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 dirty="0"/>
              <a:t>学术报告通用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7D7647-0F3A-465D-82AF-335DD3871F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2" y="2534563"/>
            <a:ext cx="6243495" cy="798847"/>
          </a:xfrm>
        </p:spPr>
        <p:txBody>
          <a:bodyPr anchor="ctr" anchorCtr="0">
            <a:normAutofit/>
          </a:bodyPr>
          <a:lstStyle>
            <a:lvl1pPr marL="0" indent="0" algn="l" defTabSz="914354" rtl="0" eaLnBrk="1" latinLnBrk="0" hangingPunct="1">
              <a:buNone/>
              <a:defRPr lang="zh-CN" altLang="en-US" sz="4400" b="1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 dirty="0"/>
              <a:t>智慧医疗研究院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2E979-83DB-4069-B3CC-85843AAC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A6B5A-C381-4F52-87A3-88F6017A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4871D-8900-49DD-8B74-630E4CA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1FC461-6B90-4990-9426-1048735156D1}"/>
              </a:ext>
            </a:extLst>
          </p:cNvPr>
          <p:cNvSpPr/>
          <p:nvPr userDrawn="1"/>
        </p:nvSpPr>
        <p:spPr>
          <a:xfrm>
            <a:off x="0" y="2390580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>
            <a:extLst>
              <a:ext uri="{FF2B5EF4-FFF2-40B4-BE49-F238E27FC236}">
                <a16:creationId xmlns:a16="http://schemas.microsoft.com/office/drawing/2014/main" id="{928DCFDE-B723-4B4F-B224-259692F4D0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8" t="67053" r="30179" b="26533"/>
          <a:stretch/>
        </p:blipFill>
        <p:spPr>
          <a:xfrm rot="16200000">
            <a:off x="-1141186" y="3523983"/>
            <a:ext cx="2754777" cy="439839"/>
          </a:xfrm>
          <a:prstGeom prst="rect">
            <a:avLst/>
          </a:prstGeom>
          <a:noFill/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5EF287-08BD-49FF-86AF-EA91745612E2}"/>
              </a:ext>
            </a:extLst>
          </p:cNvPr>
          <p:cNvSpPr txBox="1"/>
          <p:nvPr userDrawn="1"/>
        </p:nvSpPr>
        <p:spPr>
          <a:xfrm>
            <a:off x="838201" y="6017800"/>
            <a:ext cx="389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源于临床  高于临床  赋能临床  回归临床</a:t>
            </a:r>
          </a:p>
        </p:txBody>
      </p:sp>
      <p:sp>
        <p:nvSpPr>
          <p:cNvPr id="15" name="文本占位符 53">
            <a:extLst>
              <a:ext uri="{FF2B5EF4-FFF2-40B4-BE49-F238E27FC236}">
                <a16:creationId xmlns:a16="http://schemas.microsoft.com/office/drawing/2014/main" id="{3C4A6C52-D6FC-45F2-9783-68CD4632C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2" y="4225564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报告人</a:t>
            </a:r>
          </a:p>
        </p:txBody>
      </p:sp>
      <p:sp>
        <p:nvSpPr>
          <p:cNvPr id="16" name="文本占位符 53">
            <a:extLst>
              <a:ext uri="{FF2B5EF4-FFF2-40B4-BE49-F238E27FC236}">
                <a16:creationId xmlns:a16="http://schemas.microsoft.com/office/drawing/2014/main" id="{88F26EE6-CBF0-458F-B137-6DDA63B61E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2" y="470349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fld id="{EFFC5363-918A-47D8-B3FD-FF6A3731326C}" type="datetime3">
              <a:rPr lang="zh-CN" altLang="en-US" smtClean="0"/>
              <a:t>2023年10月14日星期六</a:t>
            </a:fld>
            <a:endParaRPr lang="zh-CN" altLang="en-US" dirty="0"/>
          </a:p>
        </p:txBody>
      </p:sp>
      <p:pic>
        <p:nvPicPr>
          <p:cNvPr id="14" name="图片 13" descr="图片包含 游戏机&#10;&#10;描述已自动生成">
            <a:extLst>
              <a:ext uri="{FF2B5EF4-FFF2-40B4-BE49-F238E27FC236}">
                <a16:creationId xmlns:a16="http://schemas.microsoft.com/office/drawing/2014/main" id="{116DFF24-65E8-4435-8127-FD9AD51420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1333D0F5-5F92-4A03-8E50-116942B1F22B}"/>
              </a:ext>
            </a:extLst>
          </p:cNvPr>
          <p:cNvGrpSpPr/>
          <p:nvPr userDrawn="1"/>
        </p:nvGrpSpPr>
        <p:grpSpPr>
          <a:xfrm>
            <a:off x="4069861" y="578369"/>
            <a:ext cx="2905331" cy="680401"/>
            <a:chOff x="4069861" y="578369"/>
            <a:chExt cx="2905331" cy="680401"/>
          </a:xfrm>
        </p:grpSpPr>
        <p:grpSp>
          <p:nvGrpSpPr>
            <p:cNvPr id="187" name="图形 17">
              <a:extLst>
                <a:ext uri="{FF2B5EF4-FFF2-40B4-BE49-F238E27FC236}">
                  <a16:creationId xmlns:a16="http://schemas.microsoft.com/office/drawing/2014/main" id="{717FF50F-3ED2-4915-A7A1-510993AB87B8}"/>
                </a:ext>
              </a:extLst>
            </p:cNvPr>
            <p:cNvGrpSpPr/>
            <p:nvPr/>
          </p:nvGrpSpPr>
          <p:grpSpPr>
            <a:xfrm>
              <a:off x="4069861" y="578369"/>
              <a:ext cx="680401" cy="680401"/>
              <a:chOff x="2229720" y="-1443369"/>
              <a:chExt cx="680401" cy="680401"/>
            </a:xfrm>
            <a:solidFill>
              <a:srgbClr val="07679C"/>
            </a:solidFill>
          </p:grpSpPr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287D03B5-FE5D-4A39-9FB8-302B666B552A}"/>
                  </a:ext>
                </a:extLst>
              </p:cNvPr>
              <p:cNvSpPr/>
              <p:nvPr/>
            </p:nvSpPr>
            <p:spPr>
              <a:xfrm>
                <a:off x="2312772" y="-1360261"/>
                <a:ext cx="514241" cy="514184"/>
              </a:xfrm>
              <a:custGeom>
                <a:avLst/>
                <a:gdLst>
                  <a:gd name="connsiteX0" fmla="*/ 254840 w 514241"/>
                  <a:gd name="connsiteY0" fmla="*/ 513975 h 514184"/>
                  <a:gd name="connsiteX1" fmla="*/ 511933 w 514241"/>
                  <a:gd name="connsiteY1" fmla="*/ 256883 h 514184"/>
                  <a:gd name="connsiteX2" fmla="*/ 254840 w 514241"/>
                  <a:gd name="connsiteY2" fmla="*/ -210 h 514184"/>
                  <a:gd name="connsiteX3" fmla="*/ -2309 w 514241"/>
                  <a:gd name="connsiteY3" fmla="*/ 256883 h 514184"/>
                  <a:gd name="connsiteX4" fmla="*/ 254840 w 514241"/>
                  <a:gd name="connsiteY4" fmla="*/ 513975 h 514184"/>
                  <a:gd name="connsiteX5" fmla="*/ 254840 w 514241"/>
                  <a:gd name="connsiteY5" fmla="*/ 1860 h 514184"/>
                  <a:gd name="connsiteX6" fmla="*/ 509877 w 514241"/>
                  <a:gd name="connsiteY6" fmla="*/ 256883 h 514184"/>
                  <a:gd name="connsiteX7" fmla="*/ 254840 w 514241"/>
                  <a:gd name="connsiteY7" fmla="*/ 511905 h 514184"/>
                  <a:gd name="connsiteX8" fmla="*/ -310 w 514241"/>
                  <a:gd name="connsiteY8" fmla="*/ 256883 h 514184"/>
                  <a:gd name="connsiteX9" fmla="*/ 254840 w 514241"/>
                  <a:gd name="connsiteY9" fmla="*/ 1860 h 5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4241" h="514184">
                    <a:moveTo>
                      <a:pt x="254840" y="513975"/>
                    </a:moveTo>
                    <a:cubicBezTo>
                      <a:pt x="396591" y="513975"/>
                      <a:pt x="511933" y="398647"/>
                      <a:pt x="511933" y="256883"/>
                    </a:cubicBezTo>
                    <a:cubicBezTo>
                      <a:pt x="511933" y="115118"/>
                      <a:pt x="396591" y="-210"/>
                      <a:pt x="254840" y="-210"/>
                    </a:cubicBezTo>
                    <a:cubicBezTo>
                      <a:pt x="113090" y="-210"/>
                      <a:pt x="-2309" y="115132"/>
                      <a:pt x="-2309" y="256883"/>
                    </a:cubicBezTo>
                    <a:cubicBezTo>
                      <a:pt x="-2309" y="398633"/>
                      <a:pt x="113090" y="513975"/>
                      <a:pt x="254840" y="513975"/>
                    </a:cubicBezTo>
                    <a:close/>
                    <a:moveTo>
                      <a:pt x="254840" y="1860"/>
                    </a:moveTo>
                    <a:cubicBezTo>
                      <a:pt x="395471" y="1860"/>
                      <a:pt x="509877" y="116252"/>
                      <a:pt x="509877" y="256883"/>
                    </a:cubicBezTo>
                    <a:cubicBezTo>
                      <a:pt x="509877" y="397513"/>
                      <a:pt x="395400" y="511905"/>
                      <a:pt x="254840" y="511905"/>
                    </a:cubicBezTo>
                    <a:cubicBezTo>
                      <a:pt x="114281" y="511905"/>
                      <a:pt x="-310" y="397513"/>
                      <a:pt x="-310" y="256883"/>
                    </a:cubicBezTo>
                    <a:cubicBezTo>
                      <a:pt x="-310" y="116252"/>
                      <a:pt x="114153" y="1860"/>
                      <a:pt x="254840" y="186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DA2C048F-26EC-45F8-AE74-D26B75D6A794}"/>
                  </a:ext>
                </a:extLst>
              </p:cNvPr>
              <p:cNvSpPr/>
              <p:nvPr/>
            </p:nvSpPr>
            <p:spPr>
              <a:xfrm>
                <a:off x="2299972" y="-1373047"/>
                <a:ext cx="539756" cy="539756"/>
              </a:xfrm>
              <a:custGeom>
                <a:avLst/>
                <a:gdLst>
                  <a:gd name="connsiteX0" fmla="*/ -2309 w 539756"/>
                  <a:gd name="connsiteY0" fmla="*/ 269668 h 539756"/>
                  <a:gd name="connsiteX1" fmla="*/ 267569 w 539756"/>
                  <a:gd name="connsiteY1" fmla="*/ 539547 h 539756"/>
                  <a:gd name="connsiteX2" fmla="*/ 537448 w 539756"/>
                  <a:gd name="connsiteY2" fmla="*/ 269668 h 539756"/>
                  <a:gd name="connsiteX3" fmla="*/ 267640 w 539756"/>
                  <a:gd name="connsiteY3" fmla="*/ -210 h 539756"/>
                  <a:gd name="connsiteX4" fmla="*/ -2309 w 539756"/>
                  <a:gd name="connsiteY4" fmla="*/ 269668 h 539756"/>
                  <a:gd name="connsiteX5" fmla="*/ 267640 w 539756"/>
                  <a:gd name="connsiteY5" fmla="*/ 6013 h 539756"/>
                  <a:gd name="connsiteX6" fmla="*/ 531296 w 539756"/>
                  <a:gd name="connsiteY6" fmla="*/ 269668 h 539756"/>
                  <a:gd name="connsiteX7" fmla="*/ 267640 w 539756"/>
                  <a:gd name="connsiteY7" fmla="*/ 533324 h 539756"/>
                  <a:gd name="connsiteX8" fmla="*/ 3985 w 539756"/>
                  <a:gd name="connsiteY8" fmla="*/ 269668 h 539756"/>
                  <a:gd name="connsiteX9" fmla="*/ 267640 w 539756"/>
                  <a:gd name="connsiteY9" fmla="*/ 6013 h 539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9756" h="539756">
                    <a:moveTo>
                      <a:pt x="-2309" y="269668"/>
                    </a:moveTo>
                    <a:cubicBezTo>
                      <a:pt x="-2309" y="418506"/>
                      <a:pt x="118760" y="539547"/>
                      <a:pt x="267569" y="539547"/>
                    </a:cubicBezTo>
                    <a:cubicBezTo>
                      <a:pt x="416379" y="539547"/>
                      <a:pt x="537448" y="418506"/>
                      <a:pt x="537448" y="269668"/>
                    </a:cubicBezTo>
                    <a:cubicBezTo>
                      <a:pt x="537448" y="120831"/>
                      <a:pt x="416379" y="-210"/>
                      <a:pt x="267640" y="-210"/>
                    </a:cubicBezTo>
                    <a:cubicBezTo>
                      <a:pt x="118902" y="-210"/>
                      <a:pt x="-2309" y="120831"/>
                      <a:pt x="-2309" y="269668"/>
                    </a:cubicBezTo>
                    <a:close/>
                    <a:moveTo>
                      <a:pt x="267640" y="6013"/>
                    </a:moveTo>
                    <a:cubicBezTo>
                      <a:pt x="413062" y="6013"/>
                      <a:pt x="531296" y="124318"/>
                      <a:pt x="531296" y="269668"/>
                    </a:cubicBezTo>
                    <a:cubicBezTo>
                      <a:pt x="531296" y="415019"/>
                      <a:pt x="413005" y="533324"/>
                      <a:pt x="267640" y="533324"/>
                    </a:cubicBezTo>
                    <a:cubicBezTo>
                      <a:pt x="122275" y="533324"/>
                      <a:pt x="3985" y="415019"/>
                      <a:pt x="3985" y="269668"/>
                    </a:cubicBezTo>
                    <a:cubicBezTo>
                      <a:pt x="3985" y="124318"/>
                      <a:pt x="122162" y="6013"/>
                      <a:pt x="267640" y="601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62209422-BF24-43D1-A589-95461903CC2F}"/>
                  </a:ext>
                </a:extLst>
              </p:cNvPr>
              <p:cNvSpPr/>
              <p:nvPr/>
            </p:nvSpPr>
            <p:spPr>
              <a:xfrm>
                <a:off x="2229720" y="-1443369"/>
                <a:ext cx="680401" cy="680401"/>
              </a:xfrm>
              <a:custGeom>
                <a:avLst/>
                <a:gdLst>
                  <a:gd name="connsiteX0" fmla="*/ 337892 w 680401"/>
                  <a:gd name="connsiteY0" fmla="*/ -210 h 680401"/>
                  <a:gd name="connsiteX1" fmla="*/ -2309 w 680401"/>
                  <a:gd name="connsiteY1" fmla="*/ 339991 h 680401"/>
                  <a:gd name="connsiteX2" fmla="*/ 337892 w 680401"/>
                  <a:gd name="connsiteY2" fmla="*/ 680191 h 680401"/>
                  <a:gd name="connsiteX3" fmla="*/ 678093 w 680401"/>
                  <a:gd name="connsiteY3" fmla="*/ 339991 h 680401"/>
                  <a:gd name="connsiteX4" fmla="*/ 337892 w 680401"/>
                  <a:gd name="connsiteY4" fmla="*/ -210 h 680401"/>
                  <a:gd name="connsiteX5" fmla="*/ 337892 w 680401"/>
                  <a:gd name="connsiteY5" fmla="*/ 672423 h 680401"/>
                  <a:gd name="connsiteX6" fmla="*/ 5473 w 680401"/>
                  <a:gd name="connsiteY6" fmla="*/ 339991 h 680401"/>
                  <a:gd name="connsiteX7" fmla="*/ 337892 w 680401"/>
                  <a:gd name="connsiteY7" fmla="*/ 7558 h 680401"/>
                  <a:gd name="connsiteX8" fmla="*/ 670254 w 680401"/>
                  <a:gd name="connsiteY8" fmla="*/ 339991 h 680401"/>
                  <a:gd name="connsiteX9" fmla="*/ 337892 w 680401"/>
                  <a:gd name="connsiteY9" fmla="*/ 672423 h 680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401" h="680401">
                    <a:moveTo>
                      <a:pt x="337892" y="-210"/>
                    </a:moveTo>
                    <a:cubicBezTo>
                      <a:pt x="150313" y="-210"/>
                      <a:pt x="-2309" y="152398"/>
                      <a:pt x="-2309" y="339991"/>
                    </a:cubicBezTo>
                    <a:cubicBezTo>
                      <a:pt x="-2309" y="527583"/>
                      <a:pt x="150313" y="680191"/>
                      <a:pt x="337892" y="680191"/>
                    </a:cubicBezTo>
                    <a:cubicBezTo>
                      <a:pt x="525470" y="680191"/>
                      <a:pt x="678093" y="527583"/>
                      <a:pt x="678093" y="339991"/>
                    </a:cubicBezTo>
                    <a:cubicBezTo>
                      <a:pt x="678093" y="152398"/>
                      <a:pt x="525413" y="-210"/>
                      <a:pt x="337892" y="-210"/>
                    </a:cubicBezTo>
                    <a:close/>
                    <a:moveTo>
                      <a:pt x="337892" y="672423"/>
                    </a:moveTo>
                    <a:cubicBezTo>
                      <a:pt x="154594" y="672423"/>
                      <a:pt x="5473" y="523288"/>
                      <a:pt x="5473" y="339991"/>
                    </a:cubicBezTo>
                    <a:cubicBezTo>
                      <a:pt x="5473" y="156693"/>
                      <a:pt x="154523" y="7558"/>
                      <a:pt x="337892" y="7558"/>
                    </a:cubicBezTo>
                    <a:cubicBezTo>
                      <a:pt x="521260" y="7558"/>
                      <a:pt x="670254" y="156693"/>
                      <a:pt x="670254" y="339991"/>
                    </a:cubicBezTo>
                    <a:cubicBezTo>
                      <a:pt x="670254" y="523288"/>
                      <a:pt x="521132" y="672423"/>
                      <a:pt x="337892" y="67242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E033EE59-C038-45CA-B3E6-62760DDC5CEB}"/>
                  </a:ext>
                </a:extLst>
              </p:cNvPr>
              <p:cNvSpPr/>
              <p:nvPr/>
            </p:nvSpPr>
            <p:spPr>
              <a:xfrm>
                <a:off x="2354361" y="-1179997"/>
                <a:ext cx="158689" cy="152537"/>
              </a:xfrm>
              <a:custGeom>
                <a:avLst/>
                <a:gdLst>
                  <a:gd name="connsiteX0" fmla="*/ 35208 w 158689"/>
                  <a:gd name="connsiteY0" fmla="*/ 152328 h 152537"/>
                  <a:gd name="connsiteX1" fmla="*/ 48390 w 158689"/>
                  <a:gd name="connsiteY1" fmla="*/ 115558 h 152537"/>
                  <a:gd name="connsiteX2" fmla="*/ 98513 w 158689"/>
                  <a:gd name="connsiteY2" fmla="*/ 115558 h 152537"/>
                  <a:gd name="connsiteX3" fmla="*/ 98513 w 158689"/>
                  <a:gd name="connsiteY3" fmla="*/ 115133 h 152537"/>
                  <a:gd name="connsiteX4" fmla="*/ 117210 w 158689"/>
                  <a:gd name="connsiteY4" fmla="*/ 126473 h 152537"/>
                  <a:gd name="connsiteX5" fmla="*/ 109527 w 158689"/>
                  <a:gd name="connsiteY5" fmla="*/ 152271 h 152537"/>
                  <a:gd name="connsiteX6" fmla="*/ 126466 w 158689"/>
                  <a:gd name="connsiteY6" fmla="*/ 152271 h 152537"/>
                  <a:gd name="connsiteX7" fmla="*/ 145744 w 158689"/>
                  <a:gd name="connsiteY7" fmla="*/ 145878 h 152537"/>
                  <a:gd name="connsiteX8" fmla="*/ 147828 w 158689"/>
                  <a:gd name="connsiteY8" fmla="*/ 152271 h 152537"/>
                  <a:gd name="connsiteX9" fmla="*/ 156461 w 158689"/>
                  <a:gd name="connsiteY9" fmla="*/ 152271 h 152537"/>
                  <a:gd name="connsiteX10" fmla="*/ 130535 w 158689"/>
                  <a:gd name="connsiteY10" fmla="*/ 122418 h 152537"/>
                  <a:gd name="connsiteX11" fmla="*/ 137452 w 158689"/>
                  <a:gd name="connsiteY11" fmla="*/ 93119 h 152537"/>
                  <a:gd name="connsiteX12" fmla="*/ 114772 w 158689"/>
                  <a:gd name="connsiteY12" fmla="*/ 73855 h 152537"/>
                  <a:gd name="connsiteX13" fmla="*/ 121462 w 158689"/>
                  <a:gd name="connsiteY13" fmla="*/ 44867 h 152537"/>
                  <a:gd name="connsiteX14" fmla="*/ 98499 w 158689"/>
                  <a:gd name="connsiteY14" fmla="*/ 25915 h 152537"/>
                  <a:gd name="connsiteX15" fmla="*/ 106324 w 158689"/>
                  <a:gd name="connsiteY15" fmla="*/ -210 h 152537"/>
                  <a:gd name="connsiteX16" fmla="*/ 97819 w 158689"/>
                  <a:gd name="connsiteY16" fmla="*/ -210 h 152537"/>
                  <a:gd name="connsiteX17" fmla="*/ 98343 w 158689"/>
                  <a:gd name="connsiteY17" fmla="*/ 1633 h 152537"/>
                  <a:gd name="connsiteX18" fmla="*/ 88010 w 158689"/>
                  <a:gd name="connsiteY18" fmla="*/ 5049 h 152537"/>
                  <a:gd name="connsiteX19" fmla="*/ 89895 w 158689"/>
                  <a:gd name="connsiteY19" fmla="*/ -210 h 152537"/>
                  <a:gd name="connsiteX20" fmla="*/ 61219 w 158689"/>
                  <a:gd name="connsiteY20" fmla="*/ -210 h 152537"/>
                  <a:gd name="connsiteX21" fmla="*/ 51565 w 158689"/>
                  <a:gd name="connsiteY21" fmla="*/ 6523 h 152537"/>
                  <a:gd name="connsiteX22" fmla="*/ -2229 w 158689"/>
                  <a:gd name="connsiteY22" fmla="*/ 152271 h 152537"/>
                  <a:gd name="connsiteX23" fmla="*/ 115523 w 158689"/>
                  <a:gd name="connsiteY23" fmla="*/ 117046 h 152537"/>
                  <a:gd name="connsiteX24" fmla="*/ 126778 w 158689"/>
                  <a:gd name="connsiteY24" fmla="*/ 113318 h 152537"/>
                  <a:gd name="connsiteX25" fmla="*/ 122526 w 158689"/>
                  <a:gd name="connsiteY25" fmla="*/ 119583 h 152537"/>
                  <a:gd name="connsiteX26" fmla="*/ 115523 w 158689"/>
                  <a:gd name="connsiteY26" fmla="*/ 117046 h 152537"/>
                  <a:gd name="connsiteX27" fmla="*/ 143023 w 158689"/>
                  <a:gd name="connsiteY27" fmla="*/ 141059 h 152537"/>
                  <a:gd name="connsiteX28" fmla="*/ 117423 w 158689"/>
                  <a:gd name="connsiteY28" fmla="*/ 149564 h 152537"/>
                  <a:gd name="connsiteX29" fmla="*/ 117423 w 158689"/>
                  <a:gd name="connsiteY29" fmla="*/ 145042 h 152537"/>
                  <a:gd name="connsiteX30" fmla="*/ 139947 w 158689"/>
                  <a:gd name="connsiteY30" fmla="*/ 137586 h 152537"/>
                  <a:gd name="connsiteX31" fmla="*/ 142980 w 158689"/>
                  <a:gd name="connsiteY31" fmla="*/ 141059 h 152537"/>
                  <a:gd name="connsiteX32" fmla="*/ 136049 w 158689"/>
                  <a:gd name="connsiteY32" fmla="*/ 134481 h 152537"/>
                  <a:gd name="connsiteX33" fmla="*/ 118755 w 158689"/>
                  <a:gd name="connsiteY33" fmla="*/ 140151 h 152537"/>
                  <a:gd name="connsiteX34" fmla="*/ 125417 w 158689"/>
                  <a:gd name="connsiteY34" fmla="*/ 129350 h 152537"/>
                  <a:gd name="connsiteX35" fmla="*/ 136006 w 158689"/>
                  <a:gd name="connsiteY35" fmla="*/ 134481 h 152537"/>
                  <a:gd name="connsiteX36" fmla="*/ 129386 w 158689"/>
                  <a:gd name="connsiteY36" fmla="*/ 108102 h 152537"/>
                  <a:gd name="connsiteX37" fmla="*/ 110236 w 158689"/>
                  <a:gd name="connsiteY37" fmla="*/ 114438 h 152537"/>
                  <a:gd name="connsiteX38" fmla="*/ 105672 w 158689"/>
                  <a:gd name="connsiteY38" fmla="*/ 110710 h 152537"/>
                  <a:gd name="connsiteX39" fmla="*/ 130591 w 158689"/>
                  <a:gd name="connsiteY39" fmla="*/ 102446 h 152537"/>
                  <a:gd name="connsiteX40" fmla="*/ 129344 w 158689"/>
                  <a:gd name="connsiteY40" fmla="*/ 108102 h 152537"/>
                  <a:gd name="connsiteX41" fmla="*/ 129656 w 158689"/>
                  <a:gd name="connsiteY41" fmla="*/ 95784 h 152537"/>
                  <a:gd name="connsiteX42" fmla="*/ 130279 w 158689"/>
                  <a:gd name="connsiteY42" fmla="*/ 98193 h 152537"/>
                  <a:gd name="connsiteX43" fmla="*/ 103347 w 158689"/>
                  <a:gd name="connsiteY43" fmla="*/ 107138 h 152537"/>
                  <a:gd name="connsiteX44" fmla="*/ 102383 w 158689"/>
                  <a:gd name="connsiteY44" fmla="*/ 104827 h 152537"/>
                  <a:gd name="connsiteX45" fmla="*/ 101759 w 158689"/>
                  <a:gd name="connsiteY45" fmla="*/ 102418 h 152537"/>
                  <a:gd name="connsiteX46" fmla="*/ 128763 w 158689"/>
                  <a:gd name="connsiteY46" fmla="*/ 93473 h 152537"/>
                  <a:gd name="connsiteX47" fmla="*/ 129613 w 158689"/>
                  <a:gd name="connsiteY47" fmla="*/ 95784 h 152537"/>
                  <a:gd name="connsiteX48" fmla="*/ 126424 w 158689"/>
                  <a:gd name="connsiteY48" fmla="*/ 89873 h 152537"/>
                  <a:gd name="connsiteX49" fmla="*/ 101348 w 158689"/>
                  <a:gd name="connsiteY49" fmla="*/ 98165 h 152537"/>
                  <a:gd name="connsiteX50" fmla="*/ 102553 w 158689"/>
                  <a:gd name="connsiteY50" fmla="*/ 92495 h 152537"/>
                  <a:gd name="connsiteX51" fmla="*/ 122030 w 158689"/>
                  <a:gd name="connsiteY51" fmla="*/ 86045 h 152537"/>
                  <a:gd name="connsiteX52" fmla="*/ 126381 w 158689"/>
                  <a:gd name="connsiteY52" fmla="*/ 89873 h 152537"/>
                  <a:gd name="connsiteX53" fmla="*/ 99123 w 158689"/>
                  <a:gd name="connsiteY53" fmla="*/ 68950 h 152537"/>
                  <a:gd name="connsiteX54" fmla="*/ 110803 w 158689"/>
                  <a:gd name="connsiteY54" fmla="*/ 65081 h 152537"/>
                  <a:gd name="connsiteX55" fmla="*/ 106423 w 158689"/>
                  <a:gd name="connsiteY55" fmla="*/ 71417 h 152537"/>
                  <a:gd name="connsiteX56" fmla="*/ 99080 w 158689"/>
                  <a:gd name="connsiteY56" fmla="*/ 68950 h 152537"/>
                  <a:gd name="connsiteX57" fmla="*/ 116884 w 158689"/>
                  <a:gd name="connsiteY57" fmla="*/ 83423 h 152537"/>
                  <a:gd name="connsiteX58" fmla="*/ 105190 w 158689"/>
                  <a:gd name="connsiteY58" fmla="*/ 87293 h 152537"/>
                  <a:gd name="connsiteX59" fmla="*/ 109584 w 158689"/>
                  <a:gd name="connsiteY59" fmla="*/ 80957 h 152537"/>
                  <a:gd name="connsiteX60" fmla="*/ 116841 w 158689"/>
                  <a:gd name="connsiteY60" fmla="*/ 83423 h 152537"/>
                  <a:gd name="connsiteX61" fmla="*/ 113397 w 158689"/>
                  <a:gd name="connsiteY61" fmla="*/ 59864 h 152537"/>
                  <a:gd name="connsiteX62" fmla="*/ 93920 w 158689"/>
                  <a:gd name="connsiteY62" fmla="*/ 66314 h 152537"/>
                  <a:gd name="connsiteX63" fmla="*/ 89569 w 158689"/>
                  <a:gd name="connsiteY63" fmla="*/ 62501 h 152537"/>
                  <a:gd name="connsiteX64" fmla="*/ 114616 w 158689"/>
                  <a:gd name="connsiteY64" fmla="*/ 54208 h 152537"/>
                  <a:gd name="connsiteX65" fmla="*/ 113354 w 158689"/>
                  <a:gd name="connsiteY65" fmla="*/ 59864 h 152537"/>
                  <a:gd name="connsiteX66" fmla="*/ 113666 w 158689"/>
                  <a:gd name="connsiteY66" fmla="*/ 47532 h 152537"/>
                  <a:gd name="connsiteX67" fmla="*/ 114290 w 158689"/>
                  <a:gd name="connsiteY67" fmla="*/ 49956 h 152537"/>
                  <a:gd name="connsiteX68" fmla="*/ 87357 w 158689"/>
                  <a:gd name="connsiteY68" fmla="*/ 58900 h 152537"/>
                  <a:gd name="connsiteX69" fmla="*/ 86408 w 158689"/>
                  <a:gd name="connsiteY69" fmla="*/ 56590 h 152537"/>
                  <a:gd name="connsiteX70" fmla="*/ 85798 w 158689"/>
                  <a:gd name="connsiteY70" fmla="*/ 54166 h 152537"/>
                  <a:gd name="connsiteX71" fmla="*/ 112731 w 158689"/>
                  <a:gd name="connsiteY71" fmla="*/ 45235 h 152537"/>
                  <a:gd name="connsiteX72" fmla="*/ 113624 w 158689"/>
                  <a:gd name="connsiteY72" fmla="*/ 47532 h 152537"/>
                  <a:gd name="connsiteX73" fmla="*/ 110236 w 158689"/>
                  <a:gd name="connsiteY73" fmla="*/ 41692 h 152537"/>
                  <a:gd name="connsiteX74" fmla="*/ 85415 w 158689"/>
                  <a:gd name="connsiteY74" fmla="*/ 49913 h 152537"/>
                  <a:gd name="connsiteX75" fmla="*/ 86620 w 158689"/>
                  <a:gd name="connsiteY75" fmla="*/ 44243 h 152537"/>
                  <a:gd name="connsiteX76" fmla="*/ 105572 w 158689"/>
                  <a:gd name="connsiteY76" fmla="*/ 37964 h 152537"/>
                  <a:gd name="connsiteX77" fmla="*/ 110193 w 158689"/>
                  <a:gd name="connsiteY77" fmla="*/ 41692 h 152537"/>
                  <a:gd name="connsiteX78" fmla="*/ 100200 w 158689"/>
                  <a:gd name="connsiteY78" fmla="*/ 35398 h 152537"/>
                  <a:gd name="connsiteX79" fmla="*/ 89214 w 158689"/>
                  <a:gd name="connsiteY79" fmla="*/ 39041 h 152537"/>
                  <a:gd name="connsiteX80" fmla="*/ 93467 w 158689"/>
                  <a:gd name="connsiteY80" fmla="*/ 32946 h 152537"/>
                  <a:gd name="connsiteX81" fmla="*/ 100157 w 158689"/>
                  <a:gd name="connsiteY81" fmla="*/ 35398 h 152537"/>
                  <a:gd name="connsiteX82" fmla="*/ 86223 w 158689"/>
                  <a:gd name="connsiteY82" fmla="*/ 9996 h 152537"/>
                  <a:gd name="connsiteX83" fmla="*/ 98740 w 158689"/>
                  <a:gd name="connsiteY83" fmla="*/ 5843 h 152537"/>
                  <a:gd name="connsiteX84" fmla="*/ 97620 w 158689"/>
                  <a:gd name="connsiteY84" fmla="*/ 11513 h 152537"/>
                  <a:gd name="connsiteX85" fmla="*/ 84083 w 158689"/>
                  <a:gd name="connsiteY85" fmla="*/ 15992 h 152537"/>
                  <a:gd name="connsiteX86" fmla="*/ 94955 w 158689"/>
                  <a:gd name="connsiteY86" fmla="*/ 16715 h 152537"/>
                  <a:gd name="connsiteX87" fmla="*/ 90391 w 158689"/>
                  <a:gd name="connsiteY87" fmla="*/ 23137 h 152537"/>
                  <a:gd name="connsiteX88" fmla="*/ 83672 w 158689"/>
                  <a:gd name="connsiteY88" fmla="*/ 20443 h 152537"/>
                  <a:gd name="connsiteX89" fmla="*/ 79901 w 158689"/>
                  <a:gd name="connsiteY89" fmla="*/ 27630 h 152537"/>
                  <a:gd name="connsiteX90" fmla="*/ 85245 w 158689"/>
                  <a:gd name="connsiteY90" fmla="*/ 29997 h 152537"/>
                  <a:gd name="connsiteX91" fmla="*/ 78456 w 158689"/>
                  <a:gd name="connsiteY91" fmla="*/ 59127 h 152537"/>
                  <a:gd name="connsiteX92" fmla="*/ 101136 w 158689"/>
                  <a:gd name="connsiteY92" fmla="*/ 78391 h 152537"/>
                  <a:gd name="connsiteX93" fmla="*/ 94544 w 158689"/>
                  <a:gd name="connsiteY93" fmla="*/ 90383 h 152537"/>
                  <a:gd name="connsiteX94" fmla="*/ 57406 w 158689"/>
                  <a:gd name="connsiteY94" fmla="*/ 90383 h 152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158689" h="152537">
                    <a:moveTo>
                      <a:pt x="35208" y="152328"/>
                    </a:moveTo>
                    <a:lnTo>
                      <a:pt x="48390" y="115558"/>
                    </a:lnTo>
                    <a:lnTo>
                      <a:pt x="98513" y="115558"/>
                    </a:lnTo>
                    <a:lnTo>
                      <a:pt x="98513" y="115133"/>
                    </a:lnTo>
                    <a:cubicBezTo>
                      <a:pt x="103205" y="121086"/>
                      <a:pt x="110122" y="124034"/>
                      <a:pt x="117210" y="126473"/>
                    </a:cubicBezTo>
                    <a:cubicBezTo>
                      <a:pt x="111965" y="133787"/>
                      <a:pt x="107472" y="142065"/>
                      <a:pt x="109527" y="152271"/>
                    </a:cubicBezTo>
                    <a:lnTo>
                      <a:pt x="126466" y="152271"/>
                    </a:lnTo>
                    <a:lnTo>
                      <a:pt x="145744" y="145878"/>
                    </a:lnTo>
                    <a:cubicBezTo>
                      <a:pt x="146651" y="147932"/>
                      <a:pt x="147360" y="150074"/>
                      <a:pt x="147828" y="152271"/>
                    </a:cubicBezTo>
                    <a:lnTo>
                      <a:pt x="156461" y="152271"/>
                    </a:lnTo>
                    <a:cubicBezTo>
                      <a:pt x="152463" y="133362"/>
                      <a:pt x="141322" y="126614"/>
                      <a:pt x="130535" y="122418"/>
                    </a:cubicBezTo>
                    <a:cubicBezTo>
                      <a:pt x="136389" y="114296"/>
                      <a:pt x="141393" y="105026"/>
                      <a:pt x="137452" y="93119"/>
                    </a:cubicBezTo>
                    <a:cubicBezTo>
                      <a:pt x="133511" y="81212"/>
                      <a:pt x="124198" y="76888"/>
                      <a:pt x="114772" y="73855"/>
                    </a:cubicBezTo>
                    <a:cubicBezTo>
                      <a:pt x="120527" y="65803"/>
                      <a:pt x="125361" y="56618"/>
                      <a:pt x="121462" y="44867"/>
                    </a:cubicBezTo>
                    <a:cubicBezTo>
                      <a:pt x="117692" y="33527"/>
                      <a:pt x="108237" y="29274"/>
                      <a:pt x="98499" y="25915"/>
                    </a:cubicBezTo>
                    <a:cubicBezTo>
                      <a:pt x="104098" y="17778"/>
                      <a:pt x="108421" y="8735"/>
                      <a:pt x="106324" y="-210"/>
                    </a:cubicBezTo>
                    <a:lnTo>
                      <a:pt x="97819" y="-210"/>
                    </a:lnTo>
                    <a:cubicBezTo>
                      <a:pt x="98031" y="396"/>
                      <a:pt x="98201" y="1011"/>
                      <a:pt x="98343" y="1633"/>
                    </a:cubicBezTo>
                    <a:lnTo>
                      <a:pt x="88010" y="5049"/>
                    </a:lnTo>
                    <a:lnTo>
                      <a:pt x="89895" y="-210"/>
                    </a:lnTo>
                    <a:lnTo>
                      <a:pt x="61219" y="-210"/>
                    </a:lnTo>
                    <a:cubicBezTo>
                      <a:pt x="56909" y="-208"/>
                      <a:pt x="53054" y="2479"/>
                      <a:pt x="51565" y="6523"/>
                    </a:cubicBezTo>
                    <a:lnTo>
                      <a:pt x="-2229" y="152271"/>
                    </a:lnTo>
                    <a:close/>
                    <a:moveTo>
                      <a:pt x="115523" y="117046"/>
                    </a:moveTo>
                    <a:lnTo>
                      <a:pt x="126778" y="113318"/>
                    </a:lnTo>
                    <a:cubicBezTo>
                      <a:pt x="125474" y="115478"/>
                      <a:pt x="124057" y="117569"/>
                      <a:pt x="122526" y="119583"/>
                    </a:cubicBezTo>
                    <a:cubicBezTo>
                      <a:pt x="119960" y="118747"/>
                      <a:pt x="117635" y="117925"/>
                      <a:pt x="115523" y="117046"/>
                    </a:cubicBezTo>
                    <a:close/>
                    <a:moveTo>
                      <a:pt x="143023" y="141059"/>
                    </a:moveTo>
                    <a:lnTo>
                      <a:pt x="117423" y="149564"/>
                    </a:lnTo>
                    <a:cubicBezTo>
                      <a:pt x="117210" y="148064"/>
                      <a:pt x="117210" y="146542"/>
                      <a:pt x="117423" y="145042"/>
                    </a:cubicBezTo>
                    <a:lnTo>
                      <a:pt x="139947" y="137586"/>
                    </a:lnTo>
                    <a:cubicBezTo>
                      <a:pt x="141067" y="138646"/>
                      <a:pt x="142073" y="139808"/>
                      <a:pt x="142980" y="141059"/>
                    </a:cubicBezTo>
                    <a:close/>
                    <a:moveTo>
                      <a:pt x="136049" y="134481"/>
                    </a:moveTo>
                    <a:lnTo>
                      <a:pt x="118755" y="140151"/>
                    </a:lnTo>
                    <a:cubicBezTo>
                      <a:pt x="120527" y="136290"/>
                      <a:pt x="122753" y="132661"/>
                      <a:pt x="125417" y="129350"/>
                    </a:cubicBezTo>
                    <a:cubicBezTo>
                      <a:pt x="129131" y="130658"/>
                      <a:pt x="132675" y="132379"/>
                      <a:pt x="136006" y="134481"/>
                    </a:cubicBezTo>
                    <a:close/>
                    <a:moveTo>
                      <a:pt x="129386" y="108102"/>
                    </a:moveTo>
                    <a:lnTo>
                      <a:pt x="110236" y="114438"/>
                    </a:lnTo>
                    <a:cubicBezTo>
                      <a:pt x="108535" y="113433"/>
                      <a:pt x="106990" y="112177"/>
                      <a:pt x="105672" y="110710"/>
                    </a:cubicBezTo>
                    <a:lnTo>
                      <a:pt x="130591" y="102446"/>
                    </a:lnTo>
                    <a:cubicBezTo>
                      <a:pt x="130464" y="104384"/>
                      <a:pt x="130053" y="106292"/>
                      <a:pt x="129344" y="108102"/>
                    </a:cubicBezTo>
                    <a:close/>
                    <a:moveTo>
                      <a:pt x="129656" y="95784"/>
                    </a:moveTo>
                    <a:cubicBezTo>
                      <a:pt x="129911" y="96573"/>
                      <a:pt x="130124" y="97378"/>
                      <a:pt x="130279" y="98193"/>
                    </a:cubicBezTo>
                    <a:lnTo>
                      <a:pt x="103347" y="107138"/>
                    </a:lnTo>
                    <a:cubicBezTo>
                      <a:pt x="102964" y="106395"/>
                      <a:pt x="102638" y="105623"/>
                      <a:pt x="102383" y="104827"/>
                    </a:cubicBezTo>
                    <a:cubicBezTo>
                      <a:pt x="102128" y="104038"/>
                      <a:pt x="101915" y="103233"/>
                      <a:pt x="101759" y="102418"/>
                    </a:cubicBezTo>
                    <a:lnTo>
                      <a:pt x="128763" y="93473"/>
                    </a:lnTo>
                    <a:cubicBezTo>
                      <a:pt x="129103" y="94222"/>
                      <a:pt x="129386" y="94994"/>
                      <a:pt x="129613" y="95784"/>
                    </a:cubicBezTo>
                    <a:close/>
                    <a:moveTo>
                      <a:pt x="126424" y="89873"/>
                    </a:moveTo>
                    <a:lnTo>
                      <a:pt x="101348" y="98165"/>
                    </a:lnTo>
                    <a:cubicBezTo>
                      <a:pt x="101462" y="96224"/>
                      <a:pt x="101859" y="94312"/>
                      <a:pt x="102553" y="92495"/>
                    </a:cubicBezTo>
                    <a:lnTo>
                      <a:pt x="122030" y="86045"/>
                    </a:lnTo>
                    <a:cubicBezTo>
                      <a:pt x="123674" y="87086"/>
                      <a:pt x="125134" y="88377"/>
                      <a:pt x="126381" y="89873"/>
                    </a:cubicBezTo>
                    <a:close/>
                    <a:moveTo>
                      <a:pt x="99123" y="68950"/>
                    </a:moveTo>
                    <a:lnTo>
                      <a:pt x="110803" y="65081"/>
                    </a:lnTo>
                    <a:cubicBezTo>
                      <a:pt x="109527" y="67178"/>
                      <a:pt x="107968" y="69262"/>
                      <a:pt x="106423" y="71417"/>
                    </a:cubicBezTo>
                    <a:cubicBezTo>
                      <a:pt x="103800" y="70651"/>
                      <a:pt x="101348" y="69872"/>
                      <a:pt x="99080" y="68950"/>
                    </a:cubicBezTo>
                    <a:close/>
                    <a:moveTo>
                      <a:pt x="116884" y="83423"/>
                    </a:moveTo>
                    <a:lnTo>
                      <a:pt x="105190" y="87293"/>
                    </a:lnTo>
                    <a:cubicBezTo>
                      <a:pt x="106465" y="85195"/>
                      <a:pt x="108025" y="83040"/>
                      <a:pt x="109584" y="80957"/>
                    </a:cubicBezTo>
                    <a:cubicBezTo>
                      <a:pt x="112107" y="81708"/>
                      <a:pt x="114559" y="82502"/>
                      <a:pt x="116841" y="83423"/>
                    </a:cubicBezTo>
                    <a:close/>
                    <a:moveTo>
                      <a:pt x="113397" y="59864"/>
                    </a:moveTo>
                    <a:lnTo>
                      <a:pt x="93920" y="66314"/>
                    </a:lnTo>
                    <a:cubicBezTo>
                      <a:pt x="92276" y="65273"/>
                      <a:pt x="90816" y="63988"/>
                      <a:pt x="89569" y="62501"/>
                    </a:cubicBezTo>
                    <a:lnTo>
                      <a:pt x="114616" y="54208"/>
                    </a:lnTo>
                    <a:cubicBezTo>
                      <a:pt x="114488" y="56147"/>
                      <a:pt x="114063" y="58054"/>
                      <a:pt x="113354" y="59864"/>
                    </a:cubicBezTo>
                    <a:close/>
                    <a:moveTo>
                      <a:pt x="113666" y="47532"/>
                    </a:moveTo>
                    <a:cubicBezTo>
                      <a:pt x="113935" y="48324"/>
                      <a:pt x="114134" y="49134"/>
                      <a:pt x="114290" y="49956"/>
                    </a:cubicBezTo>
                    <a:lnTo>
                      <a:pt x="87357" y="58900"/>
                    </a:lnTo>
                    <a:cubicBezTo>
                      <a:pt x="87003" y="58146"/>
                      <a:pt x="86691" y="57375"/>
                      <a:pt x="86408" y="56590"/>
                    </a:cubicBezTo>
                    <a:cubicBezTo>
                      <a:pt x="86153" y="55794"/>
                      <a:pt x="85954" y="54985"/>
                      <a:pt x="85798" y="54166"/>
                    </a:cubicBezTo>
                    <a:lnTo>
                      <a:pt x="112731" y="45235"/>
                    </a:lnTo>
                    <a:cubicBezTo>
                      <a:pt x="113085" y="45977"/>
                      <a:pt x="113383" y="46745"/>
                      <a:pt x="113624" y="47532"/>
                    </a:cubicBezTo>
                    <a:close/>
                    <a:moveTo>
                      <a:pt x="110236" y="41692"/>
                    </a:moveTo>
                    <a:lnTo>
                      <a:pt x="85415" y="49913"/>
                    </a:lnTo>
                    <a:cubicBezTo>
                      <a:pt x="85529" y="47973"/>
                      <a:pt x="85926" y="46059"/>
                      <a:pt x="86620" y="44243"/>
                    </a:cubicBezTo>
                    <a:lnTo>
                      <a:pt x="105572" y="37964"/>
                    </a:lnTo>
                    <a:cubicBezTo>
                      <a:pt x="107287" y="38970"/>
                      <a:pt x="108847" y="40227"/>
                      <a:pt x="110193" y="41692"/>
                    </a:cubicBezTo>
                    <a:close/>
                    <a:moveTo>
                      <a:pt x="100200" y="35398"/>
                    </a:moveTo>
                    <a:lnTo>
                      <a:pt x="89214" y="39041"/>
                    </a:lnTo>
                    <a:cubicBezTo>
                      <a:pt x="90433" y="37028"/>
                      <a:pt x="91879" y="35015"/>
                      <a:pt x="93467" y="32946"/>
                    </a:cubicBezTo>
                    <a:cubicBezTo>
                      <a:pt x="95749" y="33754"/>
                      <a:pt x="98031" y="34533"/>
                      <a:pt x="100157" y="35398"/>
                    </a:cubicBezTo>
                    <a:close/>
                    <a:moveTo>
                      <a:pt x="86223" y="9996"/>
                    </a:moveTo>
                    <a:lnTo>
                      <a:pt x="98740" y="5843"/>
                    </a:lnTo>
                    <a:cubicBezTo>
                      <a:pt x="98683" y="7782"/>
                      <a:pt x="98315" y="9699"/>
                      <a:pt x="97620" y="11513"/>
                    </a:cubicBezTo>
                    <a:lnTo>
                      <a:pt x="84083" y="15992"/>
                    </a:lnTo>
                    <a:close/>
                    <a:moveTo>
                      <a:pt x="94955" y="16715"/>
                    </a:moveTo>
                    <a:cubicBezTo>
                      <a:pt x="93637" y="18813"/>
                      <a:pt x="92120" y="20968"/>
                      <a:pt x="90391" y="23137"/>
                    </a:cubicBezTo>
                    <a:cubicBezTo>
                      <a:pt x="88109" y="22354"/>
                      <a:pt x="85869" y="21455"/>
                      <a:pt x="83672" y="20443"/>
                    </a:cubicBezTo>
                    <a:close/>
                    <a:moveTo>
                      <a:pt x="79901" y="27630"/>
                    </a:moveTo>
                    <a:cubicBezTo>
                      <a:pt x="81659" y="28509"/>
                      <a:pt x="83445" y="29289"/>
                      <a:pt x="85245" y="29997"/>
                    </a:cubicBezTo>
                    <a:cubicBezTo>
                      <a:pt x="79448" y="38077"/>
                      <a:pt x="74529" y="47305"/>
                      <a:pt x="78456" y="59127"/>
                    </a:cubicBezTo>
                    <a:cubicBezTo>
                      <a:pt x="82382" y="70949"/>
                      <a:pt x="91695" y="75372"/>
                      <a:pt x="101136" y="78391"/>
                    </a:cubicBezTo>
                    <a:cubicBezTo>
                      <a:pt x="98371" y="82051"/>
                      <a:pt x="96160" y="86089"/>
                      <a:pt x="94544" y="90383"/>
                    </a:cubicBezTo>
                    <a:lnTo>
                      <a:pt x="57406" y="9038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0D16C174-FB6B-4E72-8609-14E1B5306055}"/>
                  </a:ext>
                </a:extLst>
              </p:cNvPr>
              <p:cNvSpPr/>
              <p:nvPr/>
            </p:nvSpPr>
            <p:spPr>
              <a:xfrm>
                <a:off x="2540276" y="-1179983"/>
                <a:ext cx="245106" cy="205622"/>
              </a:xfrm>
              <a:custGeom>
                <a:avLst/>
                <a:gdLst>
                  <a:gd name="connsiteX0" fmla="*/ 49282 w 245106"/>
                  <a:gd name="connsiteY0" fmla="*/ 168330 h 205622"/>
                  <a:gd name="connsiteX1" fmla="*/ 33760 w 245106"/>
                  <a:gd name="connsiteY1" fmla="*/ 192824 h 205622"/>
                  <a:gd name="connsiteX2" fmla="*/ 8245 w 245106"/>
                  <a:gd name="connsiteY2" fmla="*/ 192824 h 205622"/>
                  <a:gd name="connsiteX3" fmla="*/ -388 w 245106"/>
                  <a:gd name="connsiteY3" fmla="*/ 192456 h 205622"/>
                  <a:gd name="connsiteX4" fmla="*/ -756 w 245106"/>
                  <a:gd name="connsiteY4" fmla="*/ 201088 h 205622"/>
                  <a:gd name="connsiteX5" fmla="*/ 7877 w 245106"/>
                  <a:gd name="connsiteY5" fmla="*/ 201457 h 205622"/>
                  <a:gd name="connsiteX6" fmla="*/ 8245 w 245106"/>
                  <a:gd name="connsiteY6" fmla="*/ 201088 h 205622"/>
                  <a:gd name="connsiteX7" fmla="*/ 38466 w 245106"/>
                  <a:gd name="connsiteY7" fmla="*/ 201003 h 205622"/>
                  <a:gd name="connsiteX8" fmla="*/ 49324 w 245106"/>
                  <a:gd name="connsiteY8" fmla="*/ 182264 h 205622"/>
                  <a:gd name="connsiteX9" fmla="*/ 63159 w 245106"/>
                  <a:gd name="connsiteY9" fmla="*/ 205398 h 205622"/>
                  <a:gd name="connsiteX10" fmla="*/ 70133 w 245106"/>
                  <a:gd name="connsiteY10" fmla="*/ 205398 h 205622"/>
                  <a:gd name="connsiteX11" fmla="*/ 124338 w 245106"/>
                  <a:gd name="connsiteY11" fmla="*/ 36899 h 205622"/>
                  <a:gd name="connsiteX12" fmla="*/ 154715 w 245106"/>
                  <a:gd name="connsiteY12" fmla="*/ 152369 h 205622"/>
                  <a:gd name="connsiteX13" fmla="*/ 176942 w 245106"/>
                  <a:gd name="connsiteY13" fmla="*/ 152369 h 205622"/>
                  <a:gd name="connsiteX14" fmla="*/ 204909 w 245106"/>
                  <a:gd name="connsiteY14" fmla="*/ 65433 h 205622"/>
                  <a:gd name="connsiteX15" fmla="*/ 204909 w 245106"/>
                  <a:gd name="connsiteY15" fmla="*/ 152369 h 205622"/>
                  <a:gd name="connsiteX16" fmla="*/ 242743 w 245106"/>
                  <a:gd name="connsiteY16" fmla="*/ 152369 h 205622"/>
                  <a:gd name="connsiteX17" fmla="*/ 242743 w 245106"/>
                  <a:gd name="connsiteY17" fmla="*/ 10122 h 205622"/>
                  <a:gd name="connsiteX18" fmla="*/ 234861 w 245106"/>
                  <a:gd name="connsiteY18" fmla="*/ 115 h 205622"/>
                  <a:gd name="connsiteX19" fmla="*/ 234861 w 245106"/>
                  <a:gd name="connsiteY19" fmla="*/ 127690 h 205622"/>
                  <a:gd name="connsiteX20" fmla="*/ 236279 w 245106"/>
                  <a:gd name="connsiteY20" fmla="*/ 130128 h 205622"/>
                  <a:gd name="connsiteX21" fmla="*/ 233458 w 245106"/>
                  <a:gd name="connsiteY21" fmla="*/ 132980 h 205622"/>
                  <a:gd name="connsiteX22" fmla="*/ 230609 w 245106"/>
                  <a:gd name="connsiteY22" fmla="*/ 130162 h 205622"/>
                  <a:gd name="connsiteX23" fmla="*/ 232026 w 245106"/>
                  <a:gd name="connsiteY23" fmla="*/ 127690 h 205622"/>
                  <a:gd name="connsiteX24" fmla="*/ 232026 w 245106"/>
                  <a:gd name="connsiteY24" fmla="*/ -183 h 205622"/>
                  <a:gd name="connsiteX25" fmla="*/ 225123 w 245106"/>
                  <a:gd name="connsiteY25" fmla="*/ -183 h 205622"/>
                  <a:gd name="connsiteX26" fmla="*/ 225123 w 245106"/>
                  <a:gd name="connsiteY26" fmla="*/ 127619 h 205622"/>
                  <a:gd name="connsiteX27" fmla="*/ 226158 w 245106"/>
                  <a:gd name="connsiteY27" fmla="*/ 131492 h 205622"/>
                  <a:gd name="connsiteX28" fmla="*/ 222288 w 245106"/>
                  <a:gd name="connsiteY28" fmla="*/ 132530 h 205622"/>
                  <a:gd name="connsiteX29" fmla="*/ 220871 w 245106"/>
                  <a:gd name="connsiteY29" fmla="*/ 130057 h 205622"/>
                  <a:gd name="connsiteX30" fmla="*/ 222288 w 245106"/>
                  <a:gd name="connsiteY30" fmla="*/ 127619 h 205622"/>
                  <a:gd name="connsiteX31" fmla="*/ 222288 w 245106"/>
                  <a:gd name="connsiteY31" fmla="*/ -183 h 205622"/>
                  <a:gd name="connsiteX32" fmla="*/ 215385 w 245106"/>
                  <a:gd name="connsiteY32" fmla="*/ -183 h 205622"/>
                  <a:gd name="connsiteX33" fmla="*/ 215385 w 245106"/>
                  <a:gd name="connsiteY33" fmla="*/ 127619 h 205622"/>
                  <a:gd name="connsiteX34" fmla="*/ 216419 w 245106"/>
                  <a:gd name="connsiteY34" fmla="*/ 131492 h 205622"/>
                  <a:gd name="connsiteX35" fmla="*/ 212550 w 245106"/>
                  <a:gd name="connsiteY35" fmla="*/ 132530 h 205622"/>
                  <a:gd name="connsiteX36" fmla="*/ 211132 w 245106"/>
                  <a:gd name="connsiteY36" fmla="*/ 130057 h 205622"/>
                  <a:gd name="connsiteX37" fmla="*/ 212550 w 245106"/>
                  <a:gd name="connsiteY37" fmla="*/ 127619 h 205622"/>
                  <a:gd name="connsiteX38" fmla="*/ 212550 w 245106"/>
                  <a:gd name="connsiteY38" fmla="*/ -183 h 205622"/>
                  <a:gd name="connsiteX39" fmla="*/ 204668 w 245106"/>
                  <a:gd name="connsiteY39" fmla="*/ -183 h 205622"/>
                  <a:gd name="connsiteX40" fmla="*/ 204668 w 245106"/>
                  <a:gd name="connsiteY40" fmla="*/ -41 h 205622"/>
                  <a:gd name="connsiteX41" fmla="*/ 204342 w 245106"/>
                  <a:gd name="connsiteY41" fmla="*/ -225 h 205622"/>
                  <a:gd name="connsiteX42" fmla="*/ 168281 w 245106"/>
                  <a:gd name="connsiteY42" fmla="*/ 111871 h 205622"/>
                  <a:gd name="connsiteX43" fmla="*/ 137507 w 245106"/>
                  <a:gd name="connsiteY43" fmla="*/ -112 h 205622"/>
                  <a:gd name="connsiteX44" fmla="*/ 121546 w 245106"/>
                  <a:gd name="connsiteY44" fmla="*/ -112 h 205622"/>
                  <a:gd name="connsiteX45" fmla="*/ 62011 w 245106"/>
                  <a:gd name="connsiteY45" fmla="*/ 189181 h 205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45106" h="205622">
                    <a:moveTo>
                      <a:pt x="49282" y="168330"/>
                    </a:moveTo>
                    <a:lnTo>
                      <a:pt x="33760" y="192824"/>
                    </a:lnTo>
                    <a:lnTo>
                      <a:pt x="8245" y="192824"/>
                    </a:lnTo>
                    <a:cubicBezTo>
                      <a:pt x="5963" y="190340"/>
                      <a:pt x="2093" y="190174"/>
                      <a:pt x="-388" y="192456"/>
                    </a:cubicBezTo>
                    <a:cubicBezTo>
                      <a:pt x="-2868" y="194738"/>
                      <a:pt x="-3038" y="198604"/>
                      <a:pt x="-756" y="201088"/>
                    </a:cubicBezTo>
                    <a:cubicBezTo>
                      <a:pt x="1526" y="203573"/>
                      <a:pt x="5396" y="203739"/>
                      <a:pt x="7877" y="201457"/>
                    </a:cubicBezTo>
                    <a:cubicBezTo>
                      <a:pt x="8004" y="201339"/>
                      <a:pt x="8132" y="201216"/>
                      <a:pt x="8245" y="201088"/>
                    </a:cubicBezTo>
                    <a:lnTo>
                      <a:pt x="38466" y="201003"/>
                    </a:lnTo>
                    <a:lnTo>
                      <a:pt x="49324" y="182264"/>
                    </a:lnTo>
                    <a:lnTo>
                      <a:pt x="63159" y="205398"/>
                    </a:lnTo>
                    <a:lnTo>
                      <a:pt x="70133" y="205398"/>
                    </a:lnTo>
                    <a:lnTo>
                      <a:pt x="124338" y="36899"/>
                    </a:lnTo>
                    <a:lnTo>
                      <a:pt x="154715" y="152369"/>
                    </a:lnTo>
                    <a:lnTo>
                      <a:pt x="176942" y="152369"/>
                    </a:lnTo>
                    <a:lnTo>
                      <a:pt x="204909" y="65433"/>
                    </a:lnTo>
                    <a:lnTo>
                      <a:pt x="204909" y="152369"/>
                    </a:lnTo>
                    <a:lnTo>
                      <a:pt x="242743" y="152369"/>
                    </a:lnTo>
                    <a:lnTo>
                      <a:pt x="242743" y="10122"/>
                    </a:lnTo>
                    <a:cubicBezTo>
                      <a:pt x="242743" y="5368"/>
                      <a:pt x="239482" y="1233"/>
                      <a:pt x="234861" y="115"/>
                    </a:cubicBezTo>
                    <a:lnTo>
                      <a:pt x="234861" y="127690"/>
                    </a:lnTo>
                    <a:cubicBezTo>
                      <a:pt x="235726" y="128193"/>
                      <a:pt x="236279" y="129122"/>
                      <a:pt x="236279" y="130128"/>
                    </a:cubicBezTo>
                    <a:cubicBezTo>
                      <a:pt x="236293" y="131695"/>
                      <a:pt x="235031" y="132970"/>
                      <a:pt x="233458" y="132980"/>
                    </a:cubicBezTo>
                    <a:cubicBezTo>
                      <a:pt x="231899" y="132990"/>
                      <a:pt x="230623" y="131729"/>
                      <a:pt x="230609" y="130162"/>
                    </a:cubicBezTo>
                    <a:cubicBezTo>
                      <a:pt x="230609" y="129143"/>
                      <a:pt x="231147" y="128199"/>
                      <a:pt x="232026" y="127690"/>
                    </a:cubicBezTo>
                    <a:lnTo>
                      <a:pt x="232026" y="-183"/>
                    </a:lnTo>
                    <a:lnTo>
                      <a:pt x="225123" y="-183"/>
                    </a:lnTo>
                    <a:lnTo>
                      <a:pt x="225123" y="127619"/>
                    </a:lnTo>
                    <a:cubicBezTo>
                      <a:pt x="226484" y="128402"/>
                      <a:pt x="226938" y="130135"/>
                      <a:pt x="226158" y="131492"/>
                    </a:cubicBezTo>
                    <a:cubicBezTo>
                      <a:pt x="225378" y="132848"/>
                      <a:pt x="223649" y="133312"/>
                      <a:pt x="222288" y="132530"/>
                    </a:cubicBezTo>
                    <a:cubicBezTo>
                      <a:pt x="221409" y="132021"/>
                      <a:pt x="220871" y="131077"/>
                      <a:pt x="220871" y="130057"/>
                    </a:cubicBezTo>
                    <a:cubicBezTo>
                      <a:pt x="220871" y="129051"/>
                      <a:pt x="221409" y="128123"/>
                      <a:pt x="222288" y="127619"/>
                    </a:cubicBezTo>
                    <a:lnTo>
                      <a:pt x="222288" y="-183"/>
                    </a:lnTo>
                    <a:lnTo>
                      <a:pt x="215385" y="-183"/>
                    </a:lnTo>
                    <a:lnTo>
                      <a:pt x="215385" y="127619"/>
                    </a:lnTo>
                    <a:cubicBezTo>
                      <a:pt x="216745" y="128402"/>
                      <a:pt x="217199" y="130135"/>
                      <a:pt x="216419" y="131492"/>
                    </a:cubicBezTo>
                    <a:cubicBezTo>
                      <a:pt x="215640" y="132848"/>
                      <a:pt x="213910" y="133312"/>
                      <a:pt x="212550" y="132530"/>
                    </a:cubicBezTo>
                    <a:cubicBezTo>
                      <a:pt x="211671" y="132021"/>
                      <a:pt x="211132" y="131077"/>
                      <a:pt x="211132" y="130057"/>
                    </a:cubicBezTo>
                    <a:cubicBezTo>
                      <a:pt x="211132" y="129051"/>
                      <a:pt x="211671" y="128123"/>
                      <a:pt x="212550" y="127619"/>
                    </a:cubicBezTo>
                    <a:lnTo>
                      <a:pt x="212550" y="-183"/>
                    </a:lnTo>
                    <a:lnTo>
                      <a:pt x="204668" y="-183"/>
                    </a:lnTo>
                    <a:lnTo>
                      <a:pt x="204668" y="-41"/>
                    </a:lnTo>
                    <a:lnTo>
                      <a:pt x="204342" y="-225"/>
                    </a:lnTo>
                    <a:lnTo>
                      <a:pt x="168281" y="111871"/>
                    </a:lnTo>
                    <a:lnTo>
                      <a:pt x="137507" y="-112"/>
                    </a:lnTo>
                    <a:lnTo>
                      <a:pt x="121546" y="-112"/>
                    </a:lnTo>
                    <a:lnTo>
                      <a:pt x="62011" y="18918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5168E0EC-9BC7-422B-BB26-3DC0C8525F0A}"/>
                  </a:ext>
                </a:extLst>
              </p:cNvPr>
              <p:cNvSpPr/>
              <p:nvPr/>
            </p:nvSpPr>
            <p:spPr>
              <a:xfrm>
                <a:off x="2555930" y="-1210785"/>
                <a:ext cx="29455" cy="10050"/>
              </a:xfrm>
              <a:custGeom>
                <a:avLst/>
                <a:gdLst>
                  <a:gd name="connsiteX0" fmla="*/ 17635 w 29455"/>
                  <a:gd name="connsiteY0" fmla="*/ -150 h 10050"/>
                  <a:gd name="connsiteX1" fmla="*/ 16217 w 29455"/>
                  <a:gd name="connsiteY1" fmla="*/ -150 h 10050"/>
                  <a:gd name="connsiteX2" fmla="*/ -2054 w 29455"/>
                  <a:gd name="connsiteY2" fmla="*/ 3295 h 10050"/>
                  <a:gd name="connsiteX3" fmla="*/ -2309 w 29455"/>
                  <a:gd name="connsiteY3" fmla="*/ 7462 h 10050"/>
                  <a:gd name="connsiteX4" fmla="*/ -2309 w 29455"/>
                  <a:gd name="connsiteY4" fmla="*/ 7462 h 10050"/>
                  <a:gd name="connsiteX5" fmla="*/ 5218 w 29455"/>
                  <a:gd name="connsiteY5" fmla="*/ 9900 h 10050"/>
                  <a:gd name="connsiteX6" fmla="*/ 5218 w 29455"/>
                  <a:gd name="connsiteY6" fmla="*/ 9900 h 10050"/>
                  <a:gd name="connsiteX7" fmla="*/ 8124 w 29455"/>
                  <a:gd name="connsiteY7" fmla="*/ 5364 h 10050"/>
                  <a:gd name="connsiteX8" fmla="*/ 11384 w 29455"/>
                  <a:gd name="connsiteY8" fmla="*/ 5549 h 10050"/>
                  <a:gd name="connsiteX9" fmla="*/ 14431 w 29455"/>
                  <a:gd name="connsiteY9" fmla="*/ 5379 h 10050"/>
                  <a:gd name="connsiteX10" fmla="*/ 17337 w 29455"/>
                  <a:gd name="connsiteY10" fmla="*/ 9900 h 10050"/>
                  <a:gd name="connsiteX11" fmla="*/ 17337 w 29455"/>
                  <a:gd name="connsiteY11" fmla="*/ 9900 h 10050"/>
                  <a:gd name="connsiteX12" fmla="*/ 24864 w 29455"/>
                  <a:gd name="connsiteY12" fmla="*/ 7462 h 10050"/>
                  <a:gd name="connsiteX13" fmla="*/ 24864 w 29455"/>
                  <a:gd name="connsiteY13" fmla="*/ 7462 h 10050"/>
                  <a:gd name="connsiteX14" fmla="*/ 24553 w 29455"/>
                  <a:gd name="connsiteY14" fmla="*/ 2147 h 10050"/>
                  <a:gd name="connsiteX15" fmla="*/ 27146 w 29455"/>
                  <a:gd name="connsiteY15" fmla="*/ 488 h 10050"/>
                  <a:gd name="connsiteX16" fmla="*/ 17635 w 29455"/>
                  <a:gd name="connsiteY16" fmla="*/ -150 h 1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455" h="10050">
                    <a:moveTo>
                      <a:pt x="17635" y="-150"/>
                    </a:moveTo>
                    <a:lnTo>
                      <a:pt x="16217" y="-150"/>
                    </a:lnTo>
                    <a:cubicBezTo>
                      <a:pt x="7925" y="-150"/>
                      <a:pt x="2042" y="1268"/>
                      <a:pt x="-2054" y="3295"/>
                    </a:cubicBezTo>
                    <a:lnTo>
                      <a:pt x="-2309" y="7462"/>
                    </a:lnTo>
                    <a:lnTo>
                      <a:pt x="-2309" y="7462"/>
                    </a:lnTo>
                    <a:lnTo>
                      <a:pt x="5218" y="9900"/>
                    </a:lnTo>
                    <a:lnTo>
                      <a:pt x="5218" y="9900"/>
                    </a:lnTo>
                    <a:lnTo>
                      <a:pt x="8124" y="5364"/>
                    </a:lnTo>
                    <a:cubicBezTo>
                      <a:pt x="9201" y="5491"/>
                      <a:pt x="10292" y="5552"/>
                      <a:pt x="11384" y="5549"/>
                    </a:cubicBezTo>
                    <a:cubicBezTo>
                      <a:pt x="12404" y="5549"/>
                      <a:pt x="13425" y="5492"/>
                      <a:pt x="14431" y="5379"/>
                    </a:cubicBezTo>
                    <a:lnTo>
                      <a:pt x="17337" y="9900"/>
                    </a:lnTo>
                    <a:lnTo>
                      <a:pt x="17337" y="9900"/>
                    </a:lnTo>
                    <a:lnTo>
                      <a:pt x="24864" y="7462"/>
                    </a:lnTo>
                    <a:lnTo>
                      <a:pt x="24864" y="7462"/>
                    </a:lnTo>
                    <a:lnTo>
                      <a:pt x="24553" y="2147"/>
                    </a:lnTo>
                    <a:cubicBezTo>
                      <a:pt x="25445" y="1642"/>
                      <a:pt x="26310" y="1089"/>
                      <a:pt x="27146" y="488"/>
                    </a:cubicBezTo>
                    <a:cubicBezTo>
                      <a:pt x="23574" y="162"/>
                      <a:pt x="20739" y="-22"/>
                      <a:pt x="17635" y="-15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6D9D7EBD-D1FB-4547-A680-CB8285957357}"/>
                  </a:ext>
                </a:extLst>
              </p:cNvPr>
              <p:cNvSpPr/>
              <p:nvPr/>
            </p:nvSpPr>
            <p:spPr>
              <a:xfrm>
                <a:off x="2537801" y="-1263786"/>
                <a:ext cx="63461" cy="36174"/>
              </a:xfrm>
              <a:custGeom>
                <a:avLst/>
                <a:gdLst>
                  <a:gd name="connsiteX0" fmla="*/ 15169 w 63461"/>
                  <a:gd name="connsiteY0" fmla="*/ 29358 h 36174"/>
                  <a:gd name="connsiteX1" fmla="*/ 32094 w 63461"/>
                  <a:gd name="connsiteY1" fmla="*/ 18140 h 36174"/>
                  <a:gd name="connsiteX2" fmla="*/ 41719 w 63461"/>
                  <a:gd name="connsiteY2" fmla="*/ 25105 h 36174"/>
                  <a:gd name="connsiteX3" fmla="*/ 47502 w 63461"/>
                  <a:gd name="connsiteY3" fmla="*/ 24850 h 36174"/>
                  <a:gd name="connsiteX4" fmla="*/ 49473 w 63461"/>
                  <a:gd name="connsiteY4" fmla="*/ 24850 h 36174"/>
                  <a:gd name="connsiteX5" fmla="*/ 58559 w 63461"/>
                  <a:gd name="connsiteY5" fmla="*/ 28337 h 36174"/>
                  <a:gd name="connsiteX6" fmla="*/ 61153 w 63461"/>
                  <a:gd name="connsiteY6" fmla="*/ 29755 h 36174"/>
                  <a:gd name="connsiteX7" fmla="*/ 61153 w 63461"/>
                  <a:gd name="connsiteY7" fmla="*/ 27373 h 36174"/>
                  <a:gd name="connsiteX8" fmla="*/ 61153 w 63461"/>
                  <a:gd name="connsiteY8" fmla="*/ 27373 h 36174"/>
                  <a:gd name="connsiteX9" fmla="*/ 56064 w 63461"/>
                  <a:gd name="connsiteY9" fmla="*/ 26041 h 36174"/>
                  <a:gd name="connsiteX10" fmla="*/ 54065 w 63461"/>
                  <a:gd name="connsiteY10" fmla="*/ 19917 h 36174"/>
                  <a:gd name="connsiteX11" fmla="*/ 57410 w 63461"/>
                  <a:gd name="connsiteY11" fmla="*/ 15849 h 36174"/>
                  <a:gd name="connsiteX12" fmla="*/ 57410 w 63461"/>
                  <a:gd name="connsiteY12" fmla="*/ 15849 h 36174"/>
                  <a:gd name="connsiteX13" fmla="*/ 52761 w 63461"/>
                  <a:gd name="connsiteY13" fmla="*/ 9442 h 36174"/>
                  <a:gd name="connsiteX14" fmla="*/ 52761 w 63461"/>
                  <a:gd name="connsiteY14" fmla="*/ 9442 h 36174"/>
                  <a:gd name="connsiteX15" fmla="*/ 47828 w 63461"/>
                  <a:gd name="connsiteY15" fmla="*/ 11384 h 36174"/>
                  <a:gd name="connsiteX16" fmla="*/ 42626 w 63461"/>
                  <a:gd name="connsiteY16" fmla="*/ 7628 h 36174"/>
                  <a:gd name="connsiteX17" fmla="*/ 42952 w 63461"/>
                  <a:gd name="connsiteY17" fmla="*/ 2312 h 36174"/>
                  <a:gd name="connsiteX18" fmla="*/ 35425 w 63461"/>
                  <a:gd name="connsiteY18" fmla="*/ -126 h 36174"/>
                  <a:gd name="connsiteX19" fmla="*/ 35425 w 63461"/>
                  <a:gd name="connsiteY19" fmla="*/ -126 h 36174"/>
                  <a:gd name="connsiteX20" fmla="*/ 32590 w 63461"/>
                  <a:gd name="connsiteY20" fmla="*/ 4396 h 36174"/>
                  <a:gd name="connsiteX21" fmla="*/ 29528 w 63461"/>
                  <a:gd name="connsiteY21" fmla="*/ 4226 h 36174"/>
                  <a:gd name="connsiteX22" fmla="*/ 26254 w 63461"/>
                  <a:gd name="connsiteY22" fmla="*/ 4424 h 36174"/>
                  <a:gd name="connsiteX23" fmla="*/ 23419 w 63461"/>
                  <a:gd name="connsiteY23" fmla="*/ -126 h 36174"/>
                  <a:gd name="connsiteX24" fmla="*/ 23419 w 63461"/>
                  <a:gd name="connsiteY24" fmla="*/ -126 h 36174"/>
                  <a:gd name="connsiteX25" fmla="*/ 15892 w 63461"/>
                  <a:gd name="connsiteY25" fmla="*/ 2312 h 36174"/>
                  <a:gd name="connsiteX26" fmla="*/ 16218 w 63461"/>
                  <a:gd name="connsiteY26" fmla="*/ 7741 h 36174"/>
                  <a:gd name="connsiteX27" fmla="*/ 11172 w 63461"/>
                  <a:gd name="connsiteY27" fmla="*/ 11441 h 36174"/>
                  <a:gd name="connsiteX28" fmla="*/ 6083 w 63461"/>
                  <a:gd name="connsiteY28" fmla="*/ 9442 h 36174"/>
                  <a:gd name="connsiteX29" fmla="*/ 1433 w 63461"/>
                  <a:gd name="connsiteY29" fmla="*/ 15849 h 36174"/>
                  <a:gd name="connsiteX30" fmla="*/ 1433 w 63461"/>
                  <a:gd name="connsiteY30" fmla="*/ 15849 h 36174"/>
                  <a:gd name="connsiteX31" fmla="*/ 4920 w 63461"/>
                  <a:gd name="connsiteY31" fmla="*/ 20102 h 36174"/>
                  <a:gd name="connsiteX32" fmla="*/ 3007 w 63461"/>
                  <a:gd name="connsiteY32" fmla="*/ 26027 h 36174"/>
                  <a:gd name="connsiteX33" fmla="*/ -2309 w 63461"/>
                  <a:gd name="connsiteY33" fmla="*/ 27444 h 36174"/>
                  <a:gd name="connsiteX34" fmla="*/ -2309 w 63461"/>
                  <a:gd name="connsiteY34" fmla="*/ 35368 h 36174"/>
                  <a:gd name="connsiteX35" fmla="*/ 328 w 63461"/>
                  <a:gd name="connsiteY35" fmla="*/ 36048 h 36174"/>
                  <a:gd name="connsiteX36" fmla="*/ 15169 w 63461"/>
                  <a:gd name="connsiteY36" fmla="*/ 29358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3461" h="36174">
                    <a:moveTo>
                      <a:pt x="15169" y="29358"/>
                    </a:moveTo>
                    <a:cubicBezTo>
                      <a:pt x="16742" y="21586"/>
                      <a:pt x="24326" y="16563"/>
                      <a:pt x="32094" y="18140"/>
                    </a:cubicBezTo>
                    <a:cubicBezTo>
                      <a:pt x="36162" y="18963"/>
                      <a:pt x="39663" y="21503"/>
                      <a:pt x="41719" y="25105"/>
                    </a:cubicBezTo>
                    <a:cubicBezTo>
                      <a:pt x="43561" y="24949"/>
                      <a:pt x="45461" y="24850"/>
                      <a:pt x="47502" y="24850"/>
                    </a:cubicBezTo>
                    <a:cubicBezTo>
                      <a:pt x="48154" y="24850"/>
                      <a:pt x="48806" y="24850"/>
                      <a:pt x="49473" y="24850"/>
                    </a:cubicBezTo>
                    <a:cubicBezTo>
                      <a:pt x="52875" y="24964"/>
                      <a:pt x="55894" y="26750"/>
                      <a:pt x="58559" y="28337"/>
                    </a:cubicBezTo>
                    <a:cubicBezTo>
                      <a:pt x="59423" y="28848"/>
                      <a:pt x="60316" y="29372"/>
                      <a:pt x="61153" y="29755"/>
                    </a:cubicBezTo>
                    <a:lnTo>
                      <a:pt x="61153" y="27373"/>
                    </a:lnTo>
                    <a:lnTo>
                      <a:pt x="61153" y="27373"/>
                    </a:lnTo>
                    <a:lnTo>
                      <a:pt x="56064" y="26041"/>
                    </a:lnTo>
                    <a:cubicBezTo>
                      <a:pt x="55639" y="23927"/>
                      <a:pt x="54972" y="21872"/>
                      <a:pt x="54065" y="19917"/>
                    </a:cubicBezTo>
                    <a:lnTo>
                      <a:pt x="57410" y="15849"/>
                    </a:lnTo>
                    <a:lnTo>
                      <a:pt x="57410" y="15849"/>
                    </a:lnTo>
                    <a:lnTo>
                      <a:pt x="52761" y="9442"/>
                    </a:lnTo>
                    <a:lnTo>
                      <a:pt x="52761" y="9442"/>
                    </a:lnTo>
                    <a:lnTo>
                      <a:pt x="47828" y="11384"/>
                    </a:lnTo>
                    <a:cubicBezTo>
                      <a:pt x="46241" y="9931"/>
                      <a:pt x="44497" y="8671"/>
                      <a:pt x="42626" y="7628"/>
                    </a:cubicBezTo>
                    <a:lnTo>
                      <a:pt x="42952" y="2312"/>
                    </a:lnTo>
                    <a:lnTo>
                      <a:pt x="35425" y="-126"/>
                    </a:lnTo>
                    <a:lnTo>
                      <a:pt x="35425" y="-126"/>
                    </a:lnTo>
                    <a:lnTo>
                      <a:pt x="32590" y="4396"/>
                    </a:lnTo>
                    <a:cubicBezTo>
                      <a:pt x="31569" y="4282"/>
                      <a:pt x="30549" y="4226"/>
                      <a:pt x="29528" y="4226"/>
                    </a:cubicBezTo>
                    <a:cubicBezTo>
                      <a:pt x="28437" y="4220"/>
                      <a:pt x="27345" y="4286"/>
                      <a:pt x="26254" y="4424"/>
                    </a:cubicBezTo>
                    <a:lnTo>
                      <a:pt x="23419" y="-126"/>
                    </a:lnTo>
                    <a:lnTo>
                      <a:pt x="23419" y="-126"/>
                    </a:lnTo>
                    <a:lnTo>
                      <a:pt x="15892" y="2312"/>
                    </a:lnTo>
                    <a:lnTo>
                      <a:pt x="16218" y="7741"/>
                    </a:lnTo>
                    <a:cubicBezTo>
                      <a:pt x="14403" y="8779"/>
                      <a:pt x="12702" y="10019"/>
                      <a:pt x="11172" y="11441"/>
                    </a:cubicBezTo>
                    <a:lnTo>
                      <a:pt x="6083" y="9442"/>
                    </a:lnTo>
                    <a:lnTo>
                      <a:pt x="1433" y="15849"/>
                    </a:lnTo>
                    <a:lnTo>
                      <a:pt x="1433" y="15849"/>
                    </a:lnTo>
                    <a:lnTo>
                      <a:pt x="4920" y="20102"/>
                    </a:lnTo>
                    <a:cubicBezTo>
                      <a:pt x="4056" y="21997"/>
                      <a:pt x="3418" y="23984"/>
                      <a:pt x="3007" y="26027"/>
                    </a:cubicBezTo>
                    <a:lnTo>
                      <a:pt x="-2309" y="27444"/>
                    </a:lnTo>
                    <a:lnTo>
                      <a:pt x="-2309" y="35368"/>
                    </a:lnTo>
                    <a:lnTo>
                      <a:pt x="328" y="36048"/>
                    </a:lnTo>
                    <a:cubicBezTo>
                      <a:pt x="4906" y="33084"/>
                      <a:pt x="9910" y="30829"/>
                      <a:pt x="15169" y="29358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3973154C-241F-40C2-B9D6-04BA4A8C52E0}"/>
                  </a:ext>
                </a:extLst>
              </p:cNvPr>
              <p:cNvSpPr/>
              <p:nvPr/>
            </p:nvSpPr>
            <p:spPr>
              <a:xfrm>
                <a:off x="2524093" y="-1234968"/>
                <a:ext cx="101110" cy="207508"/>
              </a:xfrm>
              <a:custGeom>
                <a:avLst/>
                <a:gdLst>
                  <a:gd name="connsiteX0" fmla="*/ 12671 w 101110"/>
                  <a:gd name="connsiteY0" fmla="*/ 77458 h 207508"/>
                  <a:gd name="connsiteX1" fmla="*/ 24465 w 101110"/>
                  <a:gd name="connsiteY1" fmla="*/ 86487 h 207508"/>
                  <a:gd name="connsiteX2" fmla="*/ 24465 w 101110"/>
                  <a:gd name="connsiteY2" fmla="*/ 144052 h 207508"/>
                  <a:gd name="connsiteX3" fmla="*/ -2142 w 101110"/>
                  <a:gd name="connsiteY3" fmla="*/ 175747 h 207508"/>
                  <a:gd name="connsiteX4" fmla="*/ 7398 w 101110"/>
                  <a:gd name="connsiteY4" fmla="*/ 197605 h 207508"/>
                  <a:gd name="connsiteX5" fmla="*/ 24408 w 101110"/>
                  <a:gd name="connsiteY5" fmla="*/ 206238 h 207508"/>
                  <a:gd name="connsiteX6" fmla="*/ 24408 w 101110"/>
                  <a:gd name="connsiteY6" fmla="*/ 207315 h 207508"/>
                  <a:gd name="connsiteX7" fmla="*/ 62227 w 101110"/>
                  <a:gd name="connsiteY7" fmla="*/ 207315 h 207508"/>
                  <a:gd name="connsiteX8" fmla="*/ 62227 w 101110"/>
                  <a:gd name="connsiteY8" fmla="*/ 202354 h 207508"/>
                  <a:gd name="connsiteX9" fmla="*/ 67430 w 101110"/>
                  <a:gd name="connsiteY9" fmla="*/ 199930 h 207508"/>
                  <a:gd name="connsiteX10" fmla="*/ 83022 w 101110"/>
                  <a:gd name="connsiteY10" fmla="*/ 181261 h 207508"/>
                  <a:gd name="connsiteX11" fmla="*/ 71469 w 101110"/>
                  <a:gd name="connsiteY11" fmla="*/ 167441 h 207508"/>
                  <a:gd name="connsiteX12" fmla="*/ 63390 w 101110"/>
                  <a:gd name="connsiteY12" fmla="*/ 166775 h 207508"/>
                  <a:gd name="connsiteX13" fmla="*/ 63390 w 101110"/>
                  <a:gd name="connsiteY13" fmla="*/ 174457 h 207508"/>
                  <a:gd name="connsiteX14" fmla="*/ 64580 w 101110"/>
                  <a:gd name="connsiteY14" fmla="*/ 183529 h 207508"/>
                  <a:gd name="connsiteX15" fmla="*/ 62199 w 101110"/>
                  <a:gd name="connsiteY15" fmla="*/ 184706 h 207508"/>
                  <a:gd name="connsiteX16" fmla="*/ 62199 w 101110"/>
                  <a:gd name="connsiteY16" fmla="*/ 182055 h 207508"/>
                  <a:gd name="connsiteX17" fmla="*/ 62270 w 101110"/>
                  <a:gd name="connsiteY17" fmla="*/ 182055 h 207508"/>
                  <a:gd name="connsiteX18" fmla="*/ 62270 w 101110"/>
                  <a:gd name="connsiteY18" fmla="*/ 148701 h 207508"/>
                  <a:gd name="connsiteX19" fmla="*/ 87870 w 101110"/>
                  <a:gd name="connsiteY19" fmla="*/ 115447 h 207508"/>
                  <a:gd name="connsiteX20" fmla="*/ 62199 w 101110"/>
                  <a:gd name="connsiteY20" fmla="*/ 83383 h 207508"/>
                  <a:gd name="connsiteX21" fmla="*/ 62199 w 101110"/>
                  <a:gd name="connsiteY21" fmla="*/ 54834 h 207508"/>
                  <a:gd name="connsiteX22" fmla="*/ 24380 w 101110"/>
                  <a:gd name="connsiteY22" fmla="*/ 54834 h 207508"/>
                  <a:gd name="connsiteX23" fmla="*/ 24380 w 101110"/>
                  <a:gd name="connsiteY23" fmla="*/ 63339 h 207508"/>
                  <a:gd name="connsiteX24" fmla="*/ 15946 w 101110"/>
                  <a:gd name="connsiteY24" fmla="*/ 44699 h 207508"/>
                  <a:gd name="connsiteX25" fmla="*/ 47896 w 101110"/>
                  <a:gd name="connsiteY25" fmla="*/ 20276 h 207508"/>
                  <a:gd name="connsiteX26" fmla="*/ 49441 w 101110"/>
                  <a:gd name="connsiteY26" fmla="*/ 20276 h 207508"/>
                  <a:gd name="connsiteX27" fmla="*/ 60526 w 101110"/>
                  <a:gd name="connsiteY27" fmla="*/ 21055 h 207508"/>
                  <a:gd name="connsiteX28" fmla="*/ 81789 w 101110"/>
                  <a:gd name="connsiteY28" fmla="*/ 19411 h 207508"/>
                  <a:gd name="connsiteX29" fmla="*/ 83816 w 101110"/>
                  <a:gd name="connsiteY29" fmla="*/ 18362 h 207508"/>
                  <a:gd name="connsiteX30" fmla="*/ 94986 w 101110"/>
                  <a:gd name="connsiteY30" fmla="*/ 28525 h 207508"/>
                  <a:gd name="connsiteX31" fmla="*/ 94830 w 101110"/>
                  <a:gd name="connsiteY31" fmla="*/ 23153 h 207508"/>
                  <a:gd name="connsiteX32" fmla="*/ 98799 w 101110"/>
                  <a:gd name="connsiteY32" fmla="*/ 23904 h 207508"/>
                  <a:gd name="connsiteX33" fmla="*/ 86920 w 101110"/>
                  <a:gd name="connsiteY33" fmla="*/ 15399 h 207508"/>
                  <a:gd name="connsiteX34" fmla="*/ 86424 w 101110"/>
                  <a:gd name="connsiteY34" fmla="*/ 8553 h 207508"/>
                  <a:gd name="connsiteX35" fmla="*/ 77097 w 101110"/>
                  <a:gd name="connsiteY35" fmla="*/ 5718 h 207508"/>
                  <a:gd name="connsiteX36" fmla="*/ 62993 w 101110"/>
                  <a:gd name="connsiteY36" fmla="*/ -165 h 207508"/>
                  <a:gd name="connsiteX37" fmla="*/ 38824 w 101110"/>
                  <a:gd name="connsiteY37" fmla="*/ 2429 h 207508"/>
                  <a:gd name="connsiteX38" fmla="*/ 37265 w 101110"/>
                  <a:gd name="connsiteY38" fmla="*/ 2614 h 207508"/>
                  <a:gd name="connsiteX39" fmla="*/ -2312 w 101110"/>
                  <a:gd name="connsiteY39" fmla="*/ 44770 h 207508"/>
                  <a:gd name="connsiteX40" fmla="*/ 12671 w 101110"/>
                  <a:gd name="connsiteY40" fmla="*/ 77458 h 207508"/>
                  <a:gd name="connsiteX41" fmla="*/ 24465 w 101110"/>
                  <a:gd name="connsiteY41" fmla="*/ 187201 h 207508"/>
                  <a:gd name="connsiteX42" fmla="*/ 20298 w 101110"/>
                  <a:gd name="connsiteY42" fmla="*/ 184196 h 207508"/>
                  <a:gd name="connsiteX43" fmla="*/ 16470 w 101110"/>
                  <a:gd name="connsiteY43" fmla="*/ 175691 h 207508"/>
                  <a:gd name="connsiteX44" fmla="*/ 24465 w 101110"/>
                  <a:gd name="connsiteY44" fmla="*/ 164833 h 207508"/>
                  <a:gd name="connsiteX45" fmla="*/ 62284 w 101110"/>
                  <a:gd name="connsiteY45" fmla="*/ 104532 h 207508"/>
                  <a:gd name="connsiteX46" fmla="*/ 69371 w 101110"/>
                  <a:gd name="connsiteY46" fmla="*/ 115447 h 207508"/>
                  <a:gd name="connsiteX47" fmla="*/ 62383 w 101110"/>
                  <a:gd name="connsiteY47" fmla="*/ 127226 h 207508"/>
                  <a:gd name="connsiteX48" fmla="*/ 62383 w 101110"/>
                  <a:gd name="connsiteY48" fmla="*/ 119161 h 207508"/>
                  <a:gd name="connsiteX49" fmla="*/ 62312 w 101110"/>
                  <a:gd name="connsiteY49" fmla="*/ 119161 h 207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01110" h="207508">
                    <a:moveTo>
                      <a:pt x="12671" y="77458"/>
                    </a:moveTo>
                    <a:cubicBezTo>
                      <a:pt x="16286" y="80857"/>
                      <a:pt x="20241" y="83882"/>
                      <a:pt x="24465" y="86487"/>
                    </a:cubicBezTo>
                    <a:lnTo>
                      <a:pt x="24465" y="144052"/>
                    </a:lnTo>
                    <a:cubicBezTo>
                      <a:pt x="10517" y="150346"/>
                      <a:pt x="-2142" y="159233"/>
                      <a:pt x="-2142" y="175747"/>
                    </a:cubicBezTo>
                    <a:cubicBezTo>
                      <a:pt x="-2184" y="184052"/>
                      <a:pt x="1275" y="191992"/>
                      <a:pt x="7398" y="197605"/>
                    </a:cubicBezTo>
                    <a:cubicBezTo>
                      <a:pt x="12133" y="202046"/>
                      <a:pt x="18030" y="205041"/>
                      <a:pt x="24408" y="206238"/>
                    </a:cubicBezTo>
                    <a:lnTo>
                      <a:pt x="24408" y="207315"/>
                    </a:lnTo>
                    <a:lnTo>
                      <a:pt x="62227" y="207315"/>
                    </a:lnTo>
                    <a:lnTo>
                      <a:pt x="62227" y="202354"/>
                    </a:lnTo>
                    <a:cubicBezTo>
                      <a:pt x="64027" y="201689"/>
                      <a:pt x="65771" y="200878"/>
                      <a:pt x="67430" y="199930"/>
                    </a:cubicBezTo>
                    <a:cubicBezTo>
                      <a:pt x="73015" y="196556"/>
                      <a:pt x="82526" y="189455"/>
                      <a:pt x="83022" y="181261"/>
                    </a:cubicBezTo>
                    <a:cubicBezTo>
                      <a:pt x="83575" y="172586"/>
                      <a:pt x="76657" y="168390"/>
                      <a:pt x="71469" y="167441"/>
                    </a:cubicBezTo>
                    <a:cubicBezTo>
                      <a:pt x="68805" y="167008"/>
                      <a:pt x="66097" y="166786"/>
                      <a:pt x="63390" y="166775"/>
                    </a:cubicBezTo>
                    <a:lnTo>
                      <a:pt x="63390" y="174457"/>
                    </a:lnTo>
                    <a:cubicBezTo>
                      <a:pt x="68507" y="174245"/>
                      <a:pt x="74021" y="178511"/>
                      <a:pt x="64580" y="183529"/>
                    </a:cubicBezTo>
                    <a:cubicBezTo>
                      <a:pt x="63801" y="183940"/>
                      <a:pt x="63007" y="184323"/>
                      <a:pt x="62199" y="184706"/>
                    </a:cubicBezTo>
                    <a:lnTo>
                      <a:pt x="62199" y="182055"/>
                    </a:lnTo>
                    <a:lnTo>
                      <a:pt x="62270" y="182055"/>
                    </a:lnTo>
                    <a:lnTo>
                      <a:pt x="62270" y="148701"/>
                    </a:lnTo>
                    <a:cubicBezTo>
                      <a:pt x="75991" y="142053"/>
                      <a:pt x="87870" y="132556"/>
                      <a:pt x="87870" y="115447"/>
                    </a:cubicBezTo>
                    <a:cubicBezTo>
                      <a:pt x="87870" y="98621"/>
                      <a:pt x="75693" y="89662"/>
                      <a:pt x="62199" y="83383"/>
                    </a:cubicBezTo>
                    <a:lnTo>
                      <a:pt x="62199" y="54834"/>
                    </a:lnTo>
                    <a:lnTo>
                      <a:pt x="24380" y="54834"/>
                    </a:lnTo>
                    <a:lnTo>
                      <a:pt x="24380" y="63339"/>
                    </a:lnTo>
                    <a:cubicBezTo>
                      <a:pt x="19334" y="58293"/>
                      <a:pt x="15946" y="52127"/>
                      <a:pt x="15946" y="44699"/>
                    </a:cubicBezTo>
                    <a:cubicBezTo>
                      <a:pt x="15946" y="28582"/>
                      <a:pt x="26690" y="20361"/>
                      <a:pt x="47896" y="20276"/>
                    </a:cubicBezTo>
                    <a:lnTo>
                      <a:pt x="49441" y="20276"/>
                    </a:lnTo>
                    <a:cubicBezTo>
                      <a:pt x="52716" y="20403"/>
                      <a:pt x="55934" y="20616"/>
                      <a:pt x="60526" y="21055"/>
                    </a:cubicBezTo>
                    <a:cubicBezTo>
                      <a:pt x="67288" y="21721"/>
                      <a:pt x="75098" y="22189"/>
                      <a:pt x="81789" y="19411"/>
                    </a:cubicBezTo>
                    <a:cubicBezTo>
                      <a:pt x="82483" y="19110"/>
                      <a:pt x="83164" y="18759"/>
                      <a:pt x="83816" y="18362"/>
                    </a:cubicBezTo>
                    <a:cubicBezTo>
                      <a:pt x="87983" y="20885"/>
                      <a:pt x="92633" y="24386"/>
                      <a:pt x="94986" y="28525"/>
                    </a:cubicBezTo>
                    <a:lnTo>
                      <a:pt x="94830" y="23153"/>
                    </a:lnTo>
                    <a:lnTo>
                      <a:pt x="98799" y="23904"/>
                    </a:lnTo>
                    <a:cubicBezTo>
                      <a:pt x="98799" y="23904"/>
                      <a:pt x="94008" y="16888"/>
                      <a:pt x="86920" y="15399"/>
                    </a:cubicBezTo>
                    <a:cubicBezTo>
                      <a:pt x="88267" y="13253"/>
                      <a:pt x="88068" y="10483"/>
                      <a:pt x="86424" y="8553"/>
                    </a:cubicBezTo>
                    <a:cubicBezTo>
                      <a:pt x="84426" y="5817"/>
                      <a:pt x="79677" y="5930"/>
                      <a:pt x="77097" y="5718"/>
                    </a:cubicBezTo>
                    <a:cubicBezTo>
                      <a:pt x="72391" y="5264"/>
                      <a:pt x="67727" y="48"/>
                      <a:pt x="62993" y="-165"/>
                    </a:cubicBezTo>
                    <a:cubicBezTo>
                      <a:pt x="53495" y="-462"/>
                      <a:pt x="46550" y="1635"/>
                      <a:pt x="38824" y="2429"/>
                    </a:cubicBezTo>
                    <a:lnTo>
                      <a:pt x="37265" y="2614"/>
                    </a:lnTo>
                    <a:cubicBezTo>
                      <a:pt x="22565" y="4371"/>
                      <a:pt x="-2312" y="15215"/>
                      <a:pt x="-2312" y="44770"/>
                    </a:cubicBezTo>
                    <a:cubicBezTo>
                      <a:pt x="-2241" y="56975"/>
                      <a:pt x="2777" y="67989"/>
                      <a:pt x="12671" y="77458"/>
                    </a:cubicBezTo>
                    <a:close/>
                    <a:moveTo>
                      <a:pt x="24465" y="187201"/>
                    </a:moveTo>
                    <a:cubicBezTo>
                      <a:pt x="22948" y="186391"/>
                      <a:pt x="21545" y="185381"/>
                      <a:pt x="20298" y="184196"/>
                    </a:cubicBezTo>
                    <a:cubicBezTo>
                      <a:pt x="17845" y="182051"/>
                      <a:pt x="16456" y="178947"/>
                      <a:pt x="16470" y="175691"/>
                    </a:cubicBezTo>
                    <a:cubicBezTo>
                      <a:pt x="16470" y="171325"/>
                      <a:pt x="19305" y="167979"/>
                      <a:pt x="24465" y="164833"/>
                    </a:cubicBezTo>
                    <a:close/>
                    <a:moveTo>
                      <a:pt x="62284" y="104532"/>
                    </a:moveTo>
                    <a:cubicBezTo>
                      <a:pt x="67118" y="107764"/>
                      <a:pt x="69371" y="111067"/>
                      <a:pt x="69371" y="115447"/>
                    </a:cubicBezTo>
                    <a:cubicBezTo>
                      <a:pt x="69371" y="120224"/>
                      <a:pt x="66848" y="123952"/>
                      <a:pt x="62383" y="127226"/>
                    </a:cubicBezTo>
                    <a:lnTo>
                      <a:pt x="62383" y="119161"/>
                    </a:lnTo>
                    <a:lnTo>
                      <a:pt x="62312" y="11916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984AAAC4-91B6-4795-B036-900E021D4F6F}"/>
                  </a:ext>
                </a:extLst>
              </p:cNvPr>
              <p:cNvSpPr/>
              <p:nvPr/>
            </p:nvSpPr>
            <p:spPr>
              <a:xfrm>
                <a:off x="2324452" y="-941984"/>
                <a:ext cx="25770" cy="25444"/>
              </a:xfrm>
              <a:custGeom>
                <a:avLst/>
                <a:gdLst>
                  <a:gd name="connsiteX0" fmla="*/ -2172 w 25770"/>
                  <a:gd name="connsiteY0" fmla="*/ 10447 h 25444"/>
                  <a:gd name="connsiteX1" fmla="*/ 7892 w 25770"/>
                  <a:gd name="connsiteY1" fmla="*/ 25132 h 25444"/>
                  <a:gd name="connsiteX2" fmla="*/ 23598 w 25770"/>
                  <a:gd name="connsiteY2" fmla="*/ 14373 h 25444"/>
                  <a:gd name="connsiteX3" fmla="*/ 13533 w 25770"/>
                  <a:gd name="connsiteY3" fmla="*/ -312 h 25444"/>
                  <a:gd name="connsiteX4" fmla="*/ 8757 w 25770"/>
                  <a:gd name="connsiteY4" fmla="*/ 18399 h 25444"/>
                  <a:gd name="connsiteX5" fmla="*/ 4419 w 25770"/>
                  <a:gd name="connsiteY5" fmla="*/ 12077 h 25444"/>
                  <a:gd name="connsiteX6" fmla="*/ 12626 w 25770"/>
                  <a:gd name="connsiteY6" fmla="*/ 6407 h 25444"/>
                  <a:gd name="connsiteX7" fmla="*/ 16964 w 25770"/>
                  <a:gd name="connsiteY7" fmla="*/ 12715 h 2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70" h="25444">
                    <a:moveTo>
                      <a:pt x="-2172" y="10447"/>
                    </a:moveTo>
                    <a:lnTo>
                      <a:pt x="7892" y="25132"/>
                    </a:lnTo>
                    <a:lnTo>
                      <a:pt x="23598" y="14373"/>
                    </a:lnTo>
                    <a:lnTo>
                      <a:pt x="13533" y="-312"/>
                    </a:lnTo>
                    <a:close/>
                    <a:moveTo>
                      <a:pt x="8757" y="18399"/>
                    </a:moveTo>
                    <a:lnTo>
                      <a:pt x="4419" y="12077"/>
                    </a:lnTo>
                    <a:lnTo>
                      <a:pt x="12626" y="6407"/>
                    </a:lnTo>
                    <a:lnTo>
                      <a:pt x="16964" y="1271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3C46E2C8-219F-4ACE-BEB8-BBEBD6D4CF04}"/>
                  </a:ext>
                </a:extLst>
              </p:cNvPr>
              <p:cNvSpPr/>
              <p:nvPr/>
            </p:nvSpPr>
            <p:spPr>
              <a:xfrm>
                <a:off x="2293848" y="-960440"/>
                <a:ext cx="44892" cy="54403"/>
              </a:xfrm>
              <a:custGeom>
                <a:avLst/>
                <a:gdLst>
                  <a:gd name="connsiteX0" fmla="*/ 27721 w 44892"/>
                  <a:gd name="connsiteY0" fmla="*/ 27062 h 54403"/>
                  <a:gd name="connsiteX1" fmla="*/ 27097 w 44892"/>
                  <a:gd name="connsiteY1" fmla="*/ 16218 h 54403"/>
                  <a:gd name="connsiteX2" fmla="*/ 27551 w 44892"/>
                  <a:gd name="connsiteY2" fmla="*/ 16091 h 54403"/>
                  <a:gd name="connsiteX3" fmla="*/ 33094 w 44892"/>
                  <a:gd name="connsiteY3" fmla="*/ 24170 h 54403"/>
                  <a:gd name="connsiteX4" fmla="*/ 36992 w 44892"/>
                  <a:gd name="connsiteY4" fmla="*/ 21491 h 54403"/>
                  <a:gd name="connsiteX5" fmla="*/ 32045 w 44892"/>
                  <a:gd name="connsiteY5" fmla="*/ 14276 h 54403"/>
                  <a:gd name="connsiteX6" fmla="*/ 35035 w 44892"/>
                  <a:gd name="connsiteY6" fmla="*/ 12660 h 54403"/>
                  <a:gd name="connsiteX7" fmla="*/ 38990 w 44892"/>
                  <a:gd name="connsiteY7" fmla="*/ 18444 h 54403"/>
                  <a:gd name="connsiteX8" fmla="*/ 42732 w 44892"/>
                  <a:gd name="connsiteY8" fmla="*/ 15878 h 54403"/>
                  <a:gd name="connsiteX9" fmla="*/ 35163 w 44892"/>
                  <a:gd name="connsiteY9" fmla="*/ 4850 h 54403"/>
                  <a:gd name="connsiteX10" fmla="*/ 37913 w 44892"/>
                  <a:gd name="connsiteY10" fmla="*/ 4297 h 54403"/>
                  <a:gd name="connsiteX11" fmla="*/ 36141 w 44892"/>
                  <a:gd name="connsiteY11" fmla="*/ -154 h 54403"/>
                  <a:gd name="connsiteX12" fmla="*/ 25722 w 44892"/>
                  <a:gd name="connsiteY12" fmla="*/ -310 h 54403"/>
                  <a:gd name="connsiteX13" fmla="*/ 24589 w 44892"/>
                  <a:gd name="connsiteY13" fmla="*/ 3418 h 54403"/>
                  <a:gd name="connsiteX14" fmla="*/ 23355 w 44892"/>
                  <a:gd name="connsiteY14" fmla="*/ 1604 h 54403"/>
                  <a:gd name="connsiteX15" fmla="*/ 19457 w 44892"/>
                  <a:gd name="connsiteY15" fmla="*/ 4283 h 54403"/>
                  <a:gd name="connsiteX16" fmla="*/ 24489 w 44892"/>
                  <a:gd name="connsiteY16" fmla="*/ 11611 h 54403"/>
                  <a:gd name="connsiteX17" fmla="*/ 12256 w 44892"/>
                  <a:gd name="connsiteY17" fmla="*/ 7940 h 54403"/>
                  <a:gd name="connsiteX18" fmla="*/ 10740 w 44892"/>
                  <a:gd name="connsiteY18" fmla="*/ 13199 h 54403"/>
                  <a:gd name="connsiteX19" fmla="*/ 14538 w 44892"/>
                  <a:gd name="connsiteY19" fmla="*/ 15127 h 54403"/>
                  <a:gd name="connsiteX20" fmla="*/ -2160 w 44892"/>
                  <a:gd name="connsiteY20" fmla="*/ 26552 h 54403"/>
                  <a:gd name="connsiteX21" fmla="*/ 789 w 44892"/>
                  <a:gd name="connsiteY21" fmla="*/ 30804 h 54403"/>
                  <a:gd name="connsiteX22" fmla="*/ 2305 w 44892"/>
                  <a:gd name="connsiteY22" fmla="*/ 29770 h 54403"/>
                  <a:gd name="connsiteX23" fmla="*/ 15290 w 44892"/>
                  <a:gd name="connsiteY23" fmla="*/ 48707 h 54403"/>
                  <a:gd name="connsiteX24" fmla="*/ 13773 w 44892"/>
                  <a:gd name="connsiteY24" fmla="*/ 49756 h 54403"/>
                  <a:gd name="connsiteX25" fmla="*/ 16764 w 44892"/>
                  <a:gd name="connsiteY25" fmla="*/ 54094 h 54403"/>
                  <a:gd name="connsiteX26" fmla="*/ 34440 w 44892"/>
                  <a:gd name="connsiteY26" fmla="*/ 41988 h 54403"/>
                  <a:gd name="connsiteX27" fmla="*/ 23639 w 44892"/>
                  <a:gd name="connsiteY27" fmla="*/ 26240 h 54403"/>
                  <a:gd name="connsiteX28" fmla="*/ 30003 w 44892"/>
                  <a:gd name="connsiteY28" fmla="*/ 5318 h 54403"/>
                  <a:gd name="connsiteX29" fmla="*/ 32271 w 44892"/>
                  <a:gd name="connsiteY29" fmla="*/ 8635 h 54403"/>
                  <a:gd name="connsiteX30" fmla="*/ 29238 w 44892"/>
                  <a:gd name="connsiteY30" fmla="*/ 10180 h 54403"/>
                  <a:gd name="connsiteX31" fmla="*/ 25581 w 44892"/>
                  <a:gd name="connsiteY31" fmla="*/ 4850 h 54403"/>
                  <a:gd name="connsiteX32" fmla="*/ 30003 w 44892"/>
                  <a:gd name="connsiteY32" fmla="*/ 5247 h 54403"/>
                  <a:gd name="connsiteX33" fmla="*/ 22987 w 44892"/>
                  <a:gd name="connsiteY33" fmla="*/ 16984 h 54403"/>
                  <a:gd name="connsiteX34" fmla="*/ 22746 w 44892"/>
                  <a:gd name="connsiteY34" fmla="*/ 24993 h 54403"/>
                  <a:gd name="connsiteX35" fmla="*/ 16509 w 44892"/>
                  <a:gd name="connsiteY35" fmla="*/ 15878 h 54403"/>
                  <a:gd name="connsiteX36" fmla="*/ 23015 w 44892"/>
                  <a:gd name="connsiteY36" fmla="*/ 16913 h 54403"/>
                  <a:gd name="connsiteX37" fmla="*/ 19074 w 44892"/>
                  <a:gd name="connsiteY37" fmla="*/ 46184 h 54403"/>
                  <a:gd name="connsiteX38" fmla="*/ 6076 w 44892"/>
                  <a:gd name="connsiteY38" fmla="*/ 27232 h 54403"/>
                  <a:gd name="connsiteX39" fmla="*/ 8457 w 44892"/>
                  <a:gd name="connsiteY39" fmla="*/ 25602 h 54403"/>
                  <a:gd name="connsiteX40" fmla="*/ 21456 w 44892"/>
                  <a:gd name="connsiteY40" fmla="*/ 44554 h 54403"/>
                  <a:gd name="connsiteX41" fmla="*/ 27693 w 44892"/>
                  <a:gd name="connsiteY41" fmla="*/ 40287 h 54403"/>
                  <a:gd name="connsiteX42" fmla="*/ 25141 w 44892"/>
                  <a:gd name="connsiteY42" fmla="*/ 42031 h 54403"/>
                  <a:gd name="connsiteX43" fmla="*/ 12157 w 44892"/>
                  <a:gd name="connsiteY43" fmla="*/ 23079 h 54403"/>
                  <a:gd name="connsiteX44" fmla="*/ 14694 w 44892"/>
                  <a:gd name="connsiteY44" fmla="*/ 21335 h 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4892" h="54403">
                    <a:moveTo>
                      <a:pt x="27721" y="27062"/>
                    </a:moveTo>
                    <a:cubicBezTo>
                      <a:pt x="27820" y="23436"/>
                      <a:pt x="27608" y="19809"/>
                      <a:pt x="27097" y="16218"/>
                    </a:cubicBezTo>
                    <a:lnTo>
                      <a:pt x="27551" y="16091"/>
                    </a:lnTo>
                    <a:lnTo>
                      <a:pt x="33094" y="24170"/>
                    </a:lnTo>
                    <a:lnTo>
                      <a:pt x="36992" y="21491"/>
                    </a:lnTo>
                    <a:lnTo>
                      <a:pt x="32045" y="14276"/>
                    </a:lnTo>
                    <a:cubicBezTo>
                      <a:pt x="33037" y="13780"/>
                      <a:pt x="33986" y="13241"/>
                      <a:pt x="35035" y="12660"/>
                    </a:cubicBezTo>
                    <a:lnTo>
                      <a:pt x="38990" y="18444"/>
                    </a:lnTo>
                    <a:lnTo>
                      <a:pt x="42732" y="15878"/>
                    </a:lnTo>
                    <a:lnTo>
                      <a:pt x="35163" y="4850"/>
                    </a:lnTo>
                    <a:cubicBezTo>
                      <a:pt x="36042" y="4722"/>
                      <a:pt x="36978" y="4510"/>
                      <a:pt x="37913" y="4297"/>
                    </a:cubicBezTo>
                    <a:lnTo>
                      <a:pt x="36141" y="-154"/>
                    </a:lnTo>
                    <a:cubicBezTo>
                      <a:pt x="32697" y="508"/>
                      <a:pt x="29153" y="456"/>
                      <a:pt x="25722" y="-310"/>
                    </a:cubicBezTo>
                    <a:lnTo>
                      <a:pt x="24589" y="3418"/>
                    </a:lnTo>
                    <a:lnTo>
                      <a:pt x="23355" y="1604"/>
                    </a:lnTo>
                    <a:lnTo>
                      <a:pt x="19457" y="4283"/>
                    </a:lnTo>
                    <a:lnTo>
                      <a:pt x="24489" y="11611"/>
                    </a:lnTo>
                    <a:cubicBezTo>
                      <a:pt x="21073" y="12093"/>
                      <a:pt x="16976" y="10860"/>
                      <a:pt x="12256" y="7940"/>
                    </a:cubicBezTo>
                    <a:lnTo>
                      <a:pt x="10740" y="13199"/>
                    </a:lnTo>
                    <a:cubicBezTo>
                      <a:pt x="12001" y="13893"/>
                      <a:pt x="13291" y="14531"/>
                      <a:pt x="14538" y="15127"/>
                    </a:cubicBezTo>
                    <a:lnTo>
                      <a:pt x="-2160" y="26552"/>
                    </a:lnTo>
                    <a:lnTo>
                      <a:pt x="789" y="30804"/>
                    </a:lnTo>
                    <a:lnTo>
                      <a:pt x="2305" y="29770"/>
                    </a:lnTo>
                    <a:lnTo>
                      <a:pt x="15290" y="48707"/>
                    </a:lnTo>
                    <a:lnTo>
                      <a:pt x="13773" y="49756"/>
                    </a:lnTo>
                    <a:lnTo>
                      <a:pt x="16764" y="54094"/>
                    </a:lnTo>
                    <a:lnTo>
                      <a:pt x="34440" y="41988"/>
                    </a:lnTo>
                    <a:lnTo>
                      <a:pt x="23639" y="26240"/>
                    </a:lnTo>
                    <a:close/>
                    <a:moveTo>
                      <a:pt x="30003" y="5318"/>
                    </a:moveTo>
                    <a:lnTo>
                      <a:pt x="32271" y="8635"/>
                    </a:lnTo>
                    <a:cubicBezTo>
                      <a:pt x="31237" y="9230"/>
                      <a:pt x="30244" y="9726"/>
                      <a:pt x="29238" y="10180"/>
                    </a:cubicBezTo>
                    <a:lnTo>
                      <a:pt x="25581" y="4850"/>
                    </a:lnTo>
                    <a:cubicBezTo>
                      <a:pt x="27041" y="5111"/>
                      <a:pt x="28515" y="5244"/>
                      <a:pt x="30003" y="5247"/>
                    </a:cubicBezTo>
                    <a:close/>
                    <a:moveTo>
                      <a:pt x="22987" y="16984"/>
                    </a:moveTo>
                    <a:cubicBezTo>
                      <a:pt x="23128" y="19656"/>
                      <a:pt x="23043" y="22335"/>
                      <a:pt x="22746" y="24993"/>
                    </a:cubicBezTo>
                    <a:lnTo>
                      <a:pt x="16509" y="15878"/>
                    </a:lnTo>
                    <a:cubicBezTo>
                      <a:pt x="18606" y="16578"/>
                      <a:pt x="20804" y="16927"/>
                      <a:pt x="23015" y="16913"/>
                    </a:cubicBezTo>
                    <a:close/>
                    <a:moveTo>
                      <a:pt x="19074" y="46184"/>
                    </a:moveTo>
                    <a:lnTo>
                      <a:pt x="6076" y="27232"/>
                    </a:lnTo>
                    <a:lnTo>
                      <a:pt x="8457" y="25602"/>
                    </a:lnTo>
                    <a:lnTo>
                      <a:pt x="21456" y="44554"/>
                    </a:lnTo>
                    <a:close/>
                    <a:moveTo>
                      <a:pt x="27693" y="40287"/>
                    </a:moveTo>
                    <a:lnTo>
                      <a:pt x="25141" y="42031"/>
                    </a:lnTo>
                    <a:lnTo>
                      <a:pt x="12157" y="23079"/>
                    </a:lnTo>
                    <a:lnTo>
                      <a:pt x="14694" y="213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2B0B6B7B-0424-4EE0-B54F-D8E5E49023A2}"/>
                  </a:ext>
                </a:extLst>
              </p:cNvPr>
              <p:cNvSpPr/>
              <p:nvPr/>
            </p:nvSpPr>
            <p:spPr>
              <a:xfrm>
                <a:off x="2367828" y="-891861"/>
                <a:ext cx="49499" cy="47188"/>
              </a:xfrm>
              <a:custGeom>
                <a:avLst/>
                <a:gdLst>
                  <a:gd name="connsiteX0" fmla="*/ 42730 w 49499"/>
                  <a:gd name="connsiteY0" fmla="*/ 17583 h 47188"/>
                  <a:gd name="connsiteX1" fmla="*/ 38676 w 49499"/>
                  <a:gd name="connsiteY1" fmla="*/ 14521 h 47188"/>
                  <a:gd name="connsiteX2" fmla="*/ 37259 w 49499"/>
                  <a:gd name="connsiteY2" fmla="*/ 16350 h 47188"/>
                  <a:gd name="connsiteX3" fmla="*/ 31716 w 49499"/>
                  <a:gd name="connsiteY3" fmla="*/ 12098 h 47188"/>
                  <a:gd name="connsiteX4" fmla="*/ 29548 w 49499"/>
                  <a:gd name="connsiteY4" fmla="*/ 14933 h 47188"/>
                  <a:gd name="connsiteX5" fmla="*/ 35104 w 49499"/>
                  <a:gd name="connsiteY5" fmla="*/ 19185 h 47188"/>
                  <a:gd name="connsiteX6" fmla="*/ 34027 w 49499"/>
                  <a:gd name="connsiteY6" fmla="*/ 20603 h 47188"/>
                  <a:gd name="connsiteX7" fmla="*/ 29108 w 49499"/>
                  <a:gd name="connsiteY7" fmla="*/ 16889 h 47188"/>
                  <a:gd name="connsiteX8" fmla="*/ 26953 w 49499"/>
                  <a:gd name="connsiteY8" fmla="*/ 19724 h 47188"/>
                  <a:gd name="connsiteX9" fmla="*/ 31858 w 49499"/>
                  <a:gd name="connsiteY9" fmla="*/ 23452 h 47188"/>
                  <a:gd name="connsiteX10" fmla="*/ 30752 w 49499"/>
                  <a:gd name="connsiteY10" fmla="*/ 24869 h 47188"/>
                  <a:gd name="connsiteX11" fmla="*/ 25011 w 49499"/>
                  <a:gd name="connsiteY11" fmla="*/ 20518 h 47188"/>
                  <a:gd name="connsiteX12" fmla="*/ 22843 w 49499"/>
                  <a:gd name="connsiteY12" fmla="*/ 23353 h 47188"/>
                  <a:gd name="connsiteX13" fmla="*/ 28598 w 49499"/>
                  <a:gd name="connsiteY13" fmla="*/ 27704 h 47188"/>
                  <a:gd name="connsiteX14" fmla="*/ 27393 w 49499"/>
                  <a:gd name="connsiteY14" fmla="*/ 29292 h 47188"/>
                  <a:gd name="connsiteX15" fmla="*/ 15273 w 49499"/>
                  <a:gd name="connsiteY15" fmla="*/ 20106 h 47188"/>
                  <a:gd name="connsiteX16" fmla="*/ 16464 w 49499"/>
                  <a:gd name="connsiteY16" fmla="*/ 18519 h 47188"/>
                  <a:gd name="connsiteX17" fmla="*/ 21695 w 49499"/>
                  <a:gd name="connsiteY17" fmla="*/ 22474 h 47188"/>
                  <a:gd name="connsiteX18" fmla="*/ 23863 w 49499"/>
                  <a:gd name="connsiteY18" fmla="*/ 19639 h 47188"/>
                  <a:gd name="connsiteX19" fmla="*/ 18619 w 49499"/>
                  <a:gd name="connsiteY19" fmla="*/ 15684 h 47188"/>
                  <a:gd name="connsiteX20" fmla="*/ 19738 w 49499"/>
                  <a:gd name="connsiteY20" fmla="*/ 14266 h 47188"/>
                  <a:gd name="connsiteX21" fmla="*/ 24416 w 49499"/>
                  <a:gd name="connsiteY21" fmla="*/ 17810 h 47188"/>
                  <a:gd name="connsiteX22" fmla="*/ 26571 w 49499"/>
                  <a:gd name="connsiteY22" fmla="*/ 14975 h 47188"/>
                  <a:gd name="connsiteX23" fmla="*/ 21893 w 49499"/>
                  <a:gd name="connsiteY23" fmla="*/ 11446 h 47188"/>
                  <a:gd name="connsiteX24" fmla="*/ 22970 w 49499"/>
                  <a:gd name="connsiteY24" fmla="*/ 10028 h 47188"/>
                  <a:gd name="connsiteX25" fmla="*/ 28243 w 49499"/>
                  <a:gd name="connsiteY25" fmla="*/ 14011 h 47188"/>
                  <a:gd name="connsiteX26" fmla="*/ 30398 w 49499"/>
                  <a:gd name="connsiteY26" fmla="*/ 11176 h 47188"/>
                  <a:gd name="connsiteX27" fmla="*/ 25125 w 49499"/>
                  <a:gd name="connsiteY27" fmla="*/ 7179 h 47188"/>
                  <a:gd name="connsiteX28" fmla="*/ 26542 w 49499"/>
                  <a:gd name="connsiteY28" fmla="*/ 5364 h 47188"/>
                  <a:gd name="connsiteX29" fmla="*/ 22488 w 49499"/>
                  <a:gd name="connsiteY29" fmla="*/ 2303 h 47188"/>
                  <a:gd name="connsiteX30" fmla="*/ 21071 w 49499"/>
                  <a:gd name="connsiteY30" fmla="*/ 4117 h 47188"/>
                  <a:gd name="connsiteX31" fmla="*/ 15160 w 49499"/>
                  <a:gd name="connsiteY31" fmla="*/ -348 h 47188"/>
                  <a:gd name="connsiteX32" fmla="*/ 13005 w 49499"/>
                  <a:gd name="connsiteY32" fmla="*/ 2487 h 47188"/>
                  <a:gd name="connsiteX33" fmla="*/ 18916 w 49499"/>
                  <a:gd name="connsiteY33" fmla="*/ 6952 h 47188"/>
                  <a:gd name="connsiteX34" fmla="*/ 17839 w 49499"/>
                  <a:gd name="connsiteY34" fmla="*/ 8370 h 47188"/>
                  <a:gd name="connsiteX35" fmla="*/ 12636 w 49499"/>
                  <a:gd name="connsiteY35" fmla="*/ 4429 h 47188"/>
                  <a:gd name="connsiteX36" fmla="*/ 10482 w 49499"/>
                  <a:gd name="connsiteY36" fmla="*/ 7264 h 47188"/>
                  <a:gd name="connsiteX37" fmla="*/ 15670 w 49499"/>
                  <a:gd name="connsiteY37" fmla="*/ 11190 h 47188"/>
                  <a:gd name="connsiteX38" fmla="*/ 14564 w 49499"/>
                  <a:gd name="connsiteY38" fmla="*/ 12608 h 47188"/>
                  <a:gd name="connsiteX39" fmla="*/ 7902 w 49499"/>
                  <a:gd name="connsiteY39" fmla="*/ 7562 h 47188"/>
                  <a:gd name="connsiteX40" fmla="*/ 5748 w 49499"/>
                  <a:gd name="connsiteY40" fmla="*/ 10397 h 47188"/>
                  <a:gd name="connsiteX41" fmla="*/ 12410 w 49499"/>
                  <a:gd name="connsiteY41" fmla="*/ 15429 h 47188"/>
                  <a:gd name="connsiteX42" fmla="*/ 11205 w 49499"/>
                  <a:gd name="connsiteY42" fmla="*/ 17016 h 47188"/>
                  <a:gd name="connsiteX43" fmla="*/ 6952 w 49499"/>
                  <a:gd name="connsiteY43" fmla="*/ 13841 h 47188"/>
                  <a:gd name="connsiteX44" fmla="*/ 4727 w 49499"/>
                  <a:gd name="connsiteY44" fmla="*/ 16775 h 47188"/>
                  <a:gd name="connsiteX45" fmla="*/ 28825 w 49499"/>
                  <a:gd name="connsiteY45" fmla="*/ 34976 h 47188"/>
                  <a:gd name="connsiteX46" fmla="*/ 27691 w 49499"/>
                  <a:gd name="connsiteY46" fmla="*/ 36493 h 47188"/>
                  <a:gd name="connsiteX47" fmla="*/ 5010 w 49499"/>
                  <a:gd name="connsiteY47" fmla="*/ 19398 h 47188"/>
                  <a:gd name="connsiteX48" fmla="*/ 2941 w 49499"/>
                  <a:gd name="connsiteY48" fmla="*/ 22133 h 47188"/>
                  <a:gd name="connsiteX49" fmla="*/ 25706 w 49499"/>
                  <a:gd name="connsiteY49" fmla="*/ 39356 h 47188"/>
                  <a:gd name="connsiteX50" fmla="*/ 24558 w 49499"/>
                  <a:gd name="connsiteY50" fmla="*/ 40859 h 47188"/>
                  <a:gd name="connsiteX51" fmla="*/ 21 w 49499"/>
                  <a:gd name="connsiteY51" fmla="*/ 22304 h 47188"/>
                  <a:gd name="connsiteX52" fmla="*/ -2205 w 49499"/>
                  <a:gd name="connsiteY52" fmla="*/ 25238 h 47188"/>
                  <a:gd name="connsiteX53" fmla="*/ 11970 w 49499"/>
                  <a:gd name="connsiteY53" fmla="*/ 35926 h 47188"/>
                  <a:gd name="connsiteX54" fmla="*/ 9135 w 49499"/>
                  <a:gd name="connsiteY54" fmla="*/ 35685 h 47188"/>
                  <a:gd name="connsiteX55" fmla="*/ 10142 w 49499"/>
                  <a:gd name="connsiteY55" fmla="*/ 42772 h 47188"/>
                  <a:gd name="connsiteX56" fmla="*/ 14465 w 49499"/>
                  <a:gd name="connsiteY56" fmla="*/ 42928 h 47188"/>
                  <a:gd name="connsiteX57" fmla="*/ 13430 w 49499"/>
                  <a:gd name="connsiteY57" fmla="*/ 37031 h 47188"/>
                  <a:gd name="connsiteX58" fmla="*/ 26401 w 49499"/>
                  <a:gd name="connsiteY58" fmla="*/ 46841 h 47188"/>
                  <a:gd name="connsiteX59" fmla="*/ 35175 w 49499"/>
                  <a:gd name="connsiteY59" fmla="*/ 35217 h 47188"/>
                  <a:gd name="connsiteX60" fmla="*/ 31574 w 49499"/>
                  <a:gd name="connsiteY60" fmla="*/ 32481 h 47188"/>
                  <a:gd name="connsiteX61" fmla="*/ 32765 w 49499"/>
                  <a:gd name="connsiteY61" fmla="*/ 30908 h 47188"/>
                  <a:gd name="connsiteX62" fmla="*/ 39186 w 49499"/>
                  <a:gd name="connsiteY62" fmla="*/ 35756 h 47188"/>
                  <a:gd name="connsiteX63" fmla="*/ 41355 w 49499"/>
                  <a:gd name="connsiteY63" fmla="*/ 32921 h 47188"/>
                  <a:gd name="connsiteX64" fmla="*/ 34920 w 49499"/>
                  <a:gd name="connsiteY64" fmla="*/ 28059 h 47188"/>
                  <a:gd name="connsiteX65" fmla="*/ 36039 w 49499"/>
                  <a:gd name="connsiteY65" fmla="*/ 26641 h 47188"/>
                  <a:gd name="connsiteX66" fmla="*/ 41072 w 49499"/>
                  <a:gd name="connsiteY66" fmla="*/ 30454 h 47188"/>
                  <a:gd name="connsiteX67" fmla="*/ 43226 w 49499"/>
                  <a:gd name="connsiteY67" fmla="*/ 27619 h 47188"/>
                  <a:gd name="connsiteX68" fmla="*/ 38194 w 49499"/>
                  <a:gd name="connsiteY68" fmla="*/ 23806 h 47188"/>
                  <a:gd name="connsiteX69" fmla="*/ 39271 w 49499"/>
                  <a:gd name="connsiteY69" fmla="*/ 22389 h 47188"/>
                  <a:gd name="connsiteX70" fmla="*/ 45140 w 49499"/>
                  <a:gd name="connsiteY70" fmla="*/ 26840 h 47188"/>
                  <a:gd name="connsiteX71" fmla="*/ 47295 w 49499"/>
                  <a:gd name="connsiteY71" fmla="*/ 24005 h 47188"/>
                  <a:gd name="connsiteX72" fmla="*/ 41426 w 49499"/>
                  <a:gd name="connsiteY72" fmla="*/ 19568 h 47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9499" h="47188">
                    <a:moveTo>
                      <a:pt x="42730" y="17583"/>
                    </a:moveTo>
                    <a:lnTo>
                      <a:pt x="38676" y="14521"/>
                    </a:lnTo>
                    <a:lnTo>
                      <a:pt x="37259" y="16350"/>
                    </a:lnTo>
                    <a:lnTo>
                      <a:pt x="31716" y="12098"/>
                    </a:lnTo>
                    <a:lnTo>
                      <a:pt x="29548" y="14933"/>
                    </a:lnTo>
                    <a:lnTo>
                      <a:pt x="35104" y="19185"/>
                    </a:lnTo>
                    <a:lnTo>
                      <a:pt x="34027" y="20603"/>
                    </a:lnTo>
                    <a:lnTo>
                      <a:pt x="29108" y="16889"/>
                    </a:lnTo>
                    <a:lnTo>
                      <a:pt x="26953" y="19724"/>
                    </a:lnTo>
                    <a:lnTo>
                      <a:pt x="31858" y="23452"/>
                    </a:lnTo>
                    <a:lnTo>
                      <a:pt x="30752" y="24869"/>
                    </a:lnTo>
                    <a:lnTo>
                      <a:pt x="25011" y="20518"/>
                    </a:lnTo>
                    <a:lnTo>
                      <a:pt x="22843" y="23353"/>
                    </a:lnTo>
                    <a:lnTo>
                      <a:pt x="28598" y="27704"/>
                    </a:lnTo>
                    <a:lnTo>
                      <a:pt x="27393" y="29292"/>
                    </a:lnTo>
                    <a:lnTo>
                      <a:pt x="15273" y="20106"/>
                    </a:lnTo>
                    <a:lnTo>
                      <a:pt x="16464" y="18519"/>
                    </a:lnTo>
                    <a:lnTo>
                      <a:pt x="21695" y="22474"/>
                    </a:lnTo>
                    <a:lnTo>
                      <a:pt x="23863" y="19639"/>
                    </a:lnTo>
                    <a:lnTo>
                      <a:pt x="18619" y="15684"/>
                    </a:lnTo>
                    <a:lnTo>
                      <a:pt x="19738" y="14266"/>
                    </a:lnTo>
                    <a:lnTo>
                      <a:pt x="24416" y="17810"/>
                    </a:lnTo>
                    <a:lnTo>
                      <a:pt x="26571" y="14975"/>
                    </a:lnTo>
                    <a:lnTo>
                      <a:pt x="21893" y="11446"/>
                    </a:lnTo>
                    <a:lnTo>
                      <a:pt x="22970" y="10028"/>
                    </a:lnTo>
                    <a:lnTo>
                      <a:pt x="28243" y="14011"/>
                    </a:lnTo>
                    <a:lnTo>
                      <a:pt x="30398" y="11176"/>
                    </a:lnTo>
                    <a:lnTo>
                      <a:pt x="25125" y="7179"/>
                    </a:lnTo>
                    <a:lnTo>
                      <a:pt x="26542" y="5364"/>
                    </a:lnTo>
                    <a:lnTo>
                      <a:pt x="22488" y="2303"/>
                    </a:lnTo>
                    <a:lnTo>
                      <a:pt x="21071" y="4117"/>
                    </a:lnTo>
                    <a:lnTo>
                      <a:pt x="15160" y="-348"/>
                    </a:lnTo>
                    <a:lnTo>
                      <a:pt x="13005" y="2487"/>
                    </a:lnTo>
                    <a:lnTo>
                      <a:pt x="18916" y="6952"/>
                    </a:lnTo>
                    <a:lnTo>
                      <a:pt x="17839" y="8370"/>
                    </a:lnTo>
                    <a:lnTo>
                      <a:pt x="12636" y="4429"/>
                    </a:lnTo>
                    <a:lnTo>
                      <a:pt x="10482" y="7264"/>
                    </a:lnTo>
                    <a:lnTo>
                      <a:pt x="15670" y="11190"/>
                    </a:lnTo>
                    <a:lnTo>
                      <a:pt x="14564" y="12608"/>
                    </a:lnTo>
                    <a:lnTo>
                      <a:pt x="7902" y="7562"/>
                    </a:lnTo>
                    <a:lnTo>
                      <a:pt x="5748" y="10397"/>
                    </a:lnTo>
                    <a:lnTo>
                      <a:pt x="12410" y="15429"/>
                    </a:lnTo>
                    <a:lnTo>
                      <a:pt x="11205" y="17016"/>
                    </a:lnTo>
                    <a:lnTo>
                      <a:pt x="6952" y="13841"/>
                    </a:lnTo>
                    <a:lnTo>
                      <a:pt x="4727" y="16775"/>
                    </a:lnTo>
                    <a:lnTo>
                      <a:pt x="28825" y="34976"/>
                    </a:lnTo>
                    <a:lnTo>
                      <a:pt x="27691" y="36493"/>
                    </a:lnTo>
                    <a:lnTo>
                      <a:pt x="5010" y="19398"/>
                    </a:lnTo>
                    <a:lnTo>
                      <a:pt x="2941" y="22133"/>
                    </a:lnTo>
                    <a:lnTo>
                      <a:pt x="25706" y="39356"/>
                    </a:lnTo>
                    <a:lnTo>
                      <a:pt x="24558" y="40859"/>
                    </a:lnTo>
                    <a:lnTo>
                      <a:pt x="21" y="22304"/>
                    </a:lnTo>
                    <a:lnTo>
                      <a:pt x="-2205" y="25238"/>
                    </a:lnTo>
                    <a:lnTo>
                      <a:pt x="11970" y="35926"/>
                    </a:lnTo>
                    <a:lnTo>
                      <a:pt x="9135" y="35685"/>
                    </a:lnTo>
                    <a:cubicBezTo>
                      <a:pt x="9632" y="38022"/>
                      <a:pt x="9972" y="40389"/>
                      <a:pt x="10142" y="42772"/>
                    </a:cubicBezTo>
                    <a:lnTo>
                      <a:pt x="14465" y="42928"/>
                    </a:lnTo>
                    <a:cubicBezTo>
                      <a:pt x="14281" y="40938"/>
                      <a:pt x="13941" y="38965"/>
                      <a:pt x="13430" y="37031"/>
                    </a:cubicBezTo>
                    <a:lnTo>
                      <a:pt x="26401" y="46841"/>
                    </a:lnTo>
                    <a:lnTo>
                      <a:pt x="35175" y="35217"/>
                    </a:lnTo>
                    <a:lnTo>
                      <a:pt x="31574" y="32481"/>
                    </a:lnTo>
                    <a:lnTo>
                      <a:pt x="32765" y="30908"/>
                    </a:lnTo>
                    <a:lnTo>
                      <a:pt x="39186" y="35756"/>
                    </a:lnTo>
                    <a:lnTo>
                      <a:pt x="41355" y="32921"/>
                    </a:lnTo>
                    <a:lnTo>
                      <a:pt x="34920" y="28059"/>
                    </a:lnTo>
                    <a:lnTo>
                      <a:pt x="36039" y="26641"/>
                    </a:lnTo>
                    <a:lnTo>
                      <a:pt x="41072" y="30454"/>
                    </a:lnTo>
                    <a:lnTo>
                      <a:pt x="43226" y="27619"/>
                    </a:lnTo>
                    <a:lnTo>
                      <a:pt x="38194" y="23806"/>
                    </a:lnTo>
                    <a:lnTo>
                      <a:pt x="39271" y="22389"/>
                    </a:lnTo>
                    <a:lnTo>
                      <a:pt x="45140" y="26840"/>
                    </a:lnTo>
                    <a:lnTo>
                      <a:pt x="47295" y="24005"/>
                    </a:lnTo>
                    <a:lnTo>
                      <a:pt x="41426" y="195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5ED68102-1CF0-482B-8141-29FC201A8195}"/>
                  </a:ext>
                </a:extLst>
              </p:cNvPr>
              <p:cNvSpPr/>
              <p:nvPr/>
            </p:nvSpPr>
            <p:spPr>
              <a:xfrm>
                <a:off x="2391316" y="-844758"/>
                <a:ext cx="4761" cy="10361"/>
              </a:xfrm>
              <a:custGeom>
                <a:avLst/>
                <a:gdLst>
                  <a:gd name="connsiteX0" fmla="*/ -2205 w 4761"/>
                  <a:gd name="connsiteY0" fmla="*/ -365 h 10361"/>
                  <a:gd name="connsiteX1" fmla="*/ -2106 w 4761"/>
                  <a:gd name="connsiteY1" fmla="*/ 9813 h 10361"/>
                  <a:gd name="connsiteX2" fmla="*/ 2501 w 4761"/>
                  <a:gd name="connsiteY2" fmla="*/ 9997 h 10361"/>
                  <a:gd name="connsiteX3" fmla="*/ 2104 w 4761"/>
                  <a:gd name="connsiteY3" fmla="*/ 74 h 10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1" h="10361">
                    <a:moveTo>
                      <a:pt x="-2205" y="-365"/>
                    </a:moveTo>
                    <a:cubicBezTo>
                      <a:pt x="-1908" y="3020"/>
                      <a:pt x="-1879" y="6423"/>
                      <a:pt x="-2106" y="9813"/>
                    </a:cubicBezTo>
                    <a:lnTo>
                      <a:pt x="2501" y="9997"/>
                    </a:lnTo>
                    <a:cubicBezTo>
                      <a:pt x="2642" y="6684"/>
                      <a:pt x="2515" y="3365"/>
                      <a:pt x="2104" y="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8DA302AD-1E09-41DB-A183-D250B0518619}"/>
                  </a:ext>
                </a:extLst>
              </p:cNvPr>
              <p:cNvSpPr/>
              <p:nvPr/>
            </p:nvSpPr>
            <p:spPr>
              <a:xfrm>
                <a:off x="2359280" y="-864929"/>
                <a:ext cx="10574" cy="8264"/>
              </a:xfrm>
              <a:custGeom>
                <a:avLst/>
                <a:gdLst>
                  <a:gd name="connsiteX0" fmla="*/ 5410 w 10574"/>
                  <a:gd name="connsiteY0" fmla="*/ -352 h 8264"/>
                  <a:gd name="connsiteX1" fmla="*/ -2188 w 10574"/>
                  <a:gd name="connsiteY1" fmla="*/ 3361 h 8264"/>
                  <a:gd name="connsiteX2" fmla="*/ -459 w 10574"/>
                  <a:gd name="connsiteY2" fmla="*/ 7912 h 8264"/>
                  <a:gd name="connsiteX3" fmla="*/ 8387 w 10574"/>
                  <a:gd name="connsiteY3" fmla="*/ 3135 h 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74" h="8264">
                    <a:moveTo>
                      <a:pt x="5410" y="-352"/>
                    </a:moveTo>
                    <a:cubicBezTo>
                      <a:pt x="3127" y="1336"/>
                      <a:pt x="548" y="2594"/>
                      <a:pt x="-2188" y="3361"/>
                    </a:cubicBezTo>
                    <a:lnTo>
                      <a:pt x="-459" y="7912"/>
                    </a:lnTo>
                    <a:cubicBezTo>
                      <a:pt x="2745" y="6829"/>
                      <a:pt x="5722" y="5214"/>
                      <a:pt x="8387" y="313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FD3A1CA2-5EF6-44CC-A0B0-7F6521BCCFAE}"/>
                  </a:ext>
                </a:extLst>
              </p:cNvPr>
              <p:cNvSpPr/>
              <p:nvPr/>
            </p:nvSpPr>
            <p:spPr>
              <a:xfrm>
                <a:off x="2367988" y="-860861"/>
                <a:ext cx="22519" cy="21049"/>
              </a:xfrm>
              <a:custGeom>
                <a:avLst/>
                <a:gdLst>
                  <a:gd name="connsiteX0" fmla="*/ 14412 w 22519"/>
                  <a:gd name="connsiteY0" fmla="*/ 15319 h 21049"/>
                  <a:gd name="connsiteX1" fmla="*/ 12697 w 22519"/>
                  <a:gd name="connsiteY1" fmla="*/ 14780 h 21049"/>
                  <a:gd name="connsiteX2" fmla="*/ 3894 w 22519"/>
                  <a:gd name="connsiteY2" fmla="*/ 8118 h 21049"/>
                  <a:gd name="connsiteX3" fmla="*/ 3384 w 22519"/>
                  <a:gd name="connsiteY3" fmla="*/ 6491 h 21049"/>
                  <a:gd name="connsiteX4" fmla="*/ 3596 w 22519"/>
                  <a:gd name="connsiteY4" fmla="*/ 6204 h 21049"/>
                  <a:gd name="connsiteX5" fmla="*/ 6261 w 22519"/>
                  <a:gd name="connsiteY5" fmla="*/ 2675 h 21049"/>
                  <a:gd name="connsiteX6" fmla="*/ 2264 w 22519"/>
                  <a:gd name="connsiteY6" fmla="*/ -359 h 21049"/>
                  <a:gd name="connsiteX7" fmla="*/ -1067 w 22519"/>
                  <a:gd name="connsiteY7" fmla="*/ 4050 h 21049"/>
                  <a:gd name="connsiteX8" fmla="*/ 195 w 22519"/>
                  <a:gd name="connsiteY8" fmla="*/ 10797 h 21049"/>
                  <a:gd name="connsiteX9" fmla="*/ 10854 w 22519"/>
                  <a:gd name="connsiteY9" fmla="*/ 18863 h 21049"/>
                  <a:gd name="connsiteX10" fmla="*/ 14837 w 22519"/>
                  <a:gd name="connsiteY10" fmla="*/ 20691 h 21049"/>
                  <a:gd name="connsiteX11" fmla="*/ 20323 w 22519"/>
                  <a:gd name="connsiteY11" fmla="*/ 16807 h 21049"/>
                  <a:gd name="connsiteX12" fmla="*/ 17488 w 22519"/>
                  <a:gd name="connsiteY12" fmla="*/ 12767 h 21049"/>
                  <a:gd name="connsiteX13" fmla="*/ 14412 w 22519"/>
                  <a:gd name="connsiteY13" fmla="*/ 15319 h 21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519" h="21049">
                    <a:moveTo>
                      <a:pt x="14412" y="15319"/>
                    </a:moveTo>
                    <a:cubicBezTo>
                      <a:pt x="13789" y="15405"/>
                      <a:pt x="13165" y="15208"/>
                      <a:pt x="12697" y="14780"/>
                    </a:cubicBezTo>
                    <a:lnTo>
                      <a:pt x="3894" y="8118"/>
                    </a:lnTo>
                    <a:cubicBezTo>
                      <a:pt x="3299" y="7809"/>
                      <a:pt x="3072" y="7080"/>
                      <a:pt x="3384" y="6491"/>
                    </a:cubicBezTo>
                    <a:cubicBezTo>
                      <a:pt x="3441" y="6386"/>
                      <a:pt x="3512" y="6289"/>
                      <a:pt x="3596" y="6204"/>
                    </a:cubicBezTo>
                    <a:lnTo>
                      <a:pt x="6261" y="2675"/>
                    </a:lnTo>
                    <a:lnTo>
                      <a:pt x="2264" y="-359"/>
                    </a:lnTo>
                    <a:lnTo>
                      <a:pt x="-1067" y="4050"/>
                    </a:lnTo>
                    <a:cubicBezTo>
                      <a:pt x="-2924" y="6516"/>
                      <a:pt x="-2484" y="8756"/>
                      <a:pt x="195" y="10797"/>
                    </a:cubicBezTo>
                    <a:lnTo>
                      <a:pt x="10854" y="18863"/>
                    </a:lnTo>
                    <a:cubicBezTo>
                      <a:pt x="11988" y="19829"/>
                      <a:pt x="13363" y="20462"/>
                      <a:pt x="14837" y="20691"/>
                    </a:cubicBezTo>
                    <a:cubicBezTo>
                      <a:pt x="16000" y="20691"/>
                      <a:pt x="17857" y="19430"/>
                      <a:pt x="20323" y="16807"/>
                    </a:cubicBezTo>
                    <a:lnTo>
                      <a:pt x="17488" y="12767"/>
                    </a:lnTo>
                    <a:cubicBezTo>
                      <a:pt x="16056" y="14327"/>
                      <a:pt x="15036" y="15177"/>
                      <a:pt x="14412" y="15319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EF7C504E-42EC-453C-B1F2-A0D195901B7C}"/>
                  </a:ext>
                </a:extLst>
              </p:cNvPr>
              <p:cNvSpPr/>
              <p:nvPr/>
            </p:nvSpPr>
            <p:spPr>
              <a:xfrm>
                <a:off x="2449334" y="-844786"/>
                <a:ext cx="51526" cy="53780"/>
              </a:xfrm>
              <a:custGeom>
                <a:avLst/>
                <a:gdLst>
                  <a:gd name="connsiteX0" fmla="*/ 4097 w 51526"/>
                  <a:gd name="connsiteY0" fmla="*/ 36756 h 53780"/>
                  <a:gd name="connsiteX1" fmla="*/ 14502 w 51526"/>
                  <a:gd name="connsiteY1" fmla="*/ 5528 h 53780"/>
                  <a:gd name="connsiteX2" fmla="*/ 47714 w 51526"/>
                  <a:gd name="connsiteY2" fmla="*/ 16599 h 53780"/>
                  <a:gd name="connsiteX3" fmla="*/ 49273 w 51526"/>
                  <a:gd name="connsiteY3" fmla="*/ 11935 h 53780"/>
                  <a:gd name="connsiteX4" fmla="*/ 11298 w 51526"/>
                  <a:gd name="connsiteY4" fmla="*/ -723 h 53780"/>
                  <a:gd name="connsiteX5" fmla="*/ -2253 w 51526"/>
                  <a:gd name="connsiteY5" fmla="*/ 39889 h 53780"/>
                  <a:gd name="connsiteX6" fmla="*/ 37239 w 51526"/>
                  <a:gd name="connsiteY6" fmla="*/ 53057 h 53780"/>
                  <a:gd name="connsiteX7" fmla="*/ 38812 w 51526"/>
                  <a:gd name="connsiteY7" fmla="*/ 48337 h 53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526" h="53780">
                    <a:moveTo>
                      <a:pt x="4097" y="36756"/>
                    </a:moveTo>
                    <a:lnTo>
                      <a:pt x="14502" y="5528"/>
                    </a:lnTo>
                    <a:lnTo>
                      <a:pt x="47714" y="16599"/>
                    </a:lnTo>
                    <a:lnTo>
                      <a:pt x="49273" y="11935"/>
                    </a:lnTo>
                    <a:lnTo>
                      <a:pt x="11298" y="-723"/>
                    </a:lnTo>
                    <a:lnTo>
                      <a:pt x="-2253" y="39889"/>
                    </a:lnTo>
                    <a:lnTo>
                      <a:pt x="37239" y="53057"/>
                    </a:lnTo>
                    <a:lnTo>
                      <a:pt x="38812" y="4833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841FB6EF-4EF6-44E6-8C8B-ECD29DBE7D54}"/>
                  </a:ext>
                </a:extLst>
              </p:cNvPr>
              <p:cNvSpPr/>
              <p:nvPr/>
            </p:nvSpPr>
            <p:spPr>
              <a:xfrm>
                <a:off x="2476366" y="-811829"/>
                <a:ext cx="13225" cy="14004"/>
              </a:xfrm>
              <a:custGeom>
                <a:avLst/>
                <a:gdLst>
                  <a:gd name="connsiteX0" fmla="*/ -2258 w 13225"/>
                  <a:gd name="connsiteY0" fmla="*/ 2435 h 14004"/>
                  <a:gd name="connsiteX1" fmla="*/ 6913 w 13225"/>
                  <a:gd name="connsiteY1" fmla="*/ 13620 h 14004"/>
                  <a:gd name="connsiteX2" fmla="*/ 10968 w 13225"/>
                  <a:gd name="connsiteY2" fmla="*/ 10402 h 14004"/>
                  <a:gd name="connsiteX3" fmla="*/ 1414 w 13225"/>
                  <a:gd name="connsiteY3" fmla="*/ -385 h 1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5" h="14004">
                    <a:moveTo>
                      <a:pt x="-2258" y="2435"/>
                    </a:moveTo>
                    <a:cubicBezTo>
                      <a:pt x="1286" y="5740"/>
                      <a:pt x="4362" y="9502"/>
                      <a:pt x="6913" y="13620"/>
                    </a:cubicBezTo>
                    <a:lnTo>
                      <a:pt x="10968" y="10402"/>
                    </a:lnTo>
                    <a:cubicBezTo>
                      <a:pt x="8217" y="6447"/>
                      <a:pt x="5000" y="2827"/>
                      <a:pt x="1414" y="-38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6F1CE8C4-C482-42BF-9913-44D49897019C}"/>
                  </a:ext>
                </a:extLst>
              </p:cNvPr>
              <p:cNvSpPr/>
              <p:nvPr/>
            </p:nvSpPr>
            <p:spPr>
              <a:xfrm>
                <a:off x="2459044" y="-835275"/>
                <a:ext cx="35210" cy="29125"/>
              </a:xfrm>
              <a:custGeom>
                <a:avLst/>
                <a:gdLst>
                  <a:gd name="connsiteX0" fmla="*/ 21886 w 35210"/>
                  <a:gd name="connsiteY0" fmla="*/ 11928 h 29125"/>
                  <a:gd name="connsiteX1" fmla="*/ 31454 w 35210"/>
                  <a:gd name="connsiteY1" fmla="*/ 15117 h 29125"/>
                  <a:gd name="connsiteX2" fmla="*/ 32957 w 35210"/>
                  <a:gd name="connsiteY2" fmla="*/ 10638 h 29125"/>
                  <a:gd name="connsiteX3" fmla="*/ 15309 w 35210"/>
                  <a:gd name="connsiteY3" fmla="*/ 4755 h 29125"/>
                  <a:gd name="connsiteX4" fmla="*/ 17208 w 35210"/>
                  <a:gd name="connsiteY4" fmla="*/ 2346 h 29125"/>
                  <a:gd name="connsiteX5" fmla="*/ 13140 w 35210"/>
                  <a:gd name="connsiteY5" fmla="*/ -376 h 29125"/>
                  <a:gd name="connsiteX6" fmla="*/ 3544 w 35210"/>
                  <a:gd name="connsiteY6" fmla="*/ 7179 h 29125"/>
                  <a:gd name="connsiteX7" fmla="*/ 6066 w 35210"/>
                  <a:gd name="connsiteY7" fmla="*/ 11744 h 29125"/>
                  <a:gd name="connsiteX8" fmla="*/ 11510 w 35210"/>
                  <a:gd name="connsiteY8" fmla="*/ 8469 h 29125"/>
                  <a:gd name="connsiteX9" fmla="*/ 17180 w 35210"/>
                  <a:gd name="connsiteY9" fmla="*/ 10354 h 29125"/>
                  <a:gd name="connsiteX10" fmla="*/ 16570 w 35210"/>
                  <a:gd name="connsiteY10" fmla="*/ 12197 h 29125"/>
                  <a:gd name="connsiteX11" fmla="*/ 15252 w 35210"/>
                  <a:gd name="connsiteY11" fmla="*/ 15032 h 29125"/>
                  <a:gd name="connsiteX12" fmla="*/ 2409 w 35210"/>
                  <a:gd name="connsiteY12" fmla="*/ 10780 h 29125"/>
                  <a:gd name="connsiteX13" fmla="*/ 878 w 35210"/>
                  <a:gd name="connsiteY13" fmla="*/ 15401 h 29125"/>
                  <a:gd name="connsiteX14" fmla="*/ 12389 w 35210"/>
                  <a:gd name="connsiteY14" fmla="*/ 19242 h 29125"/>
                  <a:gd name="connsiteX15" fmla="*/ 10262 w 35210"/>
                  <a:gd name="connsiteY15" fmla="*/ 21198 h 29125"/>
                  <a:gd name="connsiteX16" fmla="*/ -2254 w 35210"/>
                  <a:gd name="connsiteY16" fmla="*/ 23693 h 29125"/>
                  <a:gd name="connsiteX17" fmla="*/ -950 w 35210"/>
                  <a:gd name="connsiteY17" fmla="*/ 28739 h 29125"/>
                  <a:gd name="connsiteX18" fmla="*/ 12885 w 35210"/>
                  <a:gd name="connsiteY18" fmla="*/ 25593 h 29125"/>
                  <a:gd name="connsiteX19" fmla="*/ 17520 w 35210"/>
                  <a:gd name="connsiteY19" fmla="*/ 20957 h 29125"/>
                  <a:gd name="connsiteX20" fmla="*/ 31114 w 35210"/>
                  <a:gd name="connsiteY20" fmla="*/ 25479 h 29125"/>
                  <a:gd name="connsiteX21" fmla="*/ 32659 w 35210"/>
                  <a:gd name="connsiteY21" fmla="*/ 20858 h 29125"/>
                  <a:gd name="connsiteX22" fmla="*/ 20015 w 35210"/>
                  <a:gd name="connsiteY22" fmla="*/ 16606 h 29125"/>
                  <a:gd name="connsiteX23" fmla="*/ 21290 w 35210"/>
                  <a:gd name="connsiteY23" fmla="*/ 13771 h 2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5210" h="29125">
                    <a:moveTo>
                      <a:pt x="21886" y="11928"/>
                    </a:moveTo>
                    <a:lnTo>
                      <a:pt x="31454" y="15117"/>
                    </a:lnTo>
                    <a:lnTo>
                      <a:pt x="32957" y="10638"/>
                    </a:lnTo>
                    <a:lnTo>
                      <a:pt x="15309" y="4755"/>
                    </a:lnTo>
                    <a:cubicBezTo>
                      <a:pt x="15918" y="4018"/>
                      <a:pt x="16556" y="3224"/>
                      <a:pt x="17208" y="2346"/>
                    </a:cubicBezTo>
                    <a:lnTo>
                      <a:pt x="13140" y="-376"/>
                    </a:lnTo>
                    <a:cubicBezTo>
                      <a:pt x="10631" y="2908"/>
                      <a:pt x="7328" y="5507"/>
                      <a:pt x="3544" y="7179"/>
                    </a:cubicBezTo>
                    <a:lnTo>
                      <a:pt x="6066" y="11744"/>
                    </a:lnTo>
                    <a:cubicBezTo>
                      <a:pt x="8023" y="10921"/>
                      <a:pt x="9866" y="9819"/>
                      <a:pt x="11510" y="8469"/>
                    </a:cubicBezTo>
                    <a:lnTo>
                      <a:pt x="17180" y="10354"/>
                    </a:lnTo>
                    <a:lnTo>
                      <a:pt x="16570" y="12197"/>
                    </a:lnTo>
                    <a:cubicBezTo>
                      <a:pt x="16188" y="13168"/>
                      <a:pt x="15748" y="14115"/>
                      <a:pt x="15252" y="15032"/>
                    </a:cubicBezTo>
                    <a:lnTo>
                      <a:pt x="2409" y="10780"/>
                    </a:lnTo>
                    <a:lnTo>
                      <a:pt x="878" y="15401"/>
                    </a:lnTo>
                    <a:lnTo>
                      <a:pt x="12389" y="19242"/>
                    </a:lnTo>
                    <a:cubicBezTo>
                      <a:pt x="11736" y="19957"/>
                      <a:pt x="11028" y="20610"/>
                      <a:pt x="10262" y="21198"/>
                    </a:cubicBezTo>
                    <a:cubicBezTo>
                      <a:pt x="7626" y="22999"/>
                      <a:pt x="3473" y="23807"/>
                      <a:pt x="-2254" y="23693"/>
                    </a:cubicBezTo>
                    <a:lnTo>
                      <a:pt x="-950" y="28739"/>
                    </a:lnTo>
                    <a:cubicBezTo>
                      <a:pt x="4933" y="28867"/>
                      <a:pt x="9525" y="27818"/>
                      <a:pt x="12885" y="25593"/>
                    </a:cubicBezTo>
                    <a:cubicBezTo>
                      <a:pt x="14671" y="24306"/>
                      <a:pt x="16230" y="22741"/>
                      <a:pt x="17520" y="20957"/>
                    </a:cubicBezTo>
                    <a:lnTo>
                      <a:pt x="31114" y="25479"/>
                    </a:lnTo>
                    <a:lnTo>
                      <a:pt x="32659" y="20858"/>
                    </a:lnTo>
                    <a:lnTo>
                      <a:pt x="20015" y="16606"/>
                    </a:lnTo>
                    <a:cubicBezTo>
                      <a:pt x="20468" y="15698"/>
                      <a:pt x="20894" y="14749"/>
                      <a:pt x="21290" y="137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467411AD-FDA5-43E7-85C6-8C9794C1FF74}"/>
                  </a:ext>
                </a:extLst>
              </p:cNvPr>
              <p:cNvSpPr/>
              <p:nvPr/>
            </p:nvSpPr>
            <p:spPr>
              <a:xfrm>
                <a:off x="2563302" y="-813998"/>
                <a:ext cx="26733" cy="34218"/>
              </a:xfrm>
              <a:custGeom>
                <a:avLst/>
                <a:gdLst>
                  <a:gd name="connsiteX0" fmla="*/ 24421 w 26733"/>
                  <a:gd name="connsiteY0" fmla="*/ -390 h 34218"/>
                  <a:gd name="connsiteX1" fmla="*/ -2313 w 26733"/>
                  <a:gd name="connsiteY1" fmla="*/ 35 h 34218"/>
                  <a:gd name="connsiteX2" fmla="*/ -2313 w 26733"/>
                  <a:gd name="connsiteY2" fmla="*/ 4911 h 34218"/>
                  <a:gd name="connsiteX3" fmla="*/ 17532 w 26733"/>
                  <a:gd name="connsiteY3" fmla="*/ 4585 h 34218"/>
                  <a:gd name="connsiteX4" fmla="*/ 9197 w 26733"/>
                  <a:gd name="connsiteY4" fmla="*/ 10539 h 34218"/>
                  <a:gd name="connsiteX5" fmla="*/ 9197 w 26733"/>
                  <a:gd name="connsiteY5" fmla="*/ 26812 h 34218"/>
                  <a:gd name="connsiteX6" fmla="*/ 7269 w 26733"/>
                  <a:gd name="connsiteY6" fmla="*/ 29331 h 34218"/>
                  <a:gd name="connsiteX7" fmla="*/ 6716 w 26733"/>
                  <a:gd name="connsiteY7" fmla="*/ 29335 h 34218"/>
                  <a:gd name="connsiteX8" fmla="*/ 1301 w 26733"/>
                  <a:gd name="connsiteY8" fmla="*/ 29264 h 34218"/>
                  <a:gd name="connsiteX9" fmla="*/ 2563 w 26733"/>
                  <a:gd name="connsiteY9" fmla="*/ 33828 h 34218"/>
                  <a:gd name="connsiteX10" fmla="*/ 8772 w 26733"/>
                  <a:gd name="connsiteY10" fmla="*/ 33729 h 34218"/>
                  <a:gd name="connsiteX11" fmla="*/ 14329 w 26733"/>
                  <a:gd name="connsiteY11" fmla="*/ 28272 h 34218"/>
                  <a:gd name="connsiteX12" fmla="*/ 14329 w 26733"/>
                  <a:gd name="connsiteY12" fmla="*/ 12906 h 34218"/>
                  <a:gd name="connsiteX13" fmla="*/ 24407 w 26733"/>
                  <a:gd name="connsiteY13" fmla="*/ 4486 h 3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733" h="34218">
                    <a:moveTo>
                      <a:pt x="24421" y="-390"/>
                    </a:moveTo>
                    <a:lnTo>
                      <a:pt x="-2313" y="35"/>
                    </a:lnTo>
                    <a:lnTo>
                      <a:pt x="-2313" y="4911"/>
                    </a:lnTo>
                    <a:lnTo>
                      <a:pt x="17532" y="4585"/>
                    </a:lnTo>
                    <a:cubicBezTo>
                      <a:pt x="14938" y="6811"/>
                      <a:pt x="12145" y="8802"/>
                      <a:pt x="9197" y="10539"/>
                    </a:cubicBezTo>
                    <a:lnTo>
                      <a:pt x="9197" y="26812"/>
                    </a:lnTo>
                    <a:cubicBezTo>
                      <a:pt x="9367" y="28038"/>
                      <a:pt x="8502" y="29165"/>
                      <a:pt x="7269" y="29331"/>
                    </a:cubicBezTo>
                    <a:cubicBezTo>
                      <a:pt x="7085" y="29355"/>
                      <a:pt x="6901" y="29356"/>
                      <a:pt x="6716" y="29335"/>
                    </a:cubicBezTo>
                    <a:cubicBezTo>
                      <a:pt x="4789" y="29335"/>
                      <a:pt x="3003" y="29335"/>
                      <a:pt x="1301" y="29264"/>
                    </a:cubicBezTo>
                    <a:lnTo>
                      <a:pt x="2563" y="33828"/>
                    </a:lnTo>
                    <a:lnTo>
                      <a:pt x="8772" y="33729"/>
                    </a:lnTo>
                    <a:cubicBezTo>
                      <a:pt x="12443" y="33729"/>
                      <a:pt x="14329" y="31844"/>
                      <a:pt x="14329" y="28272"/>
                    </a:cubicBezTo>
                    <a:lnTo>
                      <a:pt x="14329" y="12906"/>
                    </a:lnTo>
                    <a:cubicBezTo>
                      <a:pt x="17929" y="10400"/>
                      <a:pt x="21303" y="7582"/>
                      <a:pt x="24407" y="448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08BCF529-2A59-4C40-A9BF-EA6D8B138351}"/>
                  </a:ext>
                </a:extLst>
              </p:cNvPr>
              <p:cNvSpPr/>
              <p:nvPr/>
            </p:nvSpPr>
            <p:spPr>
              <a:xfrm>
                <a:off x="2547227" y="-826472"/>
                <a:ext cx="44920" cy="46678"/>
              </a:xfrm>
              <a:custGeom>
                <a:avLst/>
                <a:gdLst>
                  <a:gd name="connsiteX0" fmla="*/ 27317 w 44920"/>
                  <a:gd name="connsiteY0" fmla="*/ 3583 h 46678"/>
                  <a:gd name="connsiteX1" fmla="*/ 26155 w 44920"/>
                  <a:gd name="connsiteY1" fmla="*/ -386 h 46678"/>
                  <a:gd name="connsiteX2" fmla="*/ 20839 w 44920"/>
                  <a:gd name="connsiteY2" fmla="*/ 592 h 46678"/>
                  <a:gd name="connsiteX3" fmla="*/ 22257 w 44920"/>
                  <a:gd name="connsiteY3" fmla="*/ 3653 h 46678"/>
                  <a:gd name="connsiteX4" fmla="*/ 5742 w 44920"/>
                  <a:gd name="connsiteY4" fmla="*/ 3923 h 46678"/>
                  <a:gd name="connsiteX5" fmla="*/ 5742 w 44920"/>
                  <a:gd name="connsiteY5" fmla="*/ 17347 h 46678"/>
                  <a:gd name="connsiteX6" fmla="*/ 2000 w 44920"/>
                  <a:gd name="connsiteY6" fmla="*/ 8842 h 46678"/>
                  <a:gd name="connsiteX7" fmla="*/ -2252 w 44920"/>
                  <a:gd name="connsiteY7" fmla="*/ 10656 h 46678"/>
                  <a:gd name="connsiteX8" fmla="*/ 2000 w 44920"/>
                  <a:gd name="connsiteY8" fmla="*/ 20182 h 46678"/>
                  <a:gd name="connsiteX9" fmla="*/ 5785 w 44920"/>
                  <a:gd name="connsiteY9" fmla="*/ 18424 h 46678"/>
                  <a:gd name="connsiteX10" fmla="*/ 5785 w 44920"/>
                  <a:gd name="connsiteY10" fmla="*/ 20819 h 46678"/>
                  <a:gd name="connsiteX11" fmla="*/ 5785 w 44920"/>
                  <a:gd name="connsiteY11" fmla="*/ 22308 h 46678"/>
                  <a:gd name="connsiteX12" fmla="*/ -2309 w 44920"/>
                  <a:gd name="connsiteY12" fmla="*/ 27609 h 46678"/>
                  <a:gd name="connsiteX13" fmla="*/ -764 w 44920"/>
                  <a:gd name="connsiteY13" fmla="*/ 32613 h 46678"/>
                  <a:gd name="connsiteX14" fmla="*/ 5346 w 44920"/>
                  <a:gd name="connsiteY14" fmla="*/ 28035 h 46678"/>
                  <a:gd name="connsiteX15" fmla="*/ 711 w 44920"/>
                  <a:gd name="connsiteY15" fmla="*/ 42833 h 46678"/>
                  <a:gd name="connsiteX16" fmla="*/ 4694 w 44920"/>
                  <a:gd name="connsiteY16" fmla="*/ 46292 h 46678"/>
                  <a:gd name="connsiteX17" fmla="*/ 11001 w 44920"/>
                  <a:gd name="connsiteY17" fmla="*/ 20777 h 46678"/>
                  <a:gd name="connsiteX18" fmla="*/ 11001 w 44920"/>
                  <a:gd name="connsiteY18" fmla="*/ 8941 h 46678"/>
                  <a:gd name="connsiteX19" fmla="*/ 42612 w 44920"/>
                  <a:gd name="connsiteY19" fmla="*/ 8430 h 46678"/>
                  <a:gd name="connsiteX20" fmla="*/ 42612 w 44920"/>
                  <a:gd name="connsiteY20" fmla="*/ 3356 h 46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920" h="46678">
                    <a:moveTo>
                      <a:pt x="27317" y="3583"/>
                    </a:moveTo>
                    <a:cubicBezTo>
                      <a:pt x="26906" y="2165"/>
                      <a:pt x="26566" y="748"/>
                      <a:pt x="26155" y="-386"/>
                    </a:cubicBezTo>
                    <a:lnTo>
                      <a:pt x="20839" y="592"/>
                    </a:lnTo>
                    <a:cubicBezTo>
                      <a:pt x="21378" y="1580"/>
                      <a:pt x="21860" y="2603"/>
                      <a:pt x="22257" y="3653"/>
                    </a:cubicBezTo>
                    <a:lnTo>
                      <a:pt x="5742" y="3923"/>
                    </a:lnTo>
                    <a:lnTo>
                      <a:pt x="5742" y="17347"/>
                    </a:lnTo>
                    <a:cubicBezTo>
                      <a:pt x="4722" y="14418"/>
                      <a:pt x="3460" y="11574"/>
                      <a:pt x="2000" y="8842"/>
                    </a:cubicBezTo>
                    <a:lnTo>
                      <a:pt x="-2252" y="10656"/>
                    </a:lnTo>
                    <a:cubicBezTo>
                      <a:pt x="-565" y="13706"/>
                      <a:pt x="852" y="16893"/>
                      <a:pt x="2000" y="20182"/>
                    </a:cubicBezTo>
                    <a:lnTo>
                      <a:pt x="5785" y="18424"/>
                    </a:lnTo>
                    <a:lnTo>
                      <a:pt x="5785" y="20819"/>
                    </a:lnTo>
                    <a:cubicBezTo>
                      <a:pt x="5785" y="21259"/>
                      <a:pt x="5785" y="21755"/>
                      <a:pt x="5785" y="22308"/>
                    </a:cubicBezTo>
                    <a:cubicBezTo>
                      <a:pt x="3233" y="24295"/>
                      <a:pt x="526" y="26068"/>
                      <a:pt x="-2309" y="27609"/>
                    </a:cubicBezTo>
                    <a:lnTo>
                      <a:pt x="-764" y="32613"/>
                    </a:lnTo>
                    <a:cubicBezTo>
                      <a:pt x="1363" y="31218"/>
                      <a:pt x="3404" y="29690"/>
                      <a:pt x="5346" y="28035"/>
                    </a:cubicBezTo>
                    <a:cubicBezTo>
                      <a:pt x="4892" y="33245"/>
                      <a:pt x="3319" y="38296"/>
                      <a:pt x="711" y="42833"/>
                    </a:cubicBezTo>
                    <a:lnTo>
                      <a:pt x="4694" y="46292"/>
                    </a:lnTo>
                    <a:cubicBezTo>
                      <a:pt x="8705" y="39871"/>
                      <a:pt x="10817" y="31323"/>
                      <a:pt x="11001" y="20777"/>
                    </a:cubicBezTo>
                    <a:lnTo>
                      <a:pt x="11001" y="8941"/>
                    </a:lnTo>
                    <a:lnTo>
                      <a:pt x="42612" y="8430"/>
                    </a:lnTo>
                    <a:lnTo>
                      <a:pt x="42612" y="33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BBF3B78C-237C-4A42-A938-35D31821D94B}"/>
                  </a:ext>
                </a:extLst>
              </p:cNvPr>
              <p:cNvSpPr/>
              <p:nvPr/>
            </p:nvSpPr>
            <p:spPr>
              <a:xfrm>
                <a:off x="2657721" y="-845693"/>
                <a:ext cx="33127" cy="49541"/>
              </a:xfrm>
              <a:custGeom>
                <a:avLst/>
                <a:gdLst>
                  <a:gd name="connsiteX0" fmla="*/ 28758 w 33127"/>
                  <a:gd name="connsiteY0" fmla="*/ 20121 h 49541"/>
                  <a:gd name="connsiteX1" fmla="*/ 27142 w 33127"/>
                  <a:gd name="connsiteY1" fmla="*/ 15373 h 49541"/>
                  <a:gd name="connsiteX2" fmla="*/ 22053 w 33127"/>
                  <a:gd name="connsiteY2" fmla="*/ 17102 h 49541"/>
                  <a:gd name="connsiteX3" fmla="*/ 18113 w 33127"/>
                  <a:gd name="connsiteY3" fmla="*/ 5521 h 49541"/>
                  <a:gd name="connsiteX4" fmla="*/ 21883 w 33127"/>
                  <a:gd name="connsiteY4" fmla="*/ 4231 h 49541"/>
                  <a:gd name="connsiteX5" fmla="*/ 20310 w 33127"/>
                  <a:gd name="connsiteY5" fmla="*/ -376 h 49541"/>
                  <a:gd name="connsiteX6" fmla="*/ -2370 w 33127"/>
                  <a:gd name="connsiteY6" fmla="*/ 7349 h 49541"/>
                  <a:gd name="connsiteX7" fmla="*/ -797 w 33127"/>
                  <a:gd name="connsiteY7" fmla="*/ 11971 h 49541"/>
                  <a:gd name="connsiteX8" fmla="*/ 2775 w 33127"/>
                  <a:gd name="connsiteY8" fmla="*/ 10751 h 49541"/>
                  <a:gd name="connsiteX9" fmla="*/ 6716 w 33127"/>
                  <a:gd name="connsiteY9" fmla="*/ 22332 h 49541"/>
                  <a:gd name="connsiteX10" fmla="*/ 2109 w 33127"/>
                  <a:gd name="connsiteY10" fmla="*/ 23892 h 49541"/>
                  <a:gd name="connsiteX11" fmla="*/ 3725 w 33127"/>
                  <a:gd name="connsiteY11" fmla="*/ 28655 h 49541"/>
                  <a:gd name="connsiteX12" fmla="*/ 8289 w 33127"/>
                  <a:gd name="connsiteY12" fmla="*/ 27095 h 49541"/>
                  <a:gd name="connsiteX13" fmla="*/ 7127 w 33127"/>
                  <a:gd name="connsiteY13" fmla="*/ 47139 h 49541"/>
                  <a:gd name="connsiteX14" fmla="*/ 11961 w 33127"/>
                  <a:gd name="connsiteY14" fmla="*/ 49166 h 49541"/>
                  <a:gd name="connsiteX15" fmla="*/ 13095 w 33127"/>
                  <a:gd name="connsiteY15" fmla="*/ 25465 h 49541"/>
                  <a:gd name="connsiteX16" fmla="*/ 18977 w 33127"/>
                  <a:gd name="connsiteY16" fmla="*/ 23466 h 49541"/>
                  <a:gd name="connsiteX17" fmla="*/ 25994 w 33127"/>
                  <a:gd name="connsiteY17" fmla="*/ 44134 h 49541"/>
                  <a:gd name="connsiteX18" fmla="*/ 30757 w 33127"/>
                  <a:gd name="connsiteY18" fmla="*/ 42518 h 49541"/>
                  <a:gd name="connsiteX19" fmla="*/ 23669 w 33127"/>
                  <a:gd name="connsiteY19" fmla="*/ 21851 h 49541"/>
                  <a:gd name="connsiteX20" fmla="*/ 11464 w 33127"/>
                  <a:gd name="connsiteY20" fmla="*/ 20702 h 49541"/>
                  <a:gd name="connsiteX21" fmla="*/ 7524 w 33127"/>
                  <a:gd name="connsiteY21" fmla="*/ 9121 h 49541"/>
                  <a:gd name="connsiteX22" fmla="*/ 13364 w 33127"/>
                  <a:gd name="connsiteY22" fmla="*/ 7137 h 49541"/>
                  <a:gd name="connsiteX23" fmla="*/ 17305 w 33127"/>
                  <a:gd name="connsiteY23" fmla="*/ 18718 h 49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127" h="49541">
                    <a:moveTo>
                      <a:pt x="28758" y="20121"/>
                    </a:moveTo>
                    <a:lnTo>
                      <a:pt x="27142" y="15373"/>
                    </a:lnTo>
                    <a:lnTo>
                      <a:pt x="22053" y="17102"/>
                    </a:lnTo>
                    <a:lnTo>
                      <a:pt x="18113" y="5521"/>
                    </a:lnTo>
                    <a:lnTo>
                      <a:pt x="21883" y="4231"/>
                    </a:lnTo>
                    <a:lnTo>
                      <a:pt x="20310" y="-376"/>
                    </a:lnTo>
                    <a:lnTo>
                      <a:pt x="-2370" y="7349"/>
                    </a:lnTo>
                    <a:lnTo>
                      <a:pt x="-797" y="11971"/>
                    </a:lnTo>
                    <a:lnTo>
                      <a:pt x="2775" y="10751"/>
                    </a:lnTo>
                    <a:lnTo>
                      <a:pt x="6716" y="22332"/>
                    </a:lnTo>
                    <a:lnTo>
                      <a:pt x="2109" y="23892"/>
                    </a:lnTo>
                    <a:lnTo>
                      <a:pt x="3725" y="28655"/>
                    </a:lnTo>
                    <a:lnTo>
                      <a:pt x="8289" y="27095"/>
                    </a:lnTo>
                    <a:cubicBezTo>
                      <a:pt x="10628" y="35232"/>
                      <a:pt x="10217" y="41880"/>
                      <a:pt x="7127" y="47139"/>
                    </a:cubicBezTo>
                    <a:lnTo>
                      <a:pt x="11961" y="49166"/>
                    </a:lnTo>
                    <a:cubicBezTo>
                      <a:pt x="15405" y="42957"/>
                      <a:pt x="15816" y="34991"/>
                      <a:pt x="13095" y="25465"/>
                    </a:cubicBezTo>
                    <a:lnTo>
                      <a:pt x="18977" y="23466"/>
                    </a:lnTo>
                    <a:lnTo>
                      <a:pt x="25994" y="44134"/>
                    </a:lnTo>
                    <a:lnTo>
                      <a:pt x="30757" y="42518"/>
                    </a:lnTo>
                    <a:lnTo>
                      <a:pt x="23669" y="21851"/>
                    </a:lnTo>
                    <a:close/>
                    <a:moveTo>
                      <a:pt x="11464" y="20702"/>
                    </a:moveTo>
                    <a:lnTo>
                      <a:pt x="7524" y="9121"/>
                    </a:lnTo>
                    <a:lnTo>
                      <a:pt x="13364" y="7137"/>
                    </a:lnTo>
                    <a:lnTo>
                      <a:pt x="17305" y="187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BEC95EE4-914E-4D43-A19F-D8BD8BBBEDCE}"/>
                  </a:ext>
                </a:extLst>
              </p:cNvPr>
              <p:cNvSpPr/>
              <p:nvPr/>
            </p:nvSpPr>
            <p:spPr>
              <a:xfrm>
                <a:off x="2639365" y="-837217"/>
                <a:ext cx="27867" cy="44523"/>
              </a:xfrm>
              <a:custGeom>
                <a:avLst/>
                <a:gdLst>
                  <a:gd name="connsiteX0" fmla="*/ 25510 w 27867"/>
                  <a:gd name="connsiteY0" fmla="*/ 36575 h 44523"/>
                  <a:gd name="connsiteX1" fmla="*/ 17841 w 27867"/>
                  <a:gd name="connsiteY1" fmla="*/ 14037 h 44523"/>
                  <a:gd name="connsiteX2" fmla="*/ 9521 w 27867"/>
                  <a:gd name="connsiteY2" fmla="*/ 16872 h 44523"/>
                  <a:gd name="connsiteX3" fmla="*/ 8911 w 27867"/>
                  <a:gd name="connsiteY3" fmla="*/ 6736 h 44523"/>
                  <a:gd name="connsiteX4" fmla="*/ 15999 w 27867"/>
                  <a:gd name="connsiteY4" fmla="*/ 4327 h 44523"/>
                  <a:gd name="connsiteX5" fmla="*/ 14397 w 27867"/>
                  <a:gd name="connsiteY5" fmla="*/ -379 h 44523"/>
                  <a:gd name="connsiteX6" fmla="*/ -2358 w 27867"/>
                  <a:gd name="connsiteY6" fmla="*/ 5291 h 44523"/>
                  <a:gd name="connsiteX7" fmla="*/ -756 w 27867"/>
                  <a:gd name="connsiteY7" fmla="*/ 9997 h 44523"/>
                  <a:gd name="connsiteX8" fmla="*/ 4276 w 27867"/>
                  <a:gd name="connsiteY8" fmla="*/ 8282 h 44523"/>
                  <a:gd name="connsiteX9" fmla="*/ 3184 w 27867"/>
                  <a:gd name="connsiteY9" fmla="*/ 26993 h 44523"/>
                  <a:gd name="connsiteX10" fmla="*/ 7210 w 27867"/>
                  <a:gd name="connsiteY10" fmla="*/ 30338 h 44523"/>
                  <a:gd name="connsiteX11" fmla="*/ 8217 w 27867"/>
                  <a:gd name="connsiteY11" fmla="*/ 26695 h 44523"/>
                  <a:gd name="connsiteX12" fmla="*/ 14156 w 27867"/>
                  <a:gd name="connsiteY12" fmla="*/ 44144 h 44523"/>
                  <a:gd name="connsiteX13" fmla="*/ 18678 w 27867"/>
                  <a:gd name="connsiteY13" fmla="*/ 42613 h 44523"/>
                  <a:gd name="connsiteX14" fmla="*/ 17544 w 27867"/>
                  <a:gd name="connsiteY14" fmla="*/ 39268 h 44523"/>
                  <a:gd name="connsiteX15" fmla="*/ 11335 w 27867"/>
                  <a:gd name="connsiteY15" fmla="*/ 21082 h 44523"/>
                  <a:gd name="connsiteX16" fmla="*/ 14822 w 27867"/>
                  <a:gd name="connsiteY16" fmla="*/ 19905 h 44523"/>
                  <a:gd name="connsiteX17" fmla="*/ 19557 w 27867"/>
                  <a:gd name="connsiteY17" fmla="*/ 33839 h 44523"/>
                  <a:gd name="connsiteX18" fmla="*/ 16070 w 27867"/>
                  <a:gd name="connsiteY18" fmla="*/ 35016 h 4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7867" h="44523">
                    <a:moveTo>
                      <a:pt x="25510" y="36575"/>
                    </a:moveTo>
                    <a:lnTo>
                      <a:pt x="17841" y="14037"/>
                    </a:lnTo>
                    <a:lnTo>
                      <a:pt x="9521" y="16872"/>
                    </a:lnTo>
                    <a:cubicBezTo>
                      <a:pt x="9606" y="13482"/>
                      <a:pt x="9407" y="10092"/>
                      <a:pt x="8911" y="6736"/>
                    </a:cubicBezTo>
                    <a:lnTo>
                      <a:pt x="15999" y="4327"/>
                    </a:lnTo>
                    <a:lnTo>
                      <a:pt x="14397" y="-379"/>
                    </a:lnTo>
                    <a:lnTo>
                      <a:pt x="-2358" y="5291"/>
                    </a:lnTo>
                    <a:lnTo>
                      <a:pt x="-756" y="9997"/>
                    </a:lnTo>
                    <a:lnTo>
                      <a:pt x="4276" y="8282"/>
                    </a:lnTo>
                    <a:cubicBezTo>
                      <a:pt x="5197" y="14527"/>
                      <a:pt x="4829" y="20896"/>
                      <a:pt x="3184" y="26993"/>
                    </a:cubicBezTo>
                    <a:lnTo>
                      <a:pt x="7210" y="30338"/>
                    </a:lnTo>
                    <a:cubicBezTo>
                      <a:pt x="7550" y="29176"/>
                      <a:pt x="7919" y="27942"/>
                      <a:pt x="8217" y="26695"/>
                    </a:cubicBezTo>
                    <a:lnTo>
                      <a:pt x="14156" y="44144"/>
                    </a:lnTo>
                    <a:lnTo>
                      <a:pt x="18678" y="42613"/>
                    </a:lnTo>
                    <a:lnTo>
                      <a:pt x="17544" y="39268"/>
                    </a:lnTo>
                    <a:close/>
                    <a:moveTo>
                      <a:pt x="11335" y="21082"/>
                    </a:moveTo>
                    <a:lnTo>
                      <a:pt x="14822" y="19905"/>
                    </a:lnTo>
                    <a:lnTo>
                      <a:pt x="19557" y="33839"/>
                    </a:lnTo>
                    <a:lnTo>
                      <a:pt x="16070" y="3501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365BFDEB-8593-4949-894B-22494EC5AF0D}"/>
                  </a:ext>
                </a:extLst>
              </p:cNvPr>
              <p:cNvSpPr/>
              <p:nvPr/>
            </p:nvSpPr>
            <p:spPr>
              <a:xfrm>
                <a:off x="2748924" y="-879661"/>
                <a:ext cx="17038" cy="6340"/>
              </a:xfrm>
              <a:custGeom>
                <a:avLst/>
                <a:gdLst>
                  <a:gd name="connsiteX0" fmla="*/ -2093 w 17038"/>
                  <a:gd name="connsiteY0" fmla="*/ 5997 h 6340"/>
                  <a:gd name="connsiteX1" fmla="*/ 14619 w 17038"/>
                  <a:gd name="connsiteY1" fmla="*/ 4835 h 6340"/>
                  <a:gd name="connsiteX2" fmla="*/ 14236 w 17038"/>
                  <a:gd name="connsiteY2" fmla="*/ -325 h 6340"/>
                  <a:gd name="connsiteX3" fmla="*/ -2419 w 17038"/>
                  <a:gd name="connsiteY3" fmla="*/ 1305 h 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38" h="6340">
                    <a:moveTo>
                      <a:pt x="-2093" y="5997"/>
                    </a:moveTo>
                    <a:cubicBezTo>
                      <a:pt x="3407" y="4879"/>
                      <a:pt x="9020" y="4489"/>
                      <a:pt x="14619" y="4835"/>
                    </a:cubicBezTo>
                    <a:lnTo>
                      <a:pt x="14236" y="-325"/>
                    </a:lnTo>
                    <a:cubicBezTo>
                      <a:pt x="8637" y="-454"/>
                      <a:pt x="3052" y="93"/>
                      <a:pt x="-2419" y="130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982050D4-C714-4169-9087-D2167D57D238}"/>
                  </a:ext>
                </a:extLst>
              </p:cNvPr>
              <p:cNvSpPr/>
              <p:nvPr/>
            </p:nvSpPr>
            <p:spPr>
              <a:xfrm>
                <a:off x="2724500" y="-892244"/>
                <a:ext cx="39548" cy="33821"/>
              </a:xfrm>
              <a:custGeom>
                <a:avLst/>
                <a:gdLst>
                  <a:gd name="connsiteX0" fmla="*/ 4605 w 39548"/>
                  <a:gd name="connsiteY0" fmla="*/ 25540 h 33821"/>
                  <a:gd name="connsiteX1" fmla="*/ 29383 w 39548"/>
                  <a:gd name="connsiteY1" fmla="*/ 6531 h 33821"/>
                  <a:gd name="connsiteX2" fmla="*/ 33040 w 39548"/>
                  <a:gd name="connsiteY2" fmla="*/ 11308 h 33821"/>
                  <a:gd name="connsiteX3" fmla="*/ 37137 w 39548"/>
                  <a:gd name="connsiteY3" fmla="*/ 8161 h 33821"/>
                  <a:gd name="connsiteX4" fmla="*/ 30588 w 39548"/>
                  <a:gd name="connsiteY4" fmla="*/ -344 h 33821"/>
                  <a:gd name="connsiteX5" fmla="*/ 16229 w 39548"/>
                  <a:gd name="connsiteY5" fmla="*/ 10670 h 33821"/>
                  <a:gd name="connsiteX6" fmla="*/ 12245 w 39548"/>
                  <a:gd name="connsiteY6" fmla="*/ 8260 h 33821"/>
                  <a:gd name="connsiteX7" fmla="*/ 8220 w 39548"/>
                  <a:gd name="connsiteY7" fmla="*/ 12513 h 33821"/>
                  <a:gd name="connsiteX8" fmla="*/ 11764 w 39548"/>
                  <a:gd name="connsiteY8" fmla="*/ 14115 h 33821"/>
                  <a:gd name="connsiteX9" fmla="*/ -2411 w 39548"/>
                  <a:gd name="connsiteY9" fmla="*/ 24973 h 33821"/>
                  <a:gd name="connsiteX10" fmla="*/ 4123 w 39548"/>
                  <a:gd name="connsiteY10" fmla="*/ 33478 h 33821"/>
                  <a:gd name="connsiteX11" fmla="*/ 8220 w 39548"/>
                  <a:gd name="connsiteY11" fmla="*/ 30331 h 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548" h="33821">
                    <a:moveTo>
                      <a:pt x="4605" y="25540"/>
                    </a:moveTo>
                    <a:lnTo>
                      <a:pt x="29383" y="6531"/>
                    </a:lnTo>
                    <a:lnTo>
                      <a:pt x="33040" y="11308"/>
                    </a:lnTo>
                    <a:lnTo>
                      <a:pt x="37137" y="8161"/>
                    </a:lnTo>
                    <a:lnTo>
                      <a:pt x="30588" y="-344"/>
                    </a:lnTo>
                    <a:lnTo>
                      <a:pt x="16229" y="10670"/>
                    </a:lnTo>
                    <a:cubicBezTo>
                      <a:pt x="14939" y="9800"/>
                      <a:pt x="13606" y="8996"/>
                      <a:pt x="12245" y="8260"/>
                    </a:cubicBezTo>
                    <a:lnTo>
                      <a:pt x="8220" y="12513"/>
                    </a:lnTo>
                    <a:cubicBezTo>
                      <a:pt x="9396" y="12981"/>
                      <a:pt x="10559" y="13533"/>
                      <a:pt x="11764" y="14115"/>
                    </a:cubicBezTo>
                    <a:lnTo>
                      <a:pt x="-2411" y="24973"/>
                    </a:lnTo>
                    <a:lnTo>
                      <a:pt x="4123" y="33478"/>
                    </a:lnTo>
                    <a:lnTo>
                      <a:pt x="8220" y="3033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D2349A4C-63A3-456A-BCAA-E8A53359B341}"/>
                  </a:ext>
                </a:extLst>
              </p:cNvPr>
              <p:cNvSpPr/>
              <p:nvPr/>
            </p:nvSpPr>
            <p:spPr>
              <a:xfrm>
                <a:off x="2733841" y="-871478"/>
                <a:ext cx="10929" cy="17973"/>
              </a:xfrm>
              <a:custGeom>
                <a:avLst/>
                <a:gdLst>
                  <a:gd name="connsiteX0" fmla="*/ 8521 w 10929"/>
                  <a:gd name="connsiteY0" fmla="*/ 627 h 17973"/>
                  <a:gd name="connsiteX1" fmla="*/ 3829 w 10929"/>
                  <a:gd name="connsiteY1" fmla="*/ -351 h 17973"/>
                  <a:gd name="connsiteX2" fmla="*/ -2409 w 10929"/>
                  <a:gd name="connsiteY2" fmla="*/ 15241 h 17973"/>
                  <a:gd name="connsiteX3" fmla="*/ 2170 w 10929"/>
                  <a:gd name="connsiteY3" fmla="*/ 17622 h 17973"/>
                  <a:gd name="connsiteX4" fmla="*/ 8521 w 10929"/>
                  <a:gd name="connsiteY4" fmla="*/ 627 h 1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29" h="17973">
                    <a:moveTo>
                      <a:pt x="8521" y="627"/>
                    </a:moveTo>
                    <a:lnTo>
                      <a:pt x="3829" y="-351"/>
                    </a:lnTo>
                    <a:cubicBezTo>
                      <a:pt x="2808" y="5208"/>
                      <a:pt x="682" y="10508"/>
                      <a:pt x="-2409" y="15241"/>
                    </a:cubicBezTo>
                    <a:lnTo>
                      <a:pt x="2170" y="17622"/>
                    </a:lnTo>
                    <a:cubicBezTo>
                      <a:pt x="5246" y="12365"/>
                      <a:pt x="7401" y="6616"/>
                      <a:pt x="8521" y="62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327CDA11-8A2C-40A6-AEED-C37A1A044E2F}"/>
                  </a:ext>
                </a:extLst>
              </p:cNvPr>
              <p:cNvSpPr/>
              <p:nvPr/>
            </p:nvSpPr>
            <p:spPr>
              <a:xfrm>
                <a:off x="2738406" y="-870925"/>
                <a:ext cx="43610" cy="36174"/>
              </a:xfrm>
              <a:custGeom>
                <a:avLst/>
                <a:gdLst>
                  <a:gd name="connsiteX0" fmla="*/ 36886 w 43610"/>
                  <a:gd name="connsiteY0" fmla="*/ 1372 h 36174"/>
                  <a:gd name="connsiteX1" fmla="*/ 32223 w 43610"/>
                  <a:gd name="connsiteY1" fmla="*/ 3130 h 36174"/>
                  <a:gd name="connsiteX2" fmla="*/ 35838 w 43610"/>
                  <a:gd name="connsiteY2" fmla="*/ 8247 h 36174"/>
                  <a:gd name="connsiteX3" fmla="*/ 35086 w 43610"/>
                  <a:gd name="connsiteY3" fmla="*/ 10147 h 36174"/>
                  <a:gd name="connsiteX4" fmla="*/ 32606 w 43610"/>
                  <a:gd name="connsiteY4" fmla="*/ 12046 h 36174"/>
                  <a:gd name="connsiteX5" fmla="*/ 31301 w 43610"/>
                  <a:gd name="connsiteY5" fmla="*/ 12056 h 36174"/>
                  <a:gd name="connsiteX6" fmla="*/ 31188 w 43610"/>
                  <a:gd name="connsiteY6" fmla="*/ 11918 h 36174"/>
                  <a:gd name="connsiteX7" fmla="*/ 21790 w 43610"/>
                  <a:gd name="connsiteY7" fmla="*/ -357 h 36174"/>
                  <a:gd name="connsiteX8" fmla="*/ 11641 w 43610"/>
                  <a:gd name="connsiteY8" fmla="*/ 7425 h 36174"/>
                  <a:gd name="connsiteX9" fmla="*/ 10932 w 43610"/>
                  <a:gd name="connsiteY9" fmla="*/ 6333 h 36174"/>
                  <a:gd name="connsiteX10" fmla="*/ 8210 w 43610"/>
                  <a:gd name="connsiteY10" fmla="*/ 2790 h 36174"/>
                  <a:gd name="connsiteX11" fmla="*/ 4071 w 43610"/>
                  <a:gd name="connsiteY11" fmla="*/ 5965 h 36174"/>
                  <a:gd name="connsiteX12" fmla="*/ 6793 w 43610"/>
                  <a:gd name="connsiteY12" fmla="*/ 9509 h 36174"/>
                  <a:gd name="connsiteX13" fmla="*/ 7502 w 43610"/>
                  <a:gd name="connsiteY13" fmla="*/ 10600 h 36174"/>
                  <a:gd name="connsiteX14" fmla="*/ -2421 w 43610"/>
                  <a:gd name="connsiteY14" fmla="*/ 18226 h 36174"/>
                  <a:gd name="connsiteX15" fmla="*/ 541 w 43610"/>
                  <a:gd name="connsiteY15" fmla="*/ 22096 h 36174"/>
                  <a:gd name="connsiteX16" fmla="*/ 9769 w 43610"/>
                  <a:gd name="connsiteY16" fmla="*/ 15009 h 36174"/>
                  <a:gd name="connsiteX17" fmla="*/ 10989 w 43610"/>
                  <a:gd name="connsiteY17" fmla="*/ 20849 h 36174"/>
                  <a:gd name="connsiteX18" fmla="*/ 5205 w 43610"/>
                  <a:gd name="connsiteY18" fmla="*/ 33989 h 36174"/>
                  <a:gd name="connsiteX19" fmla="*/ 10110 w 43610"/>
                  <a:gd name="connsiteY19" fmla="*/ 35817 h 36174"/>
                  <a:gd name="connsiteX20" fmla="*/ 16205 w 43610"/>
                  <a:gd name="connsiteY20" fmla="*/ 21047 h 36174"/>
                  <a:gd name="connsiteX21" fmla="*/ 14065 w 43610"/>
                  <a:gd name="connsiteY21" fmla="*/ 11720 h 36174"/>
                  <a:gd name="connsiteX22" fmla="*/ 20698 w 43610"/>
                  <a:gd name="connsiteY22" fmla="*/ 6631 h 36174"/>
                  <a:gd name="connsiteX23" fmla="*/ 27659 w 43610"/>
                  <a:gd name="connsiteY23" fmla="*/ 15703 h 36174"/>
                  <a:gd name="connsiteX24" fmla="*/ 35044 w 43610"/>
                  <a:gd name="connsiteY24" fmla="*/ 16369 h 36174"/>
                  <a:gd name="connsiteX25" fmla="*/ 38162 w 43610"/>
                  <a:gd name="connsiteY25" fmla="*/ 13974 h 36174"/>
                  <a:gd name="connsiteX26" fmla="*/ 40997 w 43610"/>
                  <a:gd name="connsiteY26" fmla="*/ 8403 h 36174"/>
                  <a:gd name="connsiteX27" fmla="*/ 36886 w 43610"/>
                  <a:gd name="connsiteY27" fmla="*/ 1372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610" h="36174">
                    <a:moveTo>
                      <a:pt x="36886" y="1372"/>
                    </a:moveTo>
                    <a:lnTo>
                      <a:pt x="32223" y="3130"/>
                    </a:lnTo>
                    <a:cubicBezTo>
                      <a:pt x="33555" y="4859"/>
                      <a:pt x="34746" y="6589"/>
                      <a:pt x="35838" y="8247"/>
                    </a:cubicBezTo>
                    <a:cubicBezTo>
                      <a:pt x="36107" y="8928"/>
                      <a:pt x="35838" y="9537"/>
                      <a:pt x="35086" y="10147"/>
                    </a:cubicBezTo>
                    <a:lnTo>
                      <a:pt x="32606" y="12046"/>
                    </a:lnTo>
                    <a:cubicBezTo>
                      <a:pt x="32251" y="12409"/>
                      <a:pt x="31670" y="12413"/>
                      <a:pt x="31301" y="12056"/>
                    </a:cubicBezTo>
                    <a:cubicBezTo>
                      <a:pt x="31259" y="12013"/>
                      <a:pt x="31216" y="11968"/>
                      <a:pt x="31188" y="11918"/>
                    </a:cubicBezTo>
                    <a:lnTo>
                      <a:pt x="21790" y="-357"/>
                    </a:lnTo>
                    <a:lnTo>
                      <a:pt x="11641" y="7425"/>
                    </a:lnTo>
                    <a:cubicBezTo>
                      <a:pt x="11400" y="7113"/>
                      <a:pt x="11201" y="6759"/>
                      <a:pt x="10932" y="6333"/>
                    </a:cubicBezTo>
                    <a:lnTo>
                      <a:pt x="8210" y="2790"/>
                    </a:lnTo>
                    <a:lnTo>
                      <a:pt x="4071" y="5965"/>
                    </a:lnTo>
                    <a:lnTo>
                      <a:pt x="6793" y="9509"/>
                    </a:lnTo>
                    <a:lnTo>
                      <a:pt x="7502" y="10600"/>
                    </a:lnTo>
                    <a:lnTo>
                      <a:pt x="-2421" y="18226"/>
                    </a:lnTo>
                    <a:lnTo>
                      <a:pt x="541" y="22096"/>
                    </a:lnTo>
                    <a:lnTo>
                      <a:pt x="9769" y="15009"/>
                    </a:lnTo>
                    <a:cubicBezTo>
                      <a:pt x="10478" y="16880"/>
                      <a:pt x="10889" y="18850"/>
                      <a:pt x="10989" y="20849"/>
                    </a:cubicBezTo>
                    <a:cubicBezTo>
                      <a:pt x="10904" y="24350"/>
                      <a:pt x="8947" y="28744"/>
                      <a:pt x="5205" y="33989"/>
                    </a:cubicBezTo>
                    <a:lnTo>
                      <a:pt x="10110" y="35817"/>
                    </a:lnTo>
                    <a:cubicBezTo>
                      <a:pt x="14008" y="30431"/>
                      <a:pt x="16077" y="25526"/>
                      <a:pt x="16205" y="21047"/>
                    </a:cubicBezTo>
                    <a:cubicBezTo>
                      <a:pt x="16177" y="17819"/>
                      <a:pt x="15454" y="14636"/>
                      <a:pt x="14065" y="11720"/>
                    </a:cubicBezTo>
                    <a:lnTo>
                      <a:pt x="20698" y="6631"/>
                    </a:lnTo>
                    <a:lnTo>
                      <a:pt x="27659" y="15703"/>
                    </a:lnTo>
                    <a:cubicBezTo>
                      <a:pt x="29671" y="18354"/>
                      <a:pt x="32124" y="18609"/>
                      <a:pt x="35044" y="16369"/>
                    </a:cubicBezTo>
                    <a:lnTo>
                      <a:pt x="38162" y="13974"/>
                    </a:lnTo>
                    <a:cubicBezTo>
                      <a:pt x="40685" y="12046"/>
                      <a:pt x="41635" y="10175"/>
                      <a:pt x="40997" y="8403"/>
                    </a:cubicBezTo>
                    <a:cubicBezTo>
                      <a:pt x="39792" y="5968"/>
                      <a:pt x="38417" y="3619"/>
                      <a:pt x="36886" y="137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11567561-AA3A-4510-B1D5-71420CA5A936}"/>
                  </a:ext>
                </a:extLst>
              </p:cNvPr>
              <p:cNvSpPr/>
              <p:nvPr/>
            </p:nvSpPr>
            <p:spPr>
              <a:xfrm>
                <a:off x="2800847" y="-965075"/>
                <a:ext cx="24565" cy="28732"/>
              </a:xfrm>
              <a:custGeom>
                <a:avLst/>
                <a:gdLst>
                  <a:gd name="connsiteX0" fmla="*/ 6663 w 24565"/>
                  <a:gd name="connsiteY0" fmla="*/ 28433 h 28732"/>
                  <a:gd name="connsiteX1" fmla="*/ 8987 w 24565"/>
                  <a:gd name="connsiteY1" fmla="*/ 24960 h 28732"/>
                  <a:gd name="connsiteX2" fmla="*/ 11553 w 24565"/>
                  <a:gd name="connsiteY2" fmla="*/ 26675 h 28732"/>
                  <a:gd name="connsiteX3" fmla="*/ 22113 w 24565"/>
                  <a:gd name="connsiteY3" fmla="*/ 10899 h 28732"/>
                  <a:gd name="connsiteX4" fmla="*/ 19562 w 24565"/>
                  <a:gd name="connsiteY4" fmla="*/ 9183 h 28732"/>
                  <a:gd name="connsiteX5" fmla="*/ 21802 w 24565"/>
                  <a:gd name="connsiteY5" fmla="*/ 5838 h 28732"/>
                  <a:gd name="connsiteX6" fmla="*/ 12616 w 24565"/>
                  <a:gd name="connsiteY6" fmla="*/ -300 h 28732"/>
                  <a:gd name="connsiteX7" fmla="*/ 6365 w 24565"/>
                  <a:gd name="connsiteY7" fmla="*/ 9042 h 28732"/>
                  <a:gd name="connsiteX8" fmla="*/ 2112 w 24565"/>
                  <a:gd name="connsiteY8" fmla="*/ 7894 h 28732"/>
                  <a:gd name="connsiteX9" fmla="*/ -141 w 24565"/>
                  <a:gd name="connsiteY9" fmla="*/ 12855 h 28732"/>
                  <a:gd name="connsiteX10" fmla="*/ 3459 w 24565"/>
                  <a:gd name="connsiteY10" fmla="*/ 13464 h 28732"/>
                  <a:gd name="connsiteX11" fmla="*/ -2452 w 24565"/>
                  <a:gd name="connsiteY11" fmla="*/ 22310 h 28732"/>
                  <a:gd name="connsiteX12" fmla="*/ 13878 w 24565"/>
                  <a:gd name="connsiteY12" fmla="*/ 6589 h 28732"/>
                  <a:gd name="connsiteX13" fmla="*/ 17719 w 24565"/>
                  <a:gd name="connsiteY13" fmla="*/ 9155 h 28732"/>
                  <a:gd name="connsiteX14" fmla="*/ 8179 w 24565"/>
                  <a:gd name="connsiteY14" fmla="*/ 23401 h 28732"/>
                  <a:gd name="connsiteX15" fmla="*/ 4338 w 24565"/>
                  <a:gd name="connsiteY15" fmla="*/ 20835 h 2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565" h="28732">
                    <a:moveTo>
                      <a:pt x="6663" y="28433"/>
                    </a:moveTo>
                    <a:lnTo>
                      <a:pt x="8987" y="24960"/>
                    </a:lnTo>
                    <a:lnTo>
                      <a:pt x="11553" y="26675"/>
                    </a:lnTo>
                    <a:lnTo>
                      <a:pt x="22113" y="10899"/>
                    </a:lnTo>
                    <a:lnTo>
                      <a:pt x="19562" y="9183"/>
                    </a:lnTo>
                    <a:lnTo>
                      <a:pt x="21802" y="5838"/>
                    </a:lnTo>
                    <a:lnTo>
                      <a:pt x="12616" y="-300"/>
                    </a:lnTo>
                    <a:lnTo>
                      <a:pt x="6365" y="9042"/>
                    </a:lnTo>
                    <a:cubicBezTo>
                      <a:pt x="4763" y="8574"/>
                      <a:pt x="3360" y="8163"/>
                      <a:pt x="2112" y="7894"/>
                    </a:cubicBezTo>
                    <a:lnTo>
                      <a:pt x="-141" y="12855"/>
                    </a:lnTo>
                    <a:cubicBezTo>
                      <a:pt x="1078" y="12970"/>
                      <a:pt x="2283" y="13174"/>
                      <a:pt x="3459" y="13464"/>
                    </a:cubicBezTo>
                    <a:lnTo>
                      <a:pt x="-2452" y="22310"/>
                    </a:lnTo>
                    <a:close/>
                    <a:moveTo>
                      <a:pt x="13878" y="6589"/>
                    </a:moveTo>
                    <a:lnTo>
                      <a:pt x="17719" y="9155"/>
                    </a:lnTo>
                    <a:lnTo>
                      <a:pt x="8179" y="23401"/>
                    </a:lnTo>
                    <a:lnTo>
                      <a:pt x="4338" y="208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DEC494AC-9C91-4865-A550-A6AA4FBC73B1}"/>
                  </a:ext>
                </a:extLst>
              </p:cNvPr>
              <p:cNvSpPr/>
              <p:nvPr/>
            </p:nvSpPr>
            <p:spPr>
              <a:xfrm>
                <a:off x="2816156" y="-955195"/>
                <a:ext cx="32936" cy="35579"/>
              </a:xfrm>
              <a:custGeom>
                <a:avLst/>
                <a:gdLst>
                  <a:gd name="connsiteX0" fmla="*/ 24427 w 32936"/>
                  <a:gd name="connsiteY0" fmla="*/ 6567 h 35579"/>
                  <a:gd name="connsiteX1" fmla="*/ 20486 w 32936"/>
                  <a:gd name="connsiteY1" fmla="*/ 9615 h 35579"/>
                  <a:gd name="connsiteX2" fmla="*/ 25107 w 32936"/>
                  <a:gd name="connsiteY2" fmla="*/ 13428 h 35579"/>
                  <a:gd name="connsiteX3" fmla="*/ 25022 w 32936"/>
                  <a:gd name="connsiteY3" fmla="*/ 14449 h 35579"/>
                  <a:gd name="connsiteX4" fmla="*/ 24299 w 32936"/>
                  <a:gd name="connsiteY4" fmla="*/ 15512 h 35579"/>
                  <a:gd name="connsiteX5" fmla="*/ 22116 w 32936"/>
                  <a:gd name="connsiteY5" fmla="*/ 15313 h 35579"/>
                  <a:gd name="connsiteX6" fmla="*/ 12435 w 32936"/>
                  <a:gd name="connsiteY6" fmla="*/ 8850 h 35579"/>
                  <a:gd name="connsiteX7" fmla="*/ 16758 w 32936"/>
                  <a:gd name="connsiteY7" fmla="*/ 2400 h 35579"/>
                  <a:gd name="connsiteX8" fmla="*/ 12704 w 32936"/>
                  <a:gd name="connsiteY8" fmla="*/ -307 h 35579"/>
                  <a:gd name="connsiteX9" fmla="*/ -2463 w 32936"/>
                  <a:gd name="connsiteY9" fmla="*/ 22373 h 35579"/>
                  <a:gd name="connsiteX10" fmla="*/ 1591 w 32936"/>
                  <a:gd name="connsiteY10" fmla="*/ 25080 h 35579"/>
                  <a:gd name="connsiteX11" fmla="*/ 4964 w 32936"/>
                  <a:gd name="connsiteY11" fmla="*/ 20034 h 35579"/>
                  <a:gd name="connsiteX12" fmla="*/ 10946 w 32936"/>
                  <a:gd name="connsiteY12" fmla="*/ 26483 h 35579"/>
                  <a:gd name="connsiteX13" fmla="*/ 12179 w 32936"/>
                  <a:gd name="connsiteY13" fmla="*/ 35272 h 35579"/>
                  <a:gd name="connsiteX14" fmla="*/ 17637 w 32936"/>
                  <a:gd name="connsiteY14" fmla="*/ 34903 h 35579"/>
                  <a:gd name="connsiteX15" fmla="*/ 15567 w 32936"/>
                  <a:gd name="connsiteY15" fmla="*/ 23960 h 35579"/>
                  <a:gd name="connsiteX16" fmla="*/ 7785 w 32936"/>
                  <a:gd name="connsiteY16" fmla="*/ 15824 h 35579"/>
                  <a:gd name="connsiteX17" fmla="*/ 9585 w 32936"/>
                  <a:gd name="connsiteY17" fmla="*/ 13145 h 35579"/>
                  <a:gd name="connsiteX18" fmla="*/ 20302 w 32936"/>
                  <a:gd name="connsiteY18" fmla="*/ 20232 h 35579"/>
                  <a:gd name="connsiteX19" fmla="*/ 24129 w 32936"/>
                  <a:gd name="connsiteY19" fmla="*/ 21309 h 35579"/>
                  <a:gd name="connsiteX20" fmla="*/ 27191 w 32936"/>
                  <a:gd name="connsiteY20" fmla="*/ 19410 h 35579"/>
                  <a:gd name="connsiteX21" fmla="*/ 29430 w 32936"/>
                  <a:gd name="connsiteY21" fmla="*/ 16065 h 35579"/>
                  <a:gd name="connsiteX22" fmla="*/ 30437 w 32936"/>
                  <a:gd name="connsiteY22" fmla="*/ 12422 h 35579"/>
                  <a:gd name="connsiteX23" fmla="*/ 24427 w 32936"/>
                  <a:gd name="connsiteY23" fmla="*/ 6567 h 3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2936" h="35579">
                    <a:moveTo>
                      <a:pt x="24427" y="6567"/>
                    </a:moveTo>
                    <a:lnTo>
                      <a:pt x="20486" y="9615"/>
                    </a:lnTo>
                    <a:cubicBezTo>
                      <a:pt x="23406" y="11685"/>
                      <a:pt x="24937" y="12960"/>
                      <a:pt x="25107" y="13428"/>
                    </a:cubicBezTo>
                    <a:cubicBezTo>
                      <a:pt x="25235" y="13763"/>
                      <a:pt x="25206" y="14140"/>
                      <a:pt x="25022" y="14449"/>
                    </a:cubicBezTo>
                    <a:lnTo>
                      <a:pt x="24299" y="15512"/>
                    </a:lnTo>
                    <a:cubicBezTo>
                      <a:pt x="23916" y="16093"/>
                      <a:pt x="23179" y="16022"/>
                      <a:pt x="22116" y="15313"/>
                    </a:cubicBezTo>
                    <a:lnTo>
                      <a:pt x="12435" y="8850"/>
                    </a:lnTo>
                    <a:lnTo>
                      <a:pt x="16758" y="2400"/>
                    </a:lnTo>
                    <a:lnTo>
                      <a:pt x="12704" y="-307"/>
                    </a:lnTo>
                    <a:lnTo>
                      <a:pt x="-2463" y="22373"/>
                    </a:lnTo>
                    <a:lnTo>
                      <a:pt x="1591" y="25080"/>
                    </a:lnTo>
                    <a:lnTo>
                      <a:pt x="4964" y="20034"/>
                    </a:lnTo>
                    <a:cubicBezTo>
                      <a:pt x="7388" y="21745"/>
                      <a:pt x="9415" y="23942"/>
                      <a:pt x="10946" y="26483"/>
                    </a:cubicBezTo>
                    <a:cubicBezTo>
                      <a:pt x="12165" y="29242"/>
                      <a:pt x="12591" y="32285"/>
                      <a:pt x="12179" y="35272"/>
                    </a:cubicBezTo>
                    <a:lnTo>
                      <a:pt x="17637" y="34903"/>
                    </a:lnTo>
                    <a:cubicBezTo>
                      <a:pt x="17963" y="31134"/>
                      <a:pt x="17254" y="27349"/>
                      <a:pt x="15567" y="23960"/>
                    </a:cubicBezTo>
                    <a:cubicBezTo>
                      <a:pt x="13498" y="20785"/>
                      <a:pt x="10861" y="18025"/>
                      <a:pt x="7785" y="15824"/>
                    </a:cubicBezTo>
                    <a:lnTo>
                      <a:pt x="9585" y="13145"/>
                    </a:lnTo>
                    <a:lnTo>
                      <a:pt x="20302" y="20232"/>
                    </a:lnTo>
                    <a:cubicBezTo>
                      <a:pt x="21407" y="21033"/>
                      <a:pt x="22768" y="21416"/>
                      <a:pt x="24129" y="21309"/>
                    </a:cubicBezTo>
                    <a:cubicBezTo>
                      <a:pt x="25405" y="21244"/>
                      <a:pt x="26567" y="20527"/>
                      <a:pt x="27191" y="19410"/>
                    </a:cubicBezTo>
                    <a:lnTo>
                      <a:pt x="29430" y="16065"/>
                    </a:lnTo>
                    <a:cubicBezTo>
                      <a:pt x="30238" y="15031"/>
                      <a:pt x="30593" y="13722"/>
                      <a:pt x="30437" y="12422"/>
                    </a:cubicBezTo>
                    <a:cubicBezTo>
                      <a:pt x="30111" y="11500"/>
                      <a:pt x="28098" y="9502"/>
                      <a:pt x="24427" y="656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5F72E98F-919F-4256-9B0D-FF1CC8D57811}"/>
                  </a:ext>
                </a:extLst>
              </p:cNvPr>
              <p:cNvSpPr/>
              <p:nvPr/>
            </p:nvSpPr>
            <p:spPr>
              <a:xfrm>
                <a:off x="2789790" y="-943019"/>
                <a:ext cx="39817" cy="37407"/>
              </a:xfrm>
              <a:custGeom>
                <a:avLst/>
                <a:gdLst>
                  <a:gd name="connsiteX0" fmla="*/ 31584 w 39817"/>
                  <a:gd name="connsiteY0" fmla="*/ 27114 h 37407"/>
                  <a:gd name="connsiteX1" fmla="*/ 33895 w 39817"/>
                  <a:gd name="connsiteY1" fmla="*/ 20097 h 37407"/>
                  <a:gd name="connsiteX2" fmla="*/ 30337 w 39817"/>
                  <a:gd name="connsiteY2" fmla="*/ 16114 h 37407"/>
                  <a:gd name="connsiteX3" fmla="*/ 17948 w 39817"/>
                  <a:gd name="connsiteY3" fmla="*/ 13094 h 37407"/>
                  <a:gd name="connsiteX4" fmla="*/ 9443 w 39817"/>
                  <a:gd name="connsiteY4" fmla="*/ 1953 h 37407"/>
                  <a:gd name="connsiteX5" fmla="*/ 6055 w 39817"/>
                  <a:gd name="connsiteY5" fmla="*/ -315 h 37407"/>
                  <a:gd name="connsiteX6" fmla="*/ -2450 w 39817"/>
                  <a:gd name="connsiteY6" fmla="*/ 12371 h 37407"/>
                  <a:gd name="connsiteX7" fmla="*/ 34532 w 39817"/>
                  <a:gd name="connsiteY7" fmla="*/ 37093 h 37407"/>
                  <a:gd name="connsiteX8" fmla="*/ 37367 w 39817"/>
                  <a:gd name="connsiteY8" fmla="*/ 32840 h 37407"/>
                  <a:gd name="connsiteX9" fmla="*/ 26623 w 39817"/>
                  <a:gd name="connsiteY9" fmla="*/ 25653 h 37407"/>
                  <a:gd name="connsiteX10" fmla="*/ 4481 w 39817"/>
                  <a:gd name="connsiteY10" fmla="*/ 10869 h 37407"/>
                  <a:gd name="connsiteX11" fmla="*/ 7316 w 39817"/>
                  <a:gd name="connsiteY11" fmla="*/ 6616 h 37407"/>
                  <a:gd name="connsiteX12" fmla="*/ 15822 w 39817"/>
                  <a:gd name="connsiteY12" fmla="*/ 17701 h 37407"/>
                  <a:gd name="connsiteX13" fmla="*/ 27558 w 39817"/>
                  <a:gd name="connsiteY13" fmla="*/ 20281 h 37407"/>
                  <a:gd name="connsiteX14" fmla="*/ 28678 w 39817"/>
                  <a:gd name="connsiteY14" fmla="*/ 21571 h 37407"/>
                  <a:gd name="connsiteX15" fmla="*/ 28111 w 39817"/>
                  <a:gd name="connsiteY15" fmla="*/ 23400 h 37407"/>
                  <a:gd name="connsiteX16" fmla="*/ 26382 w 39817"/>
                  <a:gd name="connsiteY16" fmla="*/ 25526 h 3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817" h="37407">
                    <a:moveTo>
                      <a:pt x="31584" y="27114"/>
                    </a:moveTo>
                    <a:cubicBezTo>
                      <a:pt x="33427" y="24278"/>
                      <a:pt x="34192" y="21968"/>
                      <a:pt x="33895" y="20097"/>
                    </a:cubicBezTo>
                    <a:cubicBezTo>
                      <a:pt x="33200" y="18399"/>
                      <a:pt x="31953" y="16991"/>
                      <a:pt x="30337" y="16114"/>
                    </a:cubicBezTo>
                    <a:cubicBezTo>
                      <a:pt x="26481" y="14199"/>
                      <a:pt x="22257" y="13167"/>
                      <a:pt x="17948" y="13094"/>
                    </a:cubicBezTo>
                    <a:cubicBezTo>
                      <a:pt x="15028" y="9040"/>
                      <a:pt x="12178" y="5355"/>
                      <a:pt x="9443" y="1953"/>
                    </a:cubicBezTo>
                    <a:lnTo>
                      <a:pt x="6055" y="-315"/>
                    </a:lnTo>
                    <a:lnTo>
                      <a:pt x="-2450" y="12371"/>
                    </a:lnTo>
                    <a:lnTo>
                      <a:pt x="34532" y="37093"/>
                    </a:lnTo>
                    <a:lnTo>
                      <a:pt x="37367" y="32840"/>
                    </a:lnTo>
                    <a:lnTo>
                      <a:pt x="26623" y="25653"/>
                    </a:lnTo>
                    <a:close/>
                    <a:moveTo>
                      <a:pt x="4481" y="10869"/>
                    </a:moveTo>
                    <a:lnTo>
                      <a:pt x="7316" y="6616"/>
                    </a:lnTo>
                    <a:cubicBezTo>
                      <a:pt x="9981" y="9707"/>
                      <a:pt x="12816" y="13402"/>
                      <a:pt x="15822" y="17701"/>
                    </a:cubicBezTo>
                    <a:cubicBezTo>
                      <a:pt x="20868" y="17602"/>
                      <a:pt x="24794" y="18438"/>
                      <a:pt x="27558" y="20281"/>
                    </a:cubicBezTo>
                    <a:cubicBezTo>
                      <a:pt x="28083" y="20553"/>
                      <a:pt x="28480" y="21014"/>
                      <a:pt x="28678" y="21571"/>
                    </a:cubicBezTo>
                    <a:cubicBezTo>
                      <a:pt x="28664" y="22222"/>
                      <a:pt x="28466" y="22855"/>
                      <a:pt x="28111" y="23400"/>
                    </a:cubicBezTo>
                    <a:cubicBezTo>
                      <a:pt x="27573" y="24141"/>
                      <a:pt x="27005" y="24851"/>
                      <a:pt x="26382" y="2552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F74D40C9-300E-4850-8970-B10646F3FD7B}"/>
                  </a:ext>
                </a:extLst>
              </p:cNvPr>
              <p:cNvSpPr/>
              <p:nvPr/>
            </p:nvSpPr>
            <p:spPr>
              <a:xfrm rot="-782399">
                <a:off x="2257717" y="-1039362"/>
                <a:ext cx="38924" cy="8093"/>
              </a:xfrm>
              <a:custGeom>
                <a:avLst/>
                <a:gdLst>
                  <a:gd name="connsiteX0" fmla="*/ -2137 w 38924"/>
                  <a:gd name="connsiteY0" fmla="*/ -250 h 8093"/>
                  <a:gd name="connsiteX1" fmla="*/ 36788 w 38924"/>
                  <a:gd name="connsiteY1" fmla="*/ -250 h 8093"/>
                  <a:gd name="connsiteX2" fmla="*/ 36788 w 38924"/>
                  <a:gd name="connsiteY2" fmla="*/ 7844 h 8093"/>
                  <a:gd name="connsiteX3" fmla="*/ -2137 w 38924"/>
                  <a:gd name="connsiteY3" fmla="*/ 7844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137" y="-250"/>
                    </a:moveTo>
                    <a:lnTo>
                      <a:pt x="36788" y="-250"/>
                    </a:lnTo>
                    <a:lnTo>
                      <a:pt x="36788" y="7844"/>
                    </a:lnTo>
                    <a:lnTo>
                      <a:pt x="-2137" y="784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3DEEB57A-E33E-4E94-957A-DBE541B73AA3}"/>
                  </a:ext>
                </a:extLst>
              </p:cNvPr>
              <p:cNvSpPr/>
              <p:nvPr/>
            </p:nvSpPr>
            <p:spPr>
              <a:xfrm>
                <a:off x="2250019" y="-1090539"/>
                <a:ext cx="41887" cy="35380"/>
              </a:xfrm>
              <a:custGeom>
                <a:avLst/>
                <a:gdLst>
                  <a:gd name="connsiteX0" fmla="*/ -1481 w 41887"/>
                  <a:gd name="connsiteY0" fmla="*/ 9775 h 35380"/>
                  <a:gd name="connsiteX1" fmla="*/ 24969 w 41887"/>
                  <a:gd name="connsiteY1" fmla="*/ 7124 h 35380"/>
                  <a:gd name="connsiteX2" fmla="*/ 319 w 41887"/>
                  <a:gd name="connsiteY2" fmla="*/ 27720 h 35380"/>
                  <a:gd name="connsiteX3" fmla="*/ 1028 w 41887"/>
                  <a:gd name="connsiteY3" fmla="*/ 34808 h 35380"/>
                  <a:gd name="connsiteX4" fmla="*/ 39754 w 41887"/>
                  <a:gd name="connsiteY4" fmla="*/ 30938 h 35380"/>
                  <a:gd name="connsiteX5" fmla="*/ 39102 w 41887"/>
                  <a:gd name="connsiteY5" fmla="*/ 24474 h 35380"/>
                  <a:gd name="connsiteX6" fmla="*/ 12651 w 41887"/>
                  <a:gd name="connsiteY6" fmla="*/ 27125 h 35380"/>
                  <a:gd name="connsiteX7" fmla="*/ 37316 w 41887"/>
                  <a:gd name="connsiteY7" fmla="*/ 6642 h 35380"/>
                  <a:gd name="connsiteX8" fmla="*/ 36593 w 41887"/>
                  <a:gd name="connsiteY8" fmla="*/ -573 h 35380"/>
                  <a:gd name="connsiteX9" fmla="*/ -2133 w 41887"/>
                  <a:gd name="connsiteY9" fmla="*/ 3311 h 3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887" h="35380">
                    <a:moveTo>
                      <a:pt x="-1481" y="9775"/>
                    </a:moveTo>
                    <a:lnTo>
                      <a:pt x="24969" y="7124"/>
                    </a:lnTo>
                    <a:lnTo>
                      <a:pt x="319" y="27720"/>
                    </a:lnTo>
                    <a:lnTo>
                      <a:pt x="1028" y="34808"/>
                    </a:lnTo>
                    <a:lnTo>
                      <a:pt x="39754" y="30938"/>
                    </a:lnTo>
                    <a:lnTo>
                      <a:pt x="39102" y="24474"/>
                    </a:lnTo>
                    <a:lnTo>
                      <a:pt x="12651" y="27125"/>
                    </a:lnTo>
                    <a:lnTo>
                      <a:pt x="37316" y="6642"/>
                    </a:lnTo>
                    <a:lnTo>
                      <a:pt x="36593" y="-573"/>
                    </a:lnTo>
                    <a:lnTo>
                      <a:pt x="-2133" y="331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00640423-4CBF-408F-9027-CD4524429C0B}"/>
                  </a:ext>
                </a:extLst>
              </p:cNvPr>
              <p:cNvSpPr/>
              <p:nvPr/>
            </p:nvSpPr>
            <p:spPr>
              <a:xfrm>
                <a:off x="2249414" y="-1130354"/>
                <a:ext cx="40809" cy="26476"/>
              </a:xfrm>
              <a:custGeom>
                <a:avLst/>
                <a:gdLst>
                  <a:gd name="connsiteX0" fmla="*/ 7942 w 40809"/>
                  <a:gd name="connsiteY0" fmla="*/ 24971 h 26476"/>
                  <a:gd name="connsiteX1" fmla="*/ 14335 w 40809"/>
                  <a:gd name="connsiteY1" fmla="*/ 23114 h 26476"/>
                  <a:gd name="connsiteX2" fmla="*/ 20316 w 40809"/>
                  <a:gd name="connsiteY2" fmla="*/ 16027 h 26476"/>
                  <a:gd name="connsiteX3" fmla="*/ 21890 w 40809"/>
                  <a:gd name="connsiteY3" fmla="*/ 13489 h 26476"/>
                  <a:gd name="connsiteX4" fmla="*/ 25164 w 40809"/>
                  <a:gd name="connsiteY4" fmla="*/ 9350 h 26476"/>
                  <a:gd name="connsiteX5" fmla="*/ 28410 w 40809"/>
                  <a:gd name="connsiteY5" fmla="*/ 8372 h 26476"/>
                  <a:gd name="connsiteX6" fmla="*/ 32110 w 40809"/>
                  <a:gd name="connsiteY6" fmla="*/ 10357 h 26476"/>
                  <a:gd name="connsiteX7" fmla="*/ 33273 w 40809"/>
                  <a:gd name="connsiteY7" fmla="*/ 15346 h 26476"/>
                  <a:gd name="connsiteX8" fmla="*/ 30140 w 40809"/>
                  <a:gd name="connsiteY8" fmla="*/ 25963 h 26476"/>
                  <a:gd name="connsiteX9" fmla="*/ 36816 w 40809"/>
                  <a:gd name="connsiteY9" fmla="*/ 26275 h 26476"/>
                  <a:gd name="connsiteX10" fmla="*/ 38645 w 40809"/>
                  <a:gd name="connsiteY10" fmla="*/ 15460 h 26476"/>
                  <a:gd name="connsiteX11" fmla="*/ 36093 w 40809"/>
                  <a:gd name="connsiteY11" fmla="*/ 4233 h 26476"/>
                  <a:gd name="connsiteX12" fmla="*/ 21224 w 40809"/>
                  <a:gd name="connsiteY12" fmla="*/ 1639 h 26476"/>
                  <a:gd name="connsiteX13" fmla="*/ 15058 w 40809"/>
                  <a:gd name="connsiteY13" fmla="*/ 9123 h 26476"/>
                  <a:gd name="connsiteX14" fmla="*/ 13371 w 40809"/>
                  <a:gd name="connsiteY14" fmla="*/ 11831 h 26476"/>
                  <a:gd name="connsiteX15" fmla="*/ 10210 w 40809"/>
                  <a:gd name="connsiteY15" fmla="*/ 15941 h 26476"/>
                  <a:gd name="connsiteX16" fmla="*/ 7375 w 40809"/>
                  <a:gd name="connsiteY16" fmla="*/ 16948 h 26476"/>
                  <a:gd name="connsiteX17" fmla="*/ 4313 w 40809"/>
                  <a:gd name="connsiteY17" fmla="*/ 15176 h 26476"/>
                  <a:gd name="connsiteX18" fmla="*/ 3321 w 40809"/>
                  <a:gd name="connsiteY18" fmla="*/ 10824 h 26476"/>
                  <a:gd name="connsiteX19" fmla="*/ 5986 w 40809"/>
                  <a:gd name="connsiteY19" fmla="*/ 1497 h 26476"/>
                  <a:gd name="connsiteX20" fmla="*/ -237 w 40809"/>
                  <a:gd name="connsiteY20" fmla="*/ 1214 h 26476"/>
                  <a:gd name="connsiteX21" fmla="*/ -2066 w 40809"/>
                  <a:gd name="connsiteY21" fmla="*/ 11632 h 26476"/>
                  <a:gd name="connsiteX22" fmla="*/ 415 w 40809"/>
                  <a:gd name="connsiteY22" fmla="*/ 21101 h 26476"/>
                  <a:gd name="connsiteX23" fmla="*/ 7942 w 40809"/>
                  <a:gd name="connsiteY23" fmla="*/ 24971 h 2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809" h="26476">
                    <a:moveTo>
                      <a:pt x="7942" y="24971"/>
                    </a:moveTo>
                    <a:cubicBezTo>
                      <a:pt x="10224" y="25124"/>
                      <a:pt x="12492" y="24466"/>
                      <a:pt x="14335" y="23114"/>
                    </a:cubicBezTo>
                    <a:cubicBezTo>
                      <a:pt x="16744" y="21134"/>
                      <a:pt x="18771" y="18733"/>
                      <a:pt x="20316" y="16027"/>
                    </a:cubicBezTo>
                    <a:lnTo>
                      <a:pt x="21890" y="13489"/>
                    </a:lnTo>
                    <a:cubicBezTo>
                      <a:pt x="22769" y="11951"/>
                      <a:pt x="23874" y="10556"/>
                      <a:pt x="25164" y="9350"/>
                    </a:cubicBezTo>
                    <a:cubicBezTo>
                      <a:pt x="26086" y="8634"/>
                      <a:pt x="27248" y="8286"/>
                      <a:pt x="28410" y="8372"/>
                    </a:cubicBezTo>
                    <a:cubicBezTo>
                      <a:pt x="29899" y="8389"/>
                      <a:pt x="31274" y="9130"/>
                      <a:pt x="32110" y="10357"/>
                    </a:cubicBezTo>
                    <a:cubicBezTo>
                      <a:pt x="33046" y="11841"/>
                      <a:pt x="33457" y="13600"/>
                      <a:pt x="33273" y="15346"/>
                    </a:cubicBezTo>
                    <a:cubicBezTo>
                      <a:pt x="32932" y="19056"/>
                      <a:pt x="31869" y="22662"/>
                      <a:pt x="30140" y="25963"/>
                    </a:cubicBezTo>
                    <a:lnTo>
                      <a:pt x="36816" y="26275"/>
                    </a:lnTo>
                    <a:cubicBezTo>
                      <a:pt x="37794" y="22743"/>
                      <a:pt x="38404" y="19118"/>
                      <a:pt x="38645" y="15460"/>
                    </a:cubicBezTo>
                    <a:cubicBezTo>
                      <a:pt x="38857" y="10735"/>
                      <a:pt x="38007" y="6993"/>
                      <a:pt x="36093" y="4233"/>
                    </a:cubicBezTo>
                    <a:cubicBezTo>
                      <a:pt x="32620" y="-459"/>
                      <a:pt x="26086" y="-1600"/>
                      <a:pt x="21224" y="1639"/>
                    </a:cubicBezTo>
                    <a:cubicBezTo>
                      <a:pt x="18743" y="3745"/>
                      <a:pt x="16645" y="6280"/>
                      <a:pt x="15058" y="9123"/>
                    </a:cubicBezTo>
                    <a:lnTo>
                      <a:pt x="13371" y="11831"/>
                    </a:lnTo>
                    <a:cubicBezTo>
                      <a:pt x="12520" y="13342"/>
                      <a:pt x="11457" y="14725"/>
                      <a:pt x="10210" y="15941"/>
                    </a:cubicBezTo>
                    <a:cubicBezTo>
                      <a:pt x="9430" y="16633"/>
                      <a:pt x="8410" y="16995"/>
                      <a:pt x="7375" y="16948"/>
                    </a:cubicBezTo>
                    <a:cubicBezTo>
                      <a:pt x="6127" y="16910"/>
                      <a:pt x="4965" y="16243"/>
                      <a:pt x="4313" y="15176"/>
                    </a:cubicBezTo>
                    <a:cubicBezTo>
                      <a:pt x="3519" y="13872"/>
                      <a:pt x="3164" y="12344"/>
                      <a:pt x="3321" y="10824"/>
                    </a:cubicBezTo>
                    <a:cubicBezTo>
                      <a:pt x="3675" y="7587"/>
                      <a:pt x="4582" y="4433"/>
                      <a:pt x="5986" y="1497"/>
                    </a:cubicBezTo>
                    <a:lnTo>
                      <a:pt x="-237" y="1214"/>
                    </a:lnTo>
                    <a:cubicBezTo>
                      <a:pt x="-1244" y="4607"/>
                      <a:pt x="-1853" y="8101"/>
                      <a:pt x="-2066" y="11632"/>
                    </a:cubicBezTo>
                    <a:cubicBezTo>
                      <a:pt x="-2392" y="14983"/>
                      <a:pt x="-1513" y="18340"/>
                      <a:pt x="415" y="21101"/>
                    </a:cubicBezTo>
                    <a:cubicBezTo>
                      <a:pt x="2172" y="23501"/>
                      <a:pt x="4965" y="24934"/>
                      <a:pt x="7942" y="249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B266454F-28DD-4038-8A0B-CAF73D86FEE8}"/>
                  </a:ext>
                </a:extLst>
              </p:cNvPr>
              <p:cNvSpPr/>
              <p:nvPr/>
            </p:nvSpPr>
            <p:spPr>
              <a:xfrm>
                <a:off x="2252287" y="-1181074"/>
                <a:ext cx="42369" cy="36358"/>
              </a:xfrm>
              <a:custGeom>
                <a:avLst/>
                <a:gdLst>
                  <a:gd name="connsiteX0" fmla="*/ 7235 w 42369"/>
                  <a:gd name="connsiteY0" fmla="*/ 14165 h 36358"/>
                  <a:gd name="connsiteX1" fmla="*/ 9843 w 42369"/>
                  <a:gd name="connsiteY1" fmla="*/ 472 h 36358"/>
                  <a:gd name="connsiteX2" fmla="*/ 4598 w 42369"/>
                  <a:gd name="connsiteY2" fmla="*/ -520 h 36358"/>
                  <a:gd name="connsiteX3" fmla="*/ -2135 w 42369"/>
                  <a:gd name="connsiteY3" fmla="*/ 34847 h 36358"/>
                  <a:gd name="connsiteX4" fmla="*/ 3110 w 42369"/>
                  <a:gd name="connsiteY4" fmla="*/ 35839 h 36358"/>
                  <a:gd name="connsiteX5" fmla="*/ 5718 w 42369"/>
                  <a:gd name="connsiteY5" fmla="*/ 22146 h 36358"/>
                  <a:gd name="connsiteX6" fmla="*/ 38704 w 42369"/>
                  <a:gd name="connsiteY6" fmla="*/ 28440 h 36358"/>
                  <a:gd name="connsiteX7" fmla="*/ 40235 w 42369"/>
                  <a:gd name="connsiteY7" fmla="*/ 20459 h 36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369" h="36358">
                    <a:moveTo>
                      <a:pt x="7235" y="14165"/>
                    </a:moveTo>
                    <a:lnTo>
                      <a:pt x="9843" y="472"/>
                    </a:lnTo>
                    <a:lnTo>
                      <a:pt x="4598" y="-520"/>
                    </a:lnTo>
                    <a:lnTo>
                      <a:pt x="-2135" y="34847"/>
                    </a:lnTo>
                    <a:lnTo>
                      <a:pt x="3110" y="35839"/>
                    </a:lnTo>
                    <a:lnTo>
                      <a:pt x="5718" y="22146"/>
                    </a:lnTo>
                    <a:lnTo>
                      <a:pt x="38704" y="28440"/>
                    </a:lnTo>
                    <a:lnTo>
                      <a:pt x="40235" y="2045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CDD449E9-6A5A-439D-83FF-8ADA88806D96}"/>
                  </a:ext>
                </a:extLst>
              </p:cNvPr>
              <p:cNvSpPr/>
              <p:nvPr/>
            </p:nvSpPr>
            <p:spPr>
              <a:xfrm rot="-4336199">
                <a:off x="2279554" y="-1214235"/>
                <a:ext cx="8093" cy="38924"/>
              </a:xfrm>
              <a:custGeom>
                <a:avLst/>
                <a:gdLst>
                  <a:gd name="connsiteX0" fmla="*/ -2141 w 8093"/>
                  <a:gd name="connsiteY0" fmla="*/ -156 h 38924"/>
                  <a:gd name="connsiteX1" fmla="*/ 5953 w 8093"/>
                  <a:gd name="connsiteY1" fmla="*/ -156 h 38924"/>
                  <a:gd name="connsiteX2" fmla="*/ 5953 w 8093"/>
                  <a:gd name="connsiteY2" fmla="*/ 38768 h 38924"/>
                  <a:gd name="connsiteX3" fmla="*/ -2141 w 8093"/>
                  <a:gd name="connsiteY3" fmla="*/ 38768 h 38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93" h="38924">
                    <a:moveTo>
                      <a:pt x="-2141" y="-156"/>
                    </a:moveTo>
                    <a:lnTo>
                      <a:pt x="5953" y="-156"/>
                    </a:lnTo>
                    <a:lnTo>
                      <a:pt x="5953" y="38768"/>
                    </a:lnTo>
                    <a:lnTo>
                      <a:pt x="-2141" y="387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854916C0-B718-472B-A9CD-FD0F1DAFB4AD}"/>
                  </a:ext>
                </a:extLst>
              </p:cNvPr>
              <p:cNvSpPr/>
              <p:nvPr/>
            </p:nvSpPr>
            <p:spPr>
              <a:xfrm>
                <a:off x="2271523" y="-1252885"/>
                <a:ext cx="44580" cy="36288"/>
              </a:xfrm>
              <a:custGeom>
                <a:avLst/>
                <a:gdLst>
                  <a:gd name="connsiteX0" fmla="*/ 11915 w 44580"/>
                  <a:gd name="connsiteY0" fmla="*/ 14406 h 36288"/>
                  <a:gd name="connsiteX1" fmla="*/ 17727 w 44580"/>
                  <a:gd name="connsiteY1" fmla="*/ 1748 h 36288"/>
                  <a:gd name="connsiteX2" fmla="*/ 12879 w 44580"/>
                  <a:gd name="connsiteY2" fmla="*/ -478 h 36288"/>
                  <a:gd name="connsiteX3" fmla="*/ -2147 w 44580"/>
                  <a:gd name="connsiteY3" fmla="*/ 32238 h 36288"/>
                  <a:gd name="connsiteX4" fmla="*/ 2701 w 44580"/>
                  <a:gd name="connsiteY4" fmla="*/ 34464 h 36288"/>
                  <a:gd name="connsiteX5" fmla="*/ 8527 w 44580"/>
                  <a:gd name="connsiteY5" fmla="*/ 21791 h 36288"/>
                  <a:gd name="connsiteX6" fmla="*/ 39046 w 44580"/>
                  <a:gd name="connsiteY6" fmla="*/ 35810 h 36288"/>
                  <a:gd name="connsiteX7" fmla="*/ 42434 w 44580"/>
                  <a:gd name="connsiteY7" fmla="*/ 28425 h 3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580" h="36288">
                    <a:moveTo>
                      <a:pt x="11915" y="14406"/>
                    </a:moveTo>
                    <a:lnTo>
                      <a:pt x="17727" y="1748"/>
                    </a:lnTo>
                    <a:lnTo>
                      <a:pt x="12879" y="-478"/>
                    </a:lnTo>
                    <a:lnTo>
                      <a:pt x="-2147" y="32238"/>
                    </a:lnTo>
                    <a:lnTo>
                      <a:pt x="2701" y="34464"/>
                    </a:lnTo>
                    <a:lnTo>
                      <a:pt x="8527" y="21791"/>
                    </a:lnTo>
                    <a:lnTo>
                      <a:pt x="39046" y="35810"/>
                    </a:lnTo>
                    <a:lnTo>
                      <a:pt x="42434" y="2842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4488DA3D-0770-49B6-BB03-5AD463E9FAB3}"/>
                  </a:ext>
                </a:extLst>
              </p:cNvPr>
              <p:cNvSpPr/>
              <p:nvPr/>
            </p:nvSpPr>
            <p:spPr>
              <a:xfrm>
                <a:off x="2295011" y="-1292986"/>
                <a:ext cx="45054" cy="42446"/>
              </a:xfrm>
              <a:custGeom>
                <a:avLst/>
                <a:gdLst>
                  <a:gd name="connsiteX0" fmla="*/ 24928 w 45054"/>
                  <a:gd name="connsiteY0" fmla="*/ 42102 h 42446"/>
                  <a:gd name="connsiteX1" fmla="*/ 31250 w 45054"/>
                  <a:gd name="connsiteY1" fmla="*/ 41592 h 42446"/>
                  <a:gd name="connsiteX2" fmla="*/ 39755 w 45054"/>
                  <a:gd name="connsiteY2" fmla="*/ 34306 h 42446"/>
                  <a:gd name="connsiteX3" fmla="*/ 42888 w 45054"/>
                  <a:gd name="connsiteY3" fmla="*/ 24384 h 42446"/>
                  <a:gd name="connsiteX4" fmla="*/ 40875 w 45054"/>
                  <a:gd name="connsiteY4" fmla="*/ 18543 h 42446"/>
                  <a:gd name="connsiteX5" fmla="*/ 34609 w 45054"/>
                  <a:gd name="connsiteY5" fmla="*/ 13143 h 42446"/>
                  <a:gd name="connsiteX6" fmla="*/ 14764 w 45054"/>
                  <a:gd name="connsiteY6" fmla="*/ -111 h 42446"/>
                  <a:gd name="connsiteX7" fmla="*/ 10852 w 45054"/>
                  <a:gd name="connsiteY7" fmla="*/ 5758 h 42446"/>
                  <a:gd name="connsiteX8" fmla="*/ 31193 w 45054"/>
                  <a:gd name="connsiteY8" fmla="*/ 19295 h 42446"/>
                  <a:gd name="connsiteX9" fmla="*/ 36622 w 45054"/>
                  <a:gd name="connsiteY9" fmla="*/ 25050 h 42446"/>
                  <a:gd name="connsiteX10" fmla="*/ 35432 w 45054"/>
                  <a:gd name="connsiteY10" fmla="*/ 31159 h 42446"/>
                  <a:gd name="connsiteX11" fmla="*/ 30002 w 45054"/>
                  <a:gd name="connsiteY11" fmla="*/ 34774 h 42446"/>
                  <a:gd name="connsiteX12" fmla="*/ 22178 w 45054"/>
                  <a:gd name="connsiteY12" fmla="*/ 31811 h 42446"/>
                  <a:gd name="connsiteX13" fmla="*/ 2333 w 45054"/>
                  <a:gd name="connsiteY13" fmla="*/ 18586 h 42446"/>
                  <a:gd name="connsiteX14" fmla="*/ -2161 w 45054"/>
                  <a:gd name="connsiteY14" fmla="*/ 25333 h 42446"/>
                  <a:gd name="connsiteX15" fmla="*/ 17684 w 45054"/>
                  <a:gd name="connsiteY15" fmla="*/ 38530 h 42446"/>
                  <a:gd name="connsiteX16" fmla="*/ 24928 w 45054"/>
                  <a:gd name="connsiteY16" fmla="*/ 42102 h 4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054" h="42446">
                    <a:moveTo>
                      <a:pt x="24928" y="42102"/>
                    </a:moveTo>
                    <a:cubicBezTo>
                      <a:pt x="27040" y="42538"/>
                      <a:pt x="29237" y="42360"/>
                      <a:pt x="31250" y="41592"/>
                    </a:cubicBezTo>
                    <a:cubicBezTo>
                      <a:pt x="34808" y="40159"/>
                      <a:pt x="37799" y="37600"/>
                      <a:pt x="39755" y="34306"/>
                    </a:cubicBezTo>
                    <a:cubicBezTo>
                      <a:pt x="41881" y="31446"/>
                      <a:pt x="42987" y="27949"/>
                      <a:pt x="42888" y="24384"/>
                    </a:cubicBezTo>
                    <a:cubicBezTo>
                      <a:pt x="42803" y="22281"/>
                      <a:pt x="42108" y="20250"/>
                      <a:pt x="40875" y="18543"/>
                    </a:cubicBezTo>
                    <a:cubicBezTo>
                      <a:pt x="39089" y="16413"/>
                      <a:pt x="36976" y="14589"/>
                      <a:pt x="34609" y="13143"/>
                    </a:cubicBezTo>
                    <a:lnTo>
                      <a:pt x="14764" y="-111"/>
                    </a:lnTo>
                    <a:lnTo>
                      <a:pt x="10852" y="5758"/>
                    </a:lnTo>
                    <a:lnTo>
                      <a:pt x="31193" y="19295"/>
                    </a:lnTo>
                    <a:cubicBezTo>
                      <a:pt x="34141" y="21261"/>
                      <a:pt x="35956" y="23179"/>
                      <a:pt x="36622" y="25050"/>
                    </a:cubicBezTo>
                    <a:cubicBezTo>
                      <a:pt x="37260" y="27158"/>
                      <a:pt x="36821" y="29447"/>
                      <a:pt x="35432" y="31159"/>
                    </a:cubicBezTo>
                    <a:cubicBezTo>
                      <a:pt x="34340" y="33191"/>
                      <a:pt x="32299" y="34544"/>
                      <a:pt x="30002" y="34774"/>
                    </a:cubicBezTo>
                    <a:cubicBezTo>
                      <a:pt x="27919" y="34887"/>
                      <a:pt x="25310" y="33899"/>
                      <a:pt x="22178" y="31811"/>
                    </a:cubicBezTo>
                    <a:lnTo>
                      <a:pt x="2333" y="18586"/>
                    </a:lnTo>
                    <a:lnTo>
                      <a:pt x="-2161" y="25333"/>
                    </a:lnTo>
                    <a:lnTo>
                      <a:pt x="17684" y="38530"/>
                    </a:lnTo>
                    <a:cubicBezTo>
                      <a:pt x="19867" y="40145"/>
                      <a:pt x="22320" y="41354"/>
                      <a:pt x="24928" y="4210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14F8E53B-361E-404E-AD2B-A711D3012D3C}"/>
                  </a:ext>
                </a:extLst>
              </p:cNvPr>
              <p:cNvSpPr/>
              <p:nvPr/>
            </p:nvSpPr>
            <p:spPr>
              <a:xfrm>
                <a:off x="2322113" y="-1332832"/>
                <a:ext cx="43602" cy="42595"/>
              </a:xfrm>
              <a:custGeom>
                <a:avLst/>
                <a:gdLst>
                  <a:gd name="connsiteX0" fmla="*/ 16691 w 43602"/>
                  <a:gd name="connsiteY0" fmla="*/ 13445 h 42595"/>
                  <a:gd name="connsiteX1" fmla="*/ 26131 w 43602"/>
                  <a:gd name="connsiteY1" fmla="*/ 3182 h 42595"/>
                  <a:gd name="connsiteX2" fmla="*/ 22191 w 43602"/>
                  <a:gd name="connsiteY2" fmla="*/ -433 h 42595"/>
                  <a:gd name="connsiteX3" fmla="*/ -2176 w 43602"/>
                  <a:gd name="connsiteY3" fmla="*/ 26075 h 42595"/>
                  <a:gd name="connsiteX4" fmla="*/ 1765 w 43602"/>
                  <a:gd name="connsiteY4" fmla="*/ 29689 h 42595"/>
                  <a:gd name="connsiteX5" fmla="*/ 11191 w 43602"/>
                  <a:gd name="connsiteY5" fmla="*/ 19427 h 42595"/>
                  <a:gd name="connsiteX6" fmla="*/ 35927 w 43602"/>
                  <a:gd name="connsiteY6" fmla="*/ 42163 h 42595"/>
                  <a:gd name="connsiteX7" fmla="*/ 41426 w 43602"/>
                  <a:gd name="connsiteY7" fmla="*/ 36167 h 42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602" h="42595">
                    <a:moveTo>
                      <a:pt x="16691" y="13445"/>
                    </a:moveTo>
                    <a:lnTo>
                      <a:pt x="26131" y="3182"/>
                    </a:lnTo>
                    <a:lnTo>
                      <a:pt x="22191" y="-433"/>
                    </a:lnTo>
                    <a:lnTo>
                      <a:pt x="-2176" y="26075"/>
                    </a:lnTo>
                    <a:lnTo>
                      <a:pt x="1765" y="29689"/>
                    </a:lnTo>
                    <a:lnTo>
                      <a:pt x="11191" y="19427"/>
                    </a:lnTo>
                    <a:lnTo>
                      <a:pt x="35927" y="42163"/>
                    </a:lnTo>
                    <a:lnTo>
                      <a:pt x="41426" y="3616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9FB80C28-D8B5-46BF-910B-D4F92584FAF3}"/>
                  </a:ext>
                </a:extLst>
              </p:cNvPr>
              <p:cNvSpPr/>
              <p:nvPr/>
            </p:nvSpPr>
            <p:spPr>
              <a:xfrm>
                <a:off x="2359110" y="-1359439"/>
                <a:ext cx="44410" cy="45544"/>
              </a:xfrm>
              <a:custGeom>
                <a:avLst/>
                <a:gdLst>
                  <a:gd name="connsiteX0" fmla="*/ 22395 w 44410"/>
                  <a:gd name="connsiteY0" fmla="*/ 45126 h 45544"/>
                  <a:gd name="connsiteX1" fmla="*/ 42212 w 44410"/>
                  <a:gd name="connsiteY1" fmla="*/ 28981 h 45544"/>
                  <a:gd name="connsiteX2" fmla="*/ 38711 w 44410"/>
                  <a:gd name="connsiteY2" fmla="*/ 24700 h 45544"/>
                  <a:gd name="connsiteX3" fmla="*/ 25174 w 44410"/>
                  <a:gd name="connsiteY3" fmla="*/ 35728 h 45544"/>
                  <a:gd name="connsiteX4" fmla="*/ 17604 w 44410"/>
                  <a:gd name="connsiteY4" fmla="*/ 26430 h 45544"/>
                  <a:gd name="connsiteX5" fmla="*/ 27910 w 44410"/>
                  <a:gd name="connsiteY5" fmla="*/ 18024 h 45544"/>
                  <a:gd name="connsiteX6" fmla="*/ 24621 w 44410"/>
                  <a:gd name="connsiteY6" fmla="*/ 13984 h 45544"/>
                  <a:gd name="connsiteX7" fmla="*/ 14316 w 44410"/>
                  <a:gd name="connsiteY7" fmla="*/ 22404 h 45544"/>
                  <a:gd name="connsiteX8" fmla="*/ 7441 w 44410"/>
                  <a:gd name="connsiteY8" fmla="*/ 13984 h 45544"/>
                  <a:gd name="connsiteX9" fmla="*/ 20028 w 44410"/>
                  <a:gd name="connsiteY9" fmla="*/ 3721 h 45544"/>
                  <a:gd name="connsiteX10" fmla="*/ 16655 w 44410"/>
                  <a:gd name="connsiteY10" fmla="*/ -418 h 45544"/>
                  <a:gd name="connsiteX11" fmla="*/ -2198 w 44410"/>
                  <a:gd name="connsiteY11" fmla="*/ 14962 h 45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410" h="45544">
                    <a:moveTo>
                      <a:pt x="22395" y="45126"/>
                    </a:moveTo>
                    <a:lnTo>
                      <a:pt x="42212" y="28981"/>
                    </a:lnTo>
                    <a:lnTo>
                      <a:pt x="38711" y="24700"/>
                    </a:lnTo>
                    <a:lnTo>
                      <a:pt x="25174" y="35728"/>
                    </a:lnTo>
                    <a:lnTo>
                      <a:pt x="17604" y="26430"/>
                    </a:lnTo>
                    <a:lnTo>
                      <a:pt x="27910" y="18024"/>
                    </a:lnTo>
                    <a:lnTo>
                      <a:pt x="24621" y="13984"/>
                    </a:lnTo>
                    <a:lnTo>
                      <a:pt x="14316" y="22404"/>
                    </a:lnTo>
                    <a:lnTo>
                      <a:pt x="7441" y="13984"/>
                    </a:lnTo>
                    <a:lnTo>
                      <a:pt x="20028" y="3721"/>
                    </a:lnTo>
                    <a:lnTo>
                      <a:pt x="16655" y="-418"/>
                    </a:lnTo>
                    <a:lnTo>
                      <a:pt x="-2198" y="14962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FCF83916-B40E-42FA-AF11-55B91A52FC1D}"/>
                  </a:ext>
                </a:extLst>
              </p:cNvPr>
              <p:cNvSpPr/>
              <p:nvPr/>
            </p:nvSpPr>
            <p:spPr>
              <a:xfrm>
                <a:off x="2417880" y="-1395812"/>
                <a:ext cx="29356" cy="45756"/>
              </a:xfrm>
              <a:custGeom>
                <a:avLst/>
                <a:gdLst>
                  <a:gd name="connsiteX0" fmla="*/ -2228 w 29356"/>
                  <a:gd name="connsiteY0" fmla="*/ 10518 h 45756"/>
                  <a:gd name="connsiteX1" fmla="*/ 15122 w 29356"/>
                  <a:gd name="connsiteY1" fmla="*/ 45360 h 45756"/>
                  <a:gd name="connsiteX2" fmla="*/ 22380 w 29356"/>
                  <a:gd name="connsiteY2" fmla="*/ 41746 h 45756"/>
                  <a:gd name="connsiteX3" fmla="*/ 15065 w 29356"/>
                  <a:gd name="connsiteY3" fmla="*/ 27089 h 45756"/>
                  <a:gd name="connsiteX4" fmla="*/ 27128 w 29356"/>
                  <a:gd name="connsiteY4" fmla="*/ 21079 h 45756"/>
                  <a:gd name="connsiteX5" fmla="*/ 24733 w 29356"/>
                  <a:gd name="connsiteY5" fmla="*/ 16273 h 45756"/>
                  <a:gd name="connsiteX6" fmla="*/ 12684 w 29356"/>
                  <a:gd name="connsiteY6" fmla="*/ 22283 h 45756"/>
                  <a:gd name="connsiteX7" fmla="*/ 7397 w 29356"/>
                  <a:gd name="connsiteY7" fmla="*/ 11695 h 45756"/>
                  <a:gd name="connsiteX8" fmla="*/ 22068 w 29356"/>
                  <a:gd name="connsiteY8" fmla="*/ 4380 h 45756"/>
                  <a:gd name="connsiteX9" fmla="*/ 19686 w 29356"/>
                  <a:gd name="connsiteY9" fmla="*/ -397 h 4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356" h="45756">
                    <a:moveTo>
                      <a:pt x="-2228" y="10518"/>
                    </a:moveTo>
                    <a:lnTo>
                      <a:pt x="15122" y="45360"/>
                    </a:lnTo>
                    <a:lnTo>
                      <a:pt x="22380" y="41746"/>
                    </a:lnTo>
                    <a:lnTo>
                      <a:pt x="15065" y="27089"/>
                    </a:lnTo>
                    <a:lnTo>
                      <a:pt x="27128" y="21079"/>
                    </a:lnTo>
                    <a:lnTo>
                      <a:pt x="24733" y="16273"/>
                    </a:lnTo>
                    <a:lnTo>
                      <a:pt x="12684" y="22283"/>
                    </a:lnTo>
                    <a:lnTo>
                      <a:pt x="7397" y="11695"/>
                    </a:lnTo>
                    <a:lnTo>
                      <a:pt x="22068" y="4380"/>
                    </a:lnTo>
                    <a:lnTo>
                      <a:pt x="19686" y="-39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2175DCF1-677F-46F8-BDF6-0251F61EBF36}"/>
                  </a:ext>
                </a:extLst>
              </p:cNvPr>
              <p:cNvSpPr/>
              <p:nvPr/>
            </p:nvSpPr>
            <p:spPr>
              <a:xfrm>
                <a:off x="2458753" y="-1410185"/>
                <a:ext cx="40209" cy="41350"/>
              </a:xfrm>
              <a:custGeom>
                <a:avLst/>
                <a:gdLst>
                  <a:gd name="connsiteX0" fmla="*/ 8596 w 40209"/>
                  <a:gd name="connsiteY0" fmla="*/ 39138 h 41350"/>
                  <a:gd name="connsiteX1" fmla="*/ 23791 w 40209"/>
                  <a:gd name="connsiteY1" fmla="*/ 40159 h 41350"/>
                  <a:gd name="connsiteX2" fmla="*/ 36081 w 40209"/>
                  <a:gd name="connsiteY2" fmla="*/ 30491 h 41350"/>
                  <a:gd name="connsiteX3" fmla="*/ 36634 w 40209"/>
                  <a:gd name="connsiteY3" fmla="*/ 14559 h 41350"/>
                  <a:gd name="connsiteX4" fmla="*/ 27052 w 40209"/>
                  <a:gd name="connsiteY4" fmla="*/ 2042 h 41350"/>
                  <a:gd name="connsiteX5" fmla="*/ 11686 w 40209"/>
                  <a:gd name="connsiteY5" fmla="*/ 1121 h 41350"/>
                  <a:gd name="connsiteX6" fmla="*/ -391 w 40209"/>
                  <a:gd name="connsiteY6" fmla="*/ 10746 h 41350"/>
                  <a:gd name="connsiteX7" fmla="*/ -958 w 40209"/>
                  <a:gd name="connsiteY7" fmla="*/ 26579 h 41350"/>
                  <a:gd name="connsiteX8" fmla="*/ 8596 w 40209"/>
                  <a:gd name="connsiteY8" fmla="*/ 39138 h 41350"/>
                  <a:gd name="connsiteX9" fmla="*/ 6852 w 40209"/>
                  <a:gd name="connsiteY9" fmla="*/ 12574 h 41350"/>
                  <a:gd name="connsiteX10" fmla="*/ 19539 w 40209"/>
                  <a:gd name="connsiteY10" fmla="*/ 6268 h 41350"/>
                  <a:gd name="connsiteX11" fmla="*/ 22275 w 40209"/>
                  <a:gd name="connsiteY11" fmla="*/ 7684 h 41350"/>
                  <a:gd name="connsiteX12" fmla="*/ 28483 w 40209"/>
                  <a:gd name="connsiteY12" fmla="*/ 17138 h 41350"/>
                  <a:gd name="connsiteX13" fmla="*/ 28937 w 40209"/>
                  <a:gd name="connsiteY13" fmla="*/ 28620 h 41350"/>
                  <a:gd name="connsiteX14" fmla="*/ 22317 w 40209"/>
                  <a:gd name="connsiteY14" fmla="*/ 35013 h 41350"/>
                  <a:gd name="connsiteX15" fmla="*/ 13472 w 40209"/>
                  <a:gd name="connsiteY15" fmla="*/ 33468 h 41350"/>
                  <a:gd name="connsiteX16" fmla="*/ 7263 w 40209"/>
                  <a:gd name="connsiteY16" fmla="*/ 23942 h 41350"/>
                  <a:gd name="connsiteX17" fmla="*/ 6852 w 40209"/>
                  <a:gd name="connsiteY17" fmla="*/ 12574 h 4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0209" h="41350">
                    <a:moveTo>
                      <a:pt x="8596" y="39138"/>
                    </a:moveTo>
                    <a:cubicBezTo>
                      <a:pt x="13288" y="41621"/>
                      <a:pt x="18816" y="41992"/>
                      <a:pt x="23791" y="40159"/>
                    </a:cubicBezTo>
                    <a:cubicBezTo>
                      <a:pt x="29703" y="38288"/>
                      <a:pt x="33785" y="35056"/>
                      <a:pt x="36081" y="30491"/>
                    </a:cubicBezTo>
                    <a:cubicBezTo>
                      <a:pt x="38378" y="25927"/>
                      <a:pt x="38562" y="20569"/>
                      <a:pt x="36634" y="14559"/>
                    </a:cubicBezTo>
                    <a:cubicBezTo>
                      <a:pt x="34706" y="8548"/>
                      <a:pt x="31559" y="4466"/>
                      <a:pt x="27052" y="2042"/>
                    </a:cubicBezTo>
                    <a:cubicBezTo>
                      <a:pt x="22544" y="-382"/>
                      <a:pt x="17413" y="-694"/>
                      <a:pt x="11686" y="1121"/>
                    </a:cubicBezTo>
                    <a:cubicBezTo>
                      <a:pt x="5959" y="2935"/>
                      <a:pt x="1891" y="6167"/>
                      <a:pt x="-391" y="10746"/>
                    </a:cubicBezTo>
                    <a:cubicBezTo>
                      <a:pt x="-2673" y="15324"/>
                      <a:pt x="-2858" y="20668"/>
                      <a:pt x="-958" y="26579"/>
                    </a:cubicBezTo>
                    <a:cubicBezTo>
                      <a:pt x="941" y="32490"/>
                      <a:pt x="4102" y="36657"/>
                      <a:pt x="8596" y="39138"/>
                    </a:cubicBezTo>
                    <a:close/>
                    <a:moveTo>
                      <a:pt x="6852" y="12574"/>
                    </a:moveTo>
                    <a:cubicBezTo>
                      <a:pt x="8610" y="7328"/>
                      <a:pt x="14294" y="4505"/>
                      <a:pt x="19539" y="6268"/>
                    </a:cubicBezTo>
                    <a:cubicBezTo>
                      <a:pt x="20517" y="6597"/>
                      <a:pt x="21438" y="7074"/>
                      <a:pt x="22275" y="7684"/>
                    </a:cubicBezTo>
                    <a:cubicBezTo>
                      <a:pt x="25322" y="10077"/>
                      <a:pt x="27491" y="13396"/>
                      <a:pt x="28483" y="17138"/>
                    </a:cubicBezTo>
                    <a:cubicBezTo>
                      <a:pt x="29873" y="20817"/>
                      <a:pt x="30029" y="24844"/>
                      <a:pt x="28937" y="28620"/>
                    </a:cubicBezTo>
                    <a:cubicBezTo>
                      <a:pt x="27945" y="31724"/>
                      <a:pt x="25450" y="34123"/>
                      <a:pt x="22317" y="35013"/>
                    </a:cubicBezTo>
                    <a:cubicBezTo>
                      <a:pt x="19298" y="36031"/>
                      <a:pt x="15967" y="35449"/>
                      <a:pt x="13472" y="33468"/>
                    </a:cubicBezTo>
                    <a:cubicBezTo>
                      <a:pt x="10424" y="31044"/>
                      <a:pt x="8256" y="27703"/>
                      <a:pt x="7263" y="23942"/>
                    </a:cubicBezTo>
                    <a:cubicBezTo>
                      <a:pt x="5903" y="20297"/>
                      <a:pt x="5761" y="16309"/>
                      <a:pt x="6852" y="125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03A70D15-D771-4FEC-9742-3E47EA595D3C}"/>
                  </a:ext>
                </a:extLst>
              </p:cNvPr>
              <p:cNvSpPr/>
              <p:nvPr/>
            </p:nvSpPr>
            <p:spPr>
              <a:xfrm>
                <a:off x="2510570" y="-1420163"/>
                <a:ext cx="36812" cy="40850"/>
              </a:xfrm>
              <a:custGeom>
                <a:avLst/>
                <a:gdLst>
                  <a:gd name="connsiteX0" fmla="*/ 19346 w 36812"/>
                  <a:gd name="connsiteY0" fmla="*/ 20148 h 40850"/>
                  <a:gd name="connsiteX1" fmla="*/ 24194 w 36812"/>
                  <a:gd name="connsiteY1" fmla="*/ 14874 h 40850"/>
                  <a:gd name="connsiteX2" fmla="*/ 25243 w 36812"/>
                  <a:gd name="connsiteY2" fmla="*/ 8085 h 40850"/>
                  <a:gd name="connsiteX3" fmla="*/ 12146 w 36812"/>
                  <a:gd name="connsiteY3" fmla="*/ 217 h 40850"/>
                  <a:gd name="connsiteX4" fmla="*/ -2285 w 36812"/>
                  <a:gd name="connsiteY4" fmla="*/ 2273 h 40850"/>
                  <a:gd name="connsiteX5" fmla="*/ 3201 w 36812"/>
                  <a:gd name="connsiteY5" fmla="*/ 40815 h 40850"/>
                  <a:gd name="connsiteX6" fmla="*/ 10756 w 36812"/>
                  <a:gd name="connsiteY6" fmla="*/ 39737 h 40850"/>
                  <a:gd name="connsiteX7" fmla="*/ 8502 w 36812"/>
                  <a:gd name="connsiteY7" fmla="*/ 23975 h 40850"/>
                  <a:gd name="connsiteX8" fmla="*/ 12925 w 36812"/>
                  <a:gd name="connsiteY8" fmla="*/ 23351 h 40850"/>
                  <a:gd name="connsiteX9" fmla="*/ 24761 w 36812"/>
                  <a:gd name="connsiteY9" fmla="*/ 37710 h 40850"/>
                  <a:gd name="connsiteX10" fmla="*/ 34528 w 36812"/>
                  <a:gd name="connsiteY10" fmla="*/ 36293 h 40850"/>
                  <a:gd name="connsiteX11" fmla="*/ 9622 w 36812"/>
                  <a:gd name="connsiteY11" fmla="*/ 18432 h 40850"/>
                  <a:gd name="connsiteX12" fmla="*/ 7765 w 36812"/>
                  <a:gd name="connsiteY12" fmla="*/ 18702 h 40850"/>
                  <a:gd name="connsiteX13" fmla="*/ 6036 w 36812"/>
                  <a:gd name="connsiteY13" fmla="*/ 6525 h 40850"/>
                  <a:gd name="connsiteX14" fmla="*/ 8871 w 36812"/>
                  <a:gd name="connsiteY14" fmla="*/ 6128 h 40850"/>
                  <a:gd name="connsiteX15" fmla="*/ 17376 w 36812"/>
                  <a:gd name="connsiteY15" fmla="*/ 10168 h 40850"/>
                  <a:gd name="connsiteX16" fmla="*/ 9622 w 36812"/>
                  <a:gd name="connsiteY16" fmla="*/ 18432 h 40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812" h="40850">
                    <a:moveTo>
                      <a:pt x="19346" y="20148"/>
                    </a:moveTo>
                    <a:cubicBezTo>
                      <a:pt x="21430" y="18883"/>
                      <a:pt x="23103" y="17055"/>
                      <a:pt x="24194" y="14874"/>
                    </a:cubicBezTo>
                    <a:cubicBezTo>
                      <a:pt x="25243" y="12774"/>
                      <a:pt x="25598" y="10402"/>
                      <a:pt x="25243" y="8085"/>
                    </a:cubicBezTo>
                    <a:cubicBezTo>
                      <a:pt x="24293" y="1715"/>
                      <a:pt x="19928" y="-907"/>
                      <a:pt x="12146" y="217"/>
                    </a:cubicBezTo>
                    <a:lnTo>
                      <a:pt x="-2285" y="2273"/>
                    </a:lnTo>
                    <a:lnTo>
                      <a:pt x="3201" y="40815"/>
                    </a:lnTo>
                    <a:lnTo>
                      <a:pt x="10756" y="39737"/>
                    </a:lnTo>
                    <a:lnTo>
                      <a:pt x="8502" y="23975"/>
                    </a:lnTo>
                    <a:lnTo>
                      <a:pt x="12925" y="23351"/>
                    </a:lnTo>
                    <a:lnTo>
                      <a:pt x="24761" y="37710"/>
                    </a:lnTo>
                    <a:lnTo>
                      <a:pt x="34528" y="36293"/>
                    </a:lnTo>
                    <a:close/>
                    <a:moveTo>
                      <a:pt x="9622" y="18432"/>
                    </a:moveTo>
                    <a:lnTo>
                      <a:pt x="7765" y="18702"/>
                    </a:lnTo>
                    <a:lnTo>
                      <a:pt x="6036" y="6525"/>
                    </a:lnTo>
                    <a:lnTo>
                      <a:pt x="8871" y="6128"/>
                    </a:lnTo>
                    <a:cubicBezTo>
                      <a:pt x="14059" y="5391"/>
                      <a:pt x="16894" y="6738"/>
                      <a:pt x="17376" y="10168"/>
                    </a:cubicBezTo>
                    <a:cubicBezTo>
                      <a:pt x="18014" y="14846"/>
                      <a:pt x="15434" y="17601"/>
                      <a:pt x="9622" y="1843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4804EB0F-4109-4513-A011-81140BCDA736}"/>
                  </a:ext>
                </a:extLst>
              </p:cNvPr>
              <p:cNvSpPr/>
              <p:nvPr/>
            </p:nvSpPr>
            <p:spPr>
              <a:xfrm>
                <a:off x="2579064" y="-1421837"/>
                <a:ext cx="38201" cy="41050"/>
              </a:xfrm>
              <a:custGeom>
                <a:avLst/>
                <a:gdLst>
                  <a:gd name="connsiteX0" fmla="*/ 16612 w 38201"/>
                  <a:gd name="connsiteY0" fmla="*/ -35 h 41050"/>
                  <a:gd name="connsiteX1" fmla="*/ -2326 w 38201"/>
                  <a:gd name="connsiteY1" fmla="*/ 37189 h 41050"/>
                  <a:gd name="connsiteX2" fmla="*/ 3529 w 38201"/>
                  <a:gd name="connsiteY2" fmla="*/ 37770 h 41050"/>
                  <a:gd name="connsiteX3" fmla="*/ 8589 w 38201"/>
                  <a:gd name="connsiteY3" fmla="*/ 27848 h 41050"/>
                  <a:gd name="connsiteX4" fmla="*/ 24607 w 38201"/>
                  <a:gd name="connsiteY4" fmla="*/ 29449 h 41050"/>
                  <a:gd name="connsiteX5" fmla="*/ 27612 w 38201"/>
                  <a:gd name="connsiteY5" fmla="*/ 40180 h 41050"/>
                  <a:gd name="connsiteX6" fmla="*/ 35876 w 38201"/>
                  <a:gd name="connsiteY6" fmla="*/ 41016 h 41050"/>
                  <a:gd name="connsiteX7" fmla="*/ 24678 w 38201"/>
                  <a:gd name="connsiteY7" fmla="*/ 773 h 41050"/>
                  <a:gd name="connsiteX8" fmla="*/ 11098 w 38201"/>
                  <a:gd name="connsiteY8" fmla="*/ 22886 h 41050"/>
                  <a:gd name="connsiteX9" fmla="*/ 18668 w 38201"/>
                  <a:gd name="connsiteY9" fmla="*/ 8045 h 41050"/>
                  <a:gd name="connsiteX10" fmla="*/ 23133 w 38201"/>
                  <a:gd name="connsiteY10" fmla="*/ 24091 h 4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01" h="41050">
                    <a:moveTo>
                      <a:pt x="16612" y="-35"/>
                    </a:moveTo>
                    <a:lnTo>
                      <a:pt x="-2326" y="37189"/>
                    </a:lnTo>
                    <a:lnTo>
                      <a:pt x="3529" y="37770"/>
                    </a:lnTo>
                    <a:lnTo>
                      <a:pt x="8589" y="27848"/>
                    </a:lnTo>
                    <a:lnTo>
                      <a:pt x="24607" y="29449"/>
                    </a:lnTo>
                    <a:lnTo>
                      <a:pt x="27612" y="40180"/>
                    </a:lnTo>
                    <a:lnTo>
                      <a:pt x="35876" y="41016"/>
                    </a:lnTo>
                    <a:lnTo>
                      <a:pt x="24678" y="773"/>
                    </a:lnTo>
                    <a:close/>
                    <a:moveTo>
                      <a:pt x="11098" y="22886"/>
                    </a:moveTo>
                    <a:lnTo>
                      <a:pt x="18668" y="8045"/>
                    </a:lnTo>
                    <a:lnTo>
                      <a:pt x="23133" y="2409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C0D14E6F-C1A4-4E1F-BEBC-19839BB81754}"/>
                  </a:ext>
                </a:extLst>
              </p:cNvPr>
              <p:cNvSpPr/>
              <p:nvPr/>
            </p:nvSpPr>
            <p:spPr>
              <a:xfrm rot="-4628399">
                <a:off x="2617345" y="-1400138"/>
                <a:ext cx="38924" cy="8093"/>
              </a:xfrm>
              <a:custGeom>
                <a:avLst/>
                <a:gdLst>
                  <a:gd name="connsiteX0" fmla="*/ -2348 w 38924"/>
                  <a:gd name="connsiteY0" fmla="*/ -38 h 8093"/>
                  <a:gd name="connsiteX1" fmla="*/ 36576 w 38924"/>
                  <a:gd name="connsiteY1" fmla="*/ -38 h 8093"/>
                  <a:gd name="connsiteX2" fmla="*/ 36576 w 38924"/>
                  <a:gd name="connsiteY2" fmla="*/ 8056 h 8093"/>
                  <a:gd name="connsiteX3" fmla="*/ -2348 w 38924"/>
                  <a:gd name="connsiteY3" fmla="*/ 8056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48" y="-38"/>
                    </a:moveTo>
                    <a:lnTo>
                      <a:pt x="36576" y="-38"/>
                    </a:lnTo>
                    <a:lnTo>
                      <a:pt x="36576" y="8056"/>
                    </a:lnTo>
                    <a:lnTo>
                      <a:pt x="-2348" y="80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2D05D1C0-67AF-4B7C-AEEC-97F8D86D4F73}"/>
                  </a:ext>
                </a:extLst>
              </p:cNvPr>
              <p:cNvSpPr/>
              <p:nvPr/>
            </p:nvSpPr>
            <p:spPr>
              <a:xfrm rot="-4019400">
                <a:off x="2667650" y="-1383872"/>
                <a:ext cx="38924" cy="8093"/>
              </a:xfrm>
              <a:custGeom>
                <a:avLst/>
                <a:gdLst>
                  <a:gd name="connsiteX0" fmla="*/ -2378 w 38924"/>
                  <a:gd name="connsiteY0" fmla="*/ -47 h 8093"/>
                  <a:gd name="connsiteX1" fmla="*/ 36547 w 38924"/>
                  <a:gd name="connsiteY1" fmla="*/ -47 h 8093"/>
                  <a:gd name="connsiteX2" fmla="*/ 36547 w 38924"/>
                  <a:gd name="connsiteY2" fmla="*/ 8047 h 8093"/>
                  <a:gd name="connsiteX3" fmla="*/ -2378 w 38924"/>
                  <a:gd name="connsiteY3" fmla="*/ 8047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78" y="-47"/>
                    </a:moveTo>
                    <a:lnTo>
                      <a:pt x="36547" y="-47"/>
                    </a:lnTo>
                    <a:lnTo>
                      <a:pt x="36547" y="8047"/>
                    </a:lnTo>
                    <a:lnTo>
                      <a:pt x="-2378" y="804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7AAAFA86-4ECC-4E6B-A49D-8E9568AFC42F}"/>
                  </a:ext>
                </a:extLst>
              </p:cNvPr>
              <p:cNvSpPr/>
              <p:nvPr/>
            </p:nvSpPr>
            <p:spPr>
              <a:xfrm>
                <a:off x="2697851" y="-1387434"/>
                <a:ext cx="46990" cy="49584"/>
              </a:xfrm>
              <a:custGeom>
                <a:avLst/>
                <a:gdLst>
                  <a:gd name="connsiteX0" fmla="*/ -2398 w 46990"/>
                  <a:gd name="connsiteY0" fmla="*/ 33192 h 49584"/>
                  <a:gd name="connsiteX1" fmla="*/ 3201 w 46990"/>
                  <a:gd name="connsiteY1" fmla="*/ 36481 h 49584"/>
                  <a:gd name="connsiteX2" fmla="*/ 16639 w 46990"/>
                  <a:gd name="connsiteY2" fmla="*/ 13531 h 49584"/>
                  <a:gd name="connsiteX3" fmla="*/ 18666 w 46990"/>
                  <a:gd name="connsiteY3" fmla="*/ 45524 h 49584"/>
                  <a:gd name="connsiteX4" fmla="*/ 24931 w 46990"/>
                  <a:gd name="connsiteY4" fmla="*/ 49182 h 49584"/>
                  <a:gd name="connsiteX5" fmla="*/ 44592 w 46990"/>
                  <a:gd name="connsiteY5" fmla="*/ 15587 h 49584"/>
                  <a:gd name="connsiteX6" fmla="*/ 38979 w 46990"/>
                  <a:gd name="connsiteY6" fmla="*/ 12312 h 49584"/>
                  <a:gd name="connsiteX7" fmla="*/ 25555 w 46990"/>
                  <a:gd name="connsiteY7" fmla="*/ 35262 h 49584"/>
                  <a:gd name="connsiteX8" fmla="*/ 23415 w 46990"/>
                  <a:gd name="connsiteY8" fmla="*/ 3198 h 49584"/>
                  <a:gd name="connsiteX9" fmla="*/ 17263 w 46990"/>
                  <a:gd name="connsiteY9" fmla="*/ -403 h 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90" h="49584">
                    <a:moveTo>
                      <a:pt x="-2398" y="33192"/>
                    </a:moveTo>
                    <a:lnTo>
                      <a:pt x="3201" y="36481"/>
                    </a:lnTo>
                    <a:lnTo>
                      <a:pt x="16639" y="13531"/>
                    </a:lnTo>
                    <a:lnTo>
                      <a:pt x="18666" y="45524"/>
                    </a:lnTo>
                    <a:lnTo>
                      <a:pt x="24931" y="49182"/>
                    </a:lnTo>
                    <a:lnTo>
                      <a:pt x="44592" y="15587"/>
                    </a:lnTo>
                    <a:lnTo>
                      <a:pt x="38979" y="12312"/>
                    </a:lnTo>
                    <a:lnTo>
                      <a:pt x="25555" y="35262"/>
                    </a:lnTo>
                    <a:lnTo>
                      <a:pt x="23415" y="3198"/>
                    </a:lnTo>
                    <a:lnTo>
                      <a:pt x="17263" y="-40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C39E8B76-5343-4035-A6FD-57E6075FDEE9}"/>
                  </a:ext>
                </a:extLst>
              </p:cNvPr>
              <p:cNvSpPr/>
              <p:nvPr/>
            </p:nvSpPr>
            <p:spPr>
              <a:xfrm>
                <a:off x="2756762" y="-1341082"/>
                <a:ext cx="55211" cy="55225"/>
              </a:xfrm>
              <a:custGeom>
                <a:avLst/>
                <a:gdLst>
                  <a:gd name="connsiteX0" fmla="*/ 40728 w 55211"/>
                  <a:gd name="connsiteY0" fmla="*/ 28882 h 55225"/>
                  <a:gd name="connsiteX1" fmla="*/ 19763 w 55211"/>
                  <a:gd name="connsiteY1" fmla="*/ 49450 h 55225"/>
                  <a:gd name="connsiteX2" fmla="*/ 24993 w 55211"/>
                  <a:gd name="connsiteY2" fmla="*/ 54794 h 55225"/>
                  <a:gd name="connsiteX3" fmla="*/ 52777 w 55211"/>
                  <a:gd name="connsiteY3" fmla="*/ 27536 h 55225"/>
                  <a:gd name="connsiteX4" fmla="*/ 46185 w 55211"/>
                  <a:gd name="connsiteY4" fmla="*/ 20817 h 55225"/>
                  <a:gd name="connsiteX5" fmla="*/ 19876 w 55211"/>
                  <a:gd name="connsiteY5" fmla="*/ 33092 h 55225"/>
                  <a:gd name="connsiteX6" fmla="*/ 32875 w 55211"/>
                  <a:gd name="connsiteY6" fmla="*/ 7237 h 55225"/>
                  <a:gd name="connsiteX7" fmla="*/ 25362 w 55211"/>
                  <a:gd name="connsiteY7" fmla="*/ -432 h 55225"/>
                  <a:gd name="connsiteX8" fmla="*/ -2435 w 55211"/>
                  <a:gd name="connsiteY8" fmla="*/ 26827 h 55225"/>
                  <a:gd name="connsiteX9" fmla="*/ 2030 w 55211"/>
                  <a:gd name="connsiteY9" fmla="*/ 31363 h 55225"/>
                  <a:gd name="connsiteX10" fmla="*/ 23278 w 55211"/>
                  <a:gd name="connsiteY10" fmla="*/ 10526 h 55225"/>
                  <a:gd name="connsiteX11" fmla="*/ 10408 w 55211"/>
                  <a:gd name="connsiteY11" fmla="*/ 36197 h 55225"/>
                  <a:gd name="connsiteX12" fmla="*/ 14972 w 55211"/>
                  <a:gd name="connsiteY12" fmla="*/ 40846 h 55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11" h="55225">
                    <a:moveTo>
                      <a:pt x="40728" y="28882"/>
                    </a:moveTo>
                    <a:lnTo>
                      <a:pt x="19763" y="49450"/>
                    </a:lnTo>
                    <a:lnTo>
                      <a:pt x="24993" y="54794"/>
                    </a:lnTo>
                    <a:lnTo>
                      <a:pt x="52777" y="27536"/>
                    </a:lnTo>
                    <a:lnTo>
                      <a:pt x="46185" y="20817"/>
                    </a:lnTo>
                    <a:lnTo>
                      <a:pt x="19876" y="33092"/>
                    </a:lnTo>
                    <a:lnTo>
                      <a:pt x="32875" y="7237"/>
                    </a:lnTo>
                    <a:lnTo>
                      <a:pt x="25362" y="-432"/>
                    </a:lnTo>
                    <a:lnTo>
                      <a:pt x="-2435" y="26827"/>
                    </a:lnTo>
                    <a:lnTo>
                      <a:pt x="2030" y="31363"/>
                    </a:lnTo>
                    <a:lnTo>
                      <a:pt x="23278" y="10526"/>
                    </a:lnTo>
                    <a:lnTo>
                      <a:pt x="10408" y="36197"/>
                    </a:lnTo>
                    <a:lnTo>
                      <a:pt x="14972" y="4084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911517D0-D986-49AF-9150-47F1BEA61446}"/>
                  </a:ext>
                </a:extLst>
              </p:cNvPr>
              <p:cNvSpPr/>
              <p:nvPr/>
            </p:nvSpPr>
            <p:spPr>
              <a:xfrm>
                <a:off x="2793391" y="-1296133"/>
                <a:ext cx="45827" cy="43290"/>
              </a:xfrm>
              <a:custGeom>
                <a:avLst/>
                <a:gdLst>
                  <a:gd name="connsiteX0" fmla="*/ -2454 w 45827"/>
                  <a:gd name="connsiteY0" fmla="*/ 21928 h 43290"/>
                  <a:gd name="connsiteX1" fmla="*/ 12246 w 45827"/>
                  <a:gd name="connsiteY1" fmla="*/ 42836 h 43290"/>
                  <a:gd name="connsiteX2" fmla="*/ 16753 w 45827"/>
                  <a:gd name="connsiteY2" fmla="*/ 39661 h 43290"/>
                  <a:gd name="connsiteX3" fmla="*/ 6718 w 45827"/>
                  <a:gd name="connsiteY3" fmla="*/ 25372 h 43290"/>
                  <a:gd name="connsiteX4" fmla="*/ 16527 w 45827"/>
                  <a:gd name="connsiteY4" fmla="*/ 18483 h 43290"/>
                  <a:gd name="connsiteX5" fmla="*/ 24181 w 45827"/>
                  <a:gd name="connsiteY5" fmla="*/ 29370 h 43290"/>
                  <a:gd name="connsiteX6" fmla="*/ 28448 w 45827"/>
                  <a:gd name="connsiteY6" fmla="*/ 26379 h 43290"/>
                  <a:gd name="connsiteX7" fmla="*/ 20793 w 45827"/>
                  <a:gd name="connsiteY7" fmla="*/ 15492 h 43290"/>
                  <a:gd name="connsiteX8" fmla="*/ 29681 w 45827"/>
                  <a:gd name="connsiteY8" fmla="*/ 9241 h 43290"/>
                  <a:gd name="connsiteX9" fmla="*/ 39008 w 45827"/>
                  <a:gd name="connsiteY9" fmla="*/ 22523 h 43290"/>
                  <a:gd name="connsiteX10" fmla="*/ 43374 w 45827"/>
                  <a:gd name="connsiteY10" fmla="*/ 19447 h 43290"/>
                  <a:gd name="connsiteX11" fmla="*/ 29384 w 45827"/>
                  <a:gd name="connsiteY11" fmla="*/ -454 h 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827" h="43290">
                    <a:moveTo>
                      <a:pt x="-2454" y="21928"/>
                    </a:moveTo>
                    <a:lnTo>
                      <a:pt x="12246" y="42836"/>
                    </a:lnTo>
                    <a:lnTo>
                      <a:pt x="16753" y="39661"/>
                    </a:lnTo>
                    <a:lnTo>
                      <a:pt x="6718" y="25372"/>
                    </a:lnTo>
                    <a:lnTo>
                      <a:pt x="16527" y="18483"/>
                    </a:lnTo>
                    <a:lnTo>
                      <a:pt x="24181" y="29370"/>
                    </a:lnTo>
                    <a:lnTo>
                      <a:pt x="28448" y="26379"/>
                    </a:lnTo>
                    <a:lnTo>
                      <a:pt x="20793" y="15492"/>
                    </a:lnTo>
                    <a:lnTo>
                      <a:pt x="29681" y="9241"/>
                    </a:lnTo>
                    <a:lnTo>
                      <a:pt x="39008" y="22523"/>
                    </a:lnTo>
                    <a:lnTo>
                      <a:pt x="43374" y="19447"/>
                    </a:lnTo>
                    <a:lnTo>
                      <a:pt x="29384" y="-45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560B486D-30CF-4530-8042-B49580366B3C}"/>
                  </a:ext>
                </a:extLst>
              </p:cNvPr>
              <p:cNvSpPr/>
              <p:nvPr/>
            </p:nvSpPr>
            <p:spPr>
              <a:xfrm>
                <a:off x="2814611" y="-1259420"/>
                <a:ext cx="44917" cy="42834"/>
              </a:xfrm>
              <a:custGeom>
                <a:avLst/>
                <a:gdLst>
                  <a:gd name="connsiteX0" fmla="*/ 4635 w 44917"/>
                  <a:gd name="connsiteY0" fmla="*/ 31494 h 42834"/>
                  <a:gd name="connsiteX1" fmla="*/ 15734 w 44917"/>
                  <a:gd name="connsiteY1" fmla="*/ 41941 h 42834"/>
                  <a:gd name="connsiteX2" fmla="*/ 31398 w 44917"/>
                  <a:gd name="connsiteY2" fmla="*/ 39900 h 42834"/>
                  <a:gd name="connsiteX3" fmla="*/ 41689 w 44917"/>
                  <a:gd name="connsiteY3" fmla="*/ 29453 h 42834"/>
                  <a:gd name="connsiteX4" fmla="*/ 39846 w 44917"/>
                  <a:gd name="connsiteY4" fmla="*/ 14895 h 42834"/>
                  <a:gd name="connsiteX5" fmla="*/ 32433 w 44917"/>
                  <a:gd name="connsiteY5" fmla="*/ -131 h 42834"/>
                  <a:gd name="connsiteX6" fmla="*/ -2466 w 44917"/>
                  <a:gd name="connsiteY6" fmla="*/ 17106 h 42834"/>
                  <a:gd name="connsiteX7" fmla="*/ 31228 w 44917"/>
                  <a:gd name="connsiteY7" fmla="*/ 9494 h 42834"/>
                  <a:gd name="connsiteX8" fmla="*/ 33397 w 44917"/>
                  <a:gd name="connsiteY8" fmla="*/ 13888 h 42834"/>
                  <a:gd name="connsiteX9" fmla="*/ 35679 w 44917"/>
                  <a:gd name="connsiteY9" fmla="*/ 20707 h 42834"/>
                  <a:gd name="connsiteX10" fmla="*/ 34375 w 44917"/>
                  <a:gd name="connsiteY10" fmla="*/ 26022 h 42834"/>
                  <a:gd name="connsiteX11" fmla="*/ 27174 w 44917"/>
                  <a:gd name="connsiteY11" fmla="*/ 32387 h 42834"/>
                  <a:gd name="connsiteX12" fmla="*/ 16146 w 44917"/>
                  <a:gd name="connsiteY12" fmla="*/ 34329 h 42834"/>
                  <a:gd name="connsiteX13" fmla="*/ 8746 w 44917"/>
                  <a:gd name="connsiteY13" fmla="*/ 27355 h 42834"/>
                  <a:gd name="connsiteX14" fmla="*/ 6067 w 44917"/>
                  <a:gd name="connsiteY14" fmla="*/ 21926 h 4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4917" h="42834">
                    <a:moveTo>
                      <a:pt x="4635" y="31494"/>
                    </a:moveTo>
                    <a:cubicBezTo>
                      <a:pt x="7343" y="36975"/>
                      <a:pt x="11042" y="40457"/>
                      <a:pt x="15734" y="41941"/>
                    </a:cubicBezTo>
                    <a:cubicBezTo>
                      <a:pt x="20426" y="43425"/>
                      <a:pt x="25657" y="42744"/>
                      <a:pt x="31398" y="39900"/>
                    </a:cubicBezTo>
                    <a:cubicBezTo>
                      <a:pt x="36813" y="37225"/>
                      <a:pt x="40243" y="33743"/>
                      <a:pt x="41689" y="29453"/>
                    </a:cubicBezTo>
                    <a:cubicBezTo>
                      <a:pt x="43135" y="25162"/>
                      <a:pt x="42525" y="20310"/>
                      <a:pt x="39846" y="14895"/>
                    </a:cubicBezTo>
                    <a:lnTo>
                      <a:pt x="32433" y="-131"/>
                    </a:lnTo>
                    <a:lnTo>
                      <a:pt x="-2466" y="17106"/>
                    </a:lnTo>
                    <a:close/>
                    <a:moveTo>
                      <a:pt x="31228" y="9494"/>
                    </a:moveTo>
                    <a:lnTo>
                      <a:pt x="33397" y="13888"/>
                    </a:lnTo>
                    <a:cubicBezTo>
                      <a:pt x="34559" y="16005"/>
                      <a:pt x="35339" y="18315"/>
                      <a:pt x="35679" y="20707"/>
                    </a:cubicBezTo>
                    <a:cubicBezTo>
                      <a:pt x="35792" y="22571"/>
                      <a:pt x="35339" y="24425"/>
                      <a:pt x="34375" y="26022"/>
                    </a:cubicBezTo>
                    <a:cubicBezTo>
                      <a:pt x="32674" y="28825"/>
                      <a:pt x="30165" y="31044"/>
                      <a:pt x="27174" y="32387"/>
                    </a:cubicBezTo>
                    <a:cubicBezTo>
                      <a:pt x="22865" y="34513"/>
                      <a:pt x="19193" y="35161"/>
                      <a:pt x="16146" y="34329"/>
                    </a:cubicBezTo>
                    <a:cubicBezTo>
                      <a:pt x="13098" y="33497"/>
                      <a:pt x="10632" y="31172"/>
                      <a:pt x="8746" y="27355"/>
                    </a:cubicBezTo>
                    <a:lnTo>
                      <a:pt x="6067" y="2192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06FC7A94-8F8A-42BB-9DF1-5A145CDC4ED6}"/>
                  </a:ext>
                </a:extLst>
              </p:cNvPr>
              <p:cNvSpPr/>
              <p:nvPr/>
            </p:nvSpPr>
            <p:spPr>
              <a:xfrm rot="-1129199">
                <a:off x="2834757" y="-1204363"/>
                <a:ext cx="38924" cy="8093"/>
              </a:xfrm>
              <a:custGeom>
                <a:avLst/>
                <a:gdLst>
                  <a:gd name="connsiteX0" fmla="*/ -2476 w 38924"/>
                  <a:gd name="connsiteY0" fmla="*/ -153 h 8093"/>
                  <a:gd name="connsiteX1" fmla="*/ 36449 w 38924"/>
                  <a:gd name="connsiteY1" fmla="*/ -153 h 8093"/>
                  <a:gd name="connsiteX2" fmla="*/ 36449 w 38924"/>
                  <a:gd name="connsiteY2" fmla="*/ 7941 h 8093"/>
                  <a:gd name="connsiteX3" fmla="*/ -2476 w 38924"/>
                  <a:gd name="connsiteY3" fmla="*/ 7941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76" y="-153"/>
                    </a:moveTo>
                    <a:lnTo>
                      <a:pt x="36449" y="-153"/>
                    </a:lnTo>
                    <a:lnTo>
                      <a:pt x="36449" y="7941"/>
                    </a:lnTo>
                    <a:lnTo>
                      <a:pt x="-2476" y="794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CEDA96DB-8DBA-406B-97CF-62A062898422}"/>
                  </a:ext>
                </a:extLst>
              </p:cNvPr>
              <p:cNvSpPr/>
              <p:nvPr/>
            </p:nvSpPr>
            <p:spPr>
              <a:xfrm>
                <a:off x="2844028" y="-1181680"/>
                <a:ext cx="41889" cy="37403"/>
              </a:xfrm>
              <a:custGeom>
                <a:avLst/>
                <a:gdLst>
                  <a:gd name="connsiteX0" fmla="*/ 13999 w 41889"/>
                  <a:gd name="connsiteY0" fmla="*/ 374 h 37403"/>
                  <a:gd name="connsiteX1" fmla="*/ 363 w 41889"/>
                  <a:gd name="connsiteY1" fmla="*/ 8666 h 37403"/>
                  <a:gd name="connsiteX2" fmla="*/ -1848 w 41889"/>
                  <a:gd name="connsiteY2" fmla="*/ 24472 h 37403"/>
                  <a:gd name="connsiteX3" fmla="*/ 3368 w 41889"/>
                  <a:gd name="connsiteY3" fmla="*/ 37229 h 37403"/>
                  <a:gd name="connsiteX4" fmla="*/ 9208 w 41889"/>
                  <a:gd name="connsiteY4" fmla="*/ 36010 h 37403"/>
                  <a:gd name="connsiteX5" fmla="*/ 4020 w 41889"/>
                  <a:gd name="connsiteY5" fmla="*/ 25280 h 37403"/>
                  <a:gd name="connsiteX6" fmla="*/ 5849 w 41889"/>
                  <a:gd name="connsiteY6" fmla="*/ 14705 h 37403"/>
                  <a:gd name="connsiteX7" fmla="*/ 15885 w 41889"/>
                  <a:gd name="connsiteY7" fmla="*/ 8950 h 37403"/>
                  <a:gd name="connsiteX8" fmla="*/ 27409 w 41889"/>
                  <a:gd name="connsiteY8" fmla="*/ 9956 h 37403"/>
                  <a:gd name="connsiteX9" fmla="*/ 33178 w 41889"/>
                  <a:gd name="connsiteY9" fmla="*/ 18461 h 37403"/>
                  <a:gd name="connsiteX10" fmla="*/ 33178 w 41889"/>
                  <a:gd name="connsiteY10" fmla="*/ 30666 h 37403"/>
                  <a:gd name="connsiteX11" fmla="*/ 39387 w 41889"/>
                  <a:gd name="connsiteY11" fmla="*/ 29376 h 37403"/>
                  <a:gd name="connsiteX12" fmla="*/ 38267 w 41889"/>
                  <a:gd name="connsiteY12" fmla="*/ 16690 h 37403"/>
                  <a:gd name="connsiteX13" fmla="*/ 29961 w 41889"/>
                  <a:gd name="connsiteY13" fmla="*/ 2741 h 37403"/>
                  <a:gd name="connsiteX14" fmla="*/ 13999 w 41889"/>
                  <a:gd name="connsiteY14" fmla="*/ 374 h 3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889" h="37403">
                    <a:moveTo>
                      <a:pt x="13999" y="374"/>
                    </a:moveTo>
                    <a:cubicBezTo>
                      <a:pt x="7692" y="1688"/>
                      <a:pt x="3156" y="4452"/>
                      <a:pt x="363" y="8666"/>
                    </a:cubicBezTo>
                    <a:cubicBezTo>
                      <a:pt x="-2430" y="12881"/>
                      <a:pt x="-3167" y="18150"/>
                      <a:pt x="-1848" y="24472"/>
                    </a:cubicBezTo>
                    <a:cubicBezTo>
                      <a:pt x="-1026" y="29044"/>
                      <a:pt x="746" y="33392"/>
                      <a:pt x="3368" y="37229"/>
                    </a:cubicBezTo>
                    <a:lnTo>
                      <a:pt x="9208" y="36010"/>
                    </a:lnTo>
                    <a:cubicBezTo>
                      <a:pt x="6671" y="32886"/>
                      <a:pt x="4885" y="29212"/>
                      <a:pt x="4020" y="25280"/>
                    </a:cubicBezTo>
                    <a:cubicBezTo>
                      <a:pt x="3042" y="21658"/>
                      <a:pt x="3708" y="17790"/>
                      <a:pt x="5849" y="14705"/>
                    </a:cubicBezTo>
                    <a:cubicBezTo>
                      <a:pt x="7932" y="11870"/>
                      <a:pt x="11278" y="9900"/>
                      <a:pt x="15885" y="8950"/>
                    </a:cubicBezTo>
                    <a:cubicBezTo>
                      <a:pt x="20492" y="8000"/>
                      <a:pt x="24390" y="8312"/>
                      <a:pt x="27409" y="9956"/>
                    </a:cubicBezTo>
                    <a:cubicBezTo>
                      <a:pt x="30527" y="11761"/>
                      <a:pt x="32654" y="14894"/>
                      <a:pt x="33178" y="18461"/>
                    </a:cubicBezTo>
                    <a:cubicBezTo>
                      <a:pt x="33844" y="22503"/>
                      <a:pt x="33844" y="26625"/>
                      <a:pt x="33178" y="30666"/>
                    </a:cubicBezTo>
                    <a:lnTo>
                      <a:pt x="39387" y="29376"/>
                    </a:lnTo>
                    <a:cubicBezTo>
                      <a:pt x="39500" y="25118"/>
                      <a:pt x="39132" y="20861"/>
                      <a:pt x="38267" y="16690"/>
                    </a:cubicBezTo>
                    <a:cubicBezTo>
                      <a:pt x="36920" y="10179"/>
                      <a:pt x="34142" y="5530"/>
                      <a:pt x="29961" y="2741"/>
                    </a:cubicBezTo>
                    <a:cubicBezTo>
                      <a:pt x="25779" y="-47"/>
                      <a:pt x="20449" y="-835"/>
                      <a:pt x="13999" y="3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B7A19313-E12C-4325-8789-071A25A10AFC}"/>
                  </a:ext>
                </a:extLst>
              </p:cNvPr>
              <p:cNvSpPr/>
              <p:nvPr/>
            </p:nvSpPr>
            <p:spPr>
              <a:xfrm rot="-285000">
                <a:off x="2849747" y="-1132636"/>
                <a:ext cx="38924" cy="8093"/>
              </a:xfrm>
              <a:custGeom>
                <a:avLst/>
                <a:gdLst>
                  <a:gd name="connsiteX0" fmla="*/ -2485 w 38924"/>
                  <a:gd name="connsiteY0" fmla="*/ -195 h 8093"/>
                  <a:gd name="connsiteX1" fmla="*/ 36440 w 38924"/>
                  <a:gd name="connsiteY1" fmla="*/ -195 h 8093"/>
                  <a:gd name="connsiteX2" fmla="*/ 36440 w 38924"/>
                  <a:gd name="connsiteY2" fmla="*/ 7899 h 8093"/>
                  <a:gd name="connsiteX3" fmla="*/ -2485 w 38924"/>
                  <a:gd name="connsiteY3" fmla="*/ 7899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85" y="-195"/>
                    </a:moveTo>
                    <a:lnTo>
                      <a:pt x="36440" y="-195"/>
                    </a:lnTo>
                    <a:lnTo>
                      <a:pt x="36440" y="7899"/>
                    </a:lnTo>
                    <a:lnTo>
                      <a:pt x="-2485" y="789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8A69D38C-9B11-4BC7-A7C5-94C02C0BD981}"/>
                  </a:ext>
                </a:extLst>
              </p:cNvPr>
              <p:cNvSpPr/>
              <p:nvPr/>
            </p:nvSpPr>
            <p:spPr>
              <a:xfrm>
                <a:off x="2849864" y="-1106826"/>
                <a:ext cx="40242" cy="33297"/>
              </a:xfrm>
              <a:custGeom>
                <a:avLst/>
                <a:gdLst>
                  <a:gd name="connsiteX0" fmla="*/ -2485 w 40242"/>
                  <a:gd name="connsiteY0" fmla="*/ 31076 h 33297"/>
                  <a:gd name="connsiteX1" fmla="*/ 36411 w 40242"/>
                  <a:gd name="connsiteY1" fmla="*/ 32734 h 33297"/>
                  <a:gd name="connsiteX2" fmla="*/ 36680 w 40242"/>
                  <a:gd name="connsiteY2" fmla="*/ 26242 h 33297"/>
                  <a:gd name="connsiteX3" fmla="*/ 10116 w 40242"/>
                  <a:gd name="connsiteY3" fmla="*/ 25108 h 33297"/>
                  <a:gd name="connsiteX4" fmla="*/ 37446 w 40242"/>
                  <a:gd name="connsiteY4" fmla="*/ 8212 h 33297"/>
                  <a:gd name="connsiteX5" fmla="*/ 37757 w 40242"/>
                  <a:gd name="connsiteY5" fmla="*/ 1096 h 33297"/>
                  <a:gd name="connsiteX6" fmla="*/ -1139 w 40242"/>
                  <a:gd name="connsiteY6" fmla="*/ -563 h 33297"/>
                  <a:gd name="connsiteX7" fmla="*/ -1422 w 40242"/>
                  <a:gd name="connsiteY7" fmla="*/ 5929 h 33297"/>
                  <a:gd name="connsiteX8" fmla="*/ 25156 w 40242"/>
                  <a:gd name="connsiteY8" fmla="*/ 7063 h 33297"/>
                  <a:gd name="connsiteX9" fmla="*/ -2174 w 40242"/>
                  <a:gd name="connsiteY9" fmla="*/ 23818 h 33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242" h="33297">
                    <a:moveTo>
                      <a:pt x="-2485" y="31076"/>
                    </a:moveTo>
                    <a:lnTo>
                      <a:pt x="36411" y="32734"/>
                    </a:lnTo>
                    <a:lnTo>
                      <a:pt x="36680" y="26242"/>
                    </a:lnTo>
                    <a:lnTo>
                      <a:pt x="10116" y="25108"/>
                    </a:lnTo>
                    <a:lnTo>
                      <a:pt x="37446" y="8212"/>
                    </a:lnTo>
                    <a:lnTo>
                      <a:pt x="37757" y="1096"/>
                    </a:lnTo>
                    <a:lnTo>
                      <a:pt x="-1139" y="-563"/>
                    </a:lnTo>
                    <a:lnTo>
                      <a:pt x="-1422" y="5929"/>
                    </a:lnTo>
                    <a:lnTo>
                      <a:pt x="25156" y="7063"/>
                    </a:lnTo>
                    <a:lnTo>
                      <a:pt x="-2174" y="238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任意多边形: 形状 238">
                <a:extLst>
                  <a:ext uri="{FF2B5EF4-FFF2-40B4-BE49-F238E27FC236}">
                    <a16:creationId xmlns:a16="http://schemas.microsoft.com/office/drawing/2014/main" id="{A81A6096-3E73-4CA5-9ADE-69C92BA3BC13}"/>
                  </a:ext>
                </a:extLst>
              </p:cNvPr>
              <p:cNvSpPr/>
              <p:nvPr/>
            </p:nvSpPr>
            <p:spPr>
              <a:xfrm>
                <a:off x="2842805" y="-1059892"/>
                <a:ext cx="43106" cy="31369"/>
              </a:xfrm>
              <a:custGeom>
                <a:avLst/>
                <a:gdLst>
                  <a:gd name="connsiteX0" fmla="*/ 2437 w 43106"/>
                  <a:gd name="connsiteY0" fmla="*/ -590 h 31369"/>
                  <a:gd name="connsiteX1" fmla="*/ -2482 w 43106"/>
                  <a:gd name="connsiteY1" fmla="*/ 24500 h 31369"/>
                  <a:gd name="connsiteX2" fmla="*/ 2933 w 43106"/>
                  <a:gd name="connsiteY2" fmla="*/ 25563 h 31369"/>
                  <a:gd name="connsiteX3" fmla="*/ 6292 w 43106"/>
                  <a:gd name="connsiteY3" fmla="*/ 8425 h 31369"/>
                  <a:gd name="connsiteX4" fmla="*/ 18058 w 43106"/>
                  <a:gd name="connsiteY4" fmla="*/ 10736 h 31369"/>
                  <a:gd name="connsiteX5" fmla="*/ 15506 w 43106"/>
                  <a:gd name="connsiteY5" fmla="*/ 23791 h 31369"/>
                  <a:gd name="connsiteX6" fmla="*/ 20609 w 43106"/>
                  <a:gd name="connsiteY6" fmla="*/ 24798 h 31369"/>
                  <a:gd name="connsiteX7" fmla="*/ 23175 w 43106"/>
                  <a:gd name="connsiteY7" fmla="*/ 11742 h 31369"/>
                  <a:gd name="connsiteX8" fmla="*/ 33834 w 43106"/>
                  <a:gd name="connsiteY8" fmla="*/ 13826 h 31369"/>
                  <a:gd name="connsiteX9" fmla="*/ 30702 w 43106"/>
                  <a:gd name="connsiteY9" fmla="*/ 29759 h 31369"/>
                  <a:gd name="connsiteX10" fmla="*/ 35947 w 43106"/>
                  <a:gd name="connsiteY10" fmla="*/ 30780 h 31369"/>
                  <a:gd name="connsiteX11" fmla="*/ 40624 w 43106"/>
                  <a:gd name="connsiteY11" fmla="*/ 6909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106" h="31369">
                    <a:moveTo>
                      <a:pt x="2437" y="-590"/>
                    </a:moveTo>
                    <a:lnTo>
                      <a:pt x="-2482" y="24500"/>
                    </a:lnTo>
                    <a:lnTo>
                      <a:pt x="2933" y="25563"/>
                    </a:lnTo>
                    <a:lnTo>
                      <a:pt x="6292" y="8425"/>
                    </a:lnTo>
                    <a:lnTo>
                      <a:pt x="18058" y="10736"/>
                    </a:lnTo>
                    <a:lnTo>
                      <a:pt x="15506" y="23791"/>
                    </a:lnTo>
                    <a:lnTo>
                      <a:pt x="20609" y="24798"/>
                    </a:lnTo>
                    <a:lnTo>
                      <a:pt x="23175" y="11742"/>
                    </a:lnTo>
                    <a:lnTo>
                      <a:pt x="33834" y="13826"/>
                    </a:lnTo>
                    <a:lnTo>
                      <a:pt x="30702" y="29759"/>
                    </a:lnTo>
                    <a:lnTo>
                      <a:pt x="35947" y="30780"/>
                    </a:lnTo>
                    <a:lnTo>
                      <a:pt x="40624" y="690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E2A8E425-F5DA-4F86-9BEA-740E443863A7}"/>
                </a:ext>
              </a:extLst>
            </p:cNvPr>
            <p:cNvSpPr txBox="1"/>
            <p:nvPr/>
          </p:nvSpPr>
          <p:spPr>
            <a:xfrm>
              <a:off x="4725192" y="668533"/>
              <a:ext cx="225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spc="300" baseline="0" dirty="0" err="1">
                  <a:solidFill>
                    <a:srgbClr val="07679C"/>
                  </a:solidFill>
                  <a:latin typeface="微软雅黑"/>
                  <a:ea typeface="微软雅黑"/>
                  <a:sym typeface="微软雅黑"/>
                  <a:rtl val="0"/>
                </a:rPr>
                <a:t>智慧医疗研究院</a:t>
              </a:r>
              <a:endParaRPr lang="en-US" sz="2000" spc="300" baseline="0" dirty="0">
                <a:solidFill>
                  <a:srgbClr val="07679C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0A7FE8D1-01C3-45D4-9339-344EA0351679}"/>
                </a:ext>
              </a:extLst>
            </p:cNvPr>
            <p:cNvSpPr txBox="1"/>
            <p:nvPr/>
          </p:nvSpPr>
          <p:spPr>
            <a:xfrm>
              <a:off x="4725192" y="973786"/>
              <a:ext cx="225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spc="0" baseline="0" dirty="0">
                  <a:solidFill>
                    <a:srgbClr val="07679C"/>
                  </a:solidFill>
                  <a:latin typeface="Arial"/>
                  <a:cs typeface="Arial"/>
                  <a:sym typeface="Arial"/>
                  <a:rtl val="0"/>
                </a:rPr>
                <a:t>Institute for Artificial Intelligence in Medicine</a:t>
              </a:r>
            </a:p>
          </p:txBody>
        </p:sp>
      </p:grpSp>
      <p:grpSp>
        <p:nvGrpSpPr>
          <p:cNvPr id="299" name="图形 17">
            <a:extLst>
              <a:ext uri="{FF2B5EF4-FFF2-40B4-BE49-F238E27FC236}">
                <a16:creationId xmlns:a16="http://schemas.microsoft.com/office/drawing/2014/main" id="{461EEABC-568E-443E-BC1A-D78282393D43}"/>
              </a:ext>
            </a:extLst>
          </p:cNvPr>
          <p:cNvGrpSpPr/>
          <p:nvPr userDrawn="1"/>
        </p:nvGrpSpPr>
        <p:grpSpPr>
          <a:xfrm>
            <a:off x="6000404" y="-49026"/>
            <a:ext cx="6956053" cy="6956051"/>
            <a:chOff x="2135054" y="-6957360"/>
            <a:chExt cx="4082401" cy="4082400"/>
          </a:xfrm>
          <a:solidFill>
            <a:srgbClr val="07679C">
              <a:alpha val="20000"/>
            </a:srgbClr>
          </a:solidFill>
        </p:grpSpPr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0BF7AB20-F281-43AB-B620-F32D1E31C51B}"/>
                </a:ext>
              </a:extLst>
            </p:cNvPr>
            <p:cNvSpPr/>
            <p:nvPr/>
          </p:nvSpPr>
          <p:spPr>
            <a:xfrm>
              <a:off x="2633363" y="-6458712"/>
              <a:ext cx="3085445" cy="3085103"/>
            </a:xfrm>
            <a:custGeom>
              <a:avLst/>
              <a:gdLst>
                <a:gd name="connsiteX0" fmla="*/ 1540772 w 3085445"/>
                <a:gd name="connsiteY0" fmla="*/ 3084445 h 3085103"/>
                <a:gd name="connsiteX1" fmla="*/ 3083325 w 3085445"/>
                <a:gd name="connsiteY1" fmla="*/ 1541894 h 3085103"/>
                <a:gd name="connsiteX2" fmla="*/ 1540772 w 3085445"/>
                <a:gd name="connsiteY2" fmla="*/ -658 h 3085103"/>
                <a:gd name="connsiteX3" fmla="*/ -2120 w 3085445"/>
                <a:gd name="connsiteY3" fmla="*/ 1541894 h 3085103"/>
                <a:gd name="connsiteX4" fmla="*/ 1540772 w 3085445"/>
                <a:gd name="connsiteY4" fmla="*/ 3084445 h 3085103"/>
                <a:gd name="connsiteX5" fmla="*/ 1540772 w 3085445"/>
                <a:gd name="connsiteY5" fmla="*/ 11759 h 3085103"/>
                <a:gd name="connsiteX6" fmla="*/ 3070991 w 3085445"/>
                <a:gd name="connsiteY6" fmla="*/ 1541894 h 3085103"/>
                <a:gd name="connsiteX7" fmla="*/ 1540772 w 3085445"/>
                <a:gd name="connsiteY7" fmla="*/ 3072028 h 3085103"/>
                <a:gd name="connsiteX8" fmla="*/ 9871 w 3085445"/>
                <a:gd name="connsiteY8" fmla="*/ 1541894 h 3085103"/>
                <a:gd name="connsiteX9" fmla="*/ 1540772 w 3085445"/>
                <a:gd name="connsiteY9" fmla="*/ 11759 h 3085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445" h="3085103">
                  <a:moveTo>
                    <a:pt x="1540772" y="3084445"/>
                  </a:moveTo>
                  <a:cubicBezTo>
                    <a:pt x="2391272" y="3084445"/>
                    <a:pt x="3083325" y="2392479"/>
                    <a:pt x="3083325" y="1541894"/>
                  </a:cubicBezTo>
                  <a:cubicBezTo>
                    <a:pt x="3083325" y="691309"/>
                    <a:pt x="2391272" y="-658"/>
                    <a:pt x="1540772" y="-658"/>
                  </a:cubicBezTo>
                  <a:cubicBezTo>
                    <a:pt x="690271" y="-658"/>
                    <a:pt x="-2120" y="691394"/>
                    <a:pt x="-2120" y="1541894"/>
                  </a:cubicBezTo>
                  <a:cubicBezTo>
                    <a:pt x="-2120" y="2392394"/>
                    <a:pt x="690271" y="3084445"/>
                    <a:pt x="1540772" y="3084445"/>
                  </a:cubicBezTo>
                  <a:close/>
                  <a:moveTo>
                    <a:pt x="1540772" y="11759"/>
                  </a:moveTo>
                  <a:cubicBezTo>
                    <a:pt x="2384553" y="11759"/>
                    <a:pt x="3070991" y="698112"/>
                    <a:pt x="3070991" y="1541894"/>
                  </a:cubicBezTo>
                  <a:cubicBezTo>
                    <a:pt x="3070991" y="2385675"/>
                    <a:pt x="2384127" y="3072028"/>
                    <a:pt x="1540772" y="3072028"/>
                  </a:cubicBezTo>
                  <a:cubicBezTo>
                    <a:pt x="697416" y="3072028"/>
                    <a:pt x="9871" y="2385675"/>
                    <a:pt x="9871" y="1541894"/>
                  </a:cubicBezTo>
                  <a:cubicBezTo>
                    <a:pt x="9871" y="698112"/>
                    <a:pt x="696650" y="11759"/>
                    <a:pt x="1540772" y="1175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1" name="任意多边形: 形状 300">
              <a:extLst>
                <a:ext uri="{FF2B5EF4-FFF2-40B4-BE49-F238E27FC236}">
                  <a16:creationId xmlns:a16="http://schemas.microsoft.com/office/drawing/2014/main" id="{8CB95B37-D59A-46D2-AF07-DC732CE03F1C}"/>
                </a:ext>
              </a:extLst>
            </p:cNvPr>
            <p:cNvSpPr/>
            <p:nvPr/>
          </p:nvSpPr>
          <p:spPr>
            <a:xfrm>
              <a:off x="2556562" y="-6535427"/>
              <a:ext cx="3238535" cy="3238534"/>
            </a:xfrm>
            <a:custGeom>
              <a:avLst/>
              <a:gdLst>
                <a:gd name="connsiteX0" fmla="*/ -2120 w 3238535"/>
                <a:gd name="connsiteY0" fmla="*/ 1618609 h 3238534"/>
                <a:gd name="connsiteX1" fmla="*/ 1617146 w 3238535"/>
                <a:gd name="connsiteY1" fmla="*/ 3237876 h 3238534"/>
                <a:gd name="connsiteX2" fmla="*/ 3236415 w 3238535"/>
                <a:gd name="connsiteY2" fmla="*/ 1618609 h 3238534"/>
                <a:gd name="connsiteX3" fmla="*/ 1617572 w 3238535"/>
                <a:gd name="connsiteY3" fmla="*/ -658 h 3238534"/>
                <a:gd name="connsiteX4" fmla="*/ -2120 w 3238535"/>
                <a:gd name="connsiteY4" fmla="*/ 1618609 h 3238534"/>
                <a:gd name="connsiteX5" fmla="*/ 1617572 w 3238535"/>
                <a:gd name="connsiteY5" fmla="*/ 36679 h 3238534"/>
                <a:gd name="connsiteX6" fmla="*/ 3199503 w 3238535"/>
                <a:gd name="connsiteY6" fmla="*/ 1618609 h 3238534"/>
                <a:gd name="connsiteX7" fmla="*/ 1617572 w 3238535"/>
                <a:gd name="connsiteY7" fmla="*/ 3200539 h 3238534"/>
                <a:gd name="connsiteX8" fmla="*/ 35642 w 3238535"/>
                <a:gd name="connsiteY8" fmla="*/ 1618609 h 3238534"/>
                <a:gd name="connsiteX9" fmla="*/ 1617572 w 3238535"/>
                <a:gd name="connsiteY9" fmla="*/ 36679 h 323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35" h="3238534">
                  <a:moveTo>
                    <a:pt x="-2120" y="1618609"/>
                  </a:moveTo>
                  <a:cubicBezTo>
                    <a:pt x="-2120" y="2511634"/>
                    <a:pt x="724291" y="3237876"/>
                    <a:pt x="1617146" y="3237876"/>
                  </a:cubicBezTo>
                  <a:cubicBezTo>
                    <a:pt x="2510002" y="3237876"/>
                    <a:pt x="3236415" y="2511634"/>
                    <a:pt x="3236415" y="1618609"/>
                  </a:cubicBezTo>
                  <a:cubicBezTo>
                    <a:pt x="3236415" y="725584"/>
                    <a:pt x="2510002" y="-658"/>
                    <a:pt x="1617572" y="-658"/>
                  </a:cubicBezTo>
                  <a:cubicBezTo>
                    <a:pt x="725143" y="-658"/>
                    <a:pt x="-2120" y="725584"/>
                    <a:pt x="-2120" y="1618609"/>
                  </a:cubicBezTo>
                  <a:close/>
                  <a:moveTo>
                    <a:pt x="1617572" y="36679"/>
                  </a:moveTo>
                  <a:cubicBezTo>
                    <a:pt x="2490101" y="36679"/>
                    <a:pt x="3199503" y="746506"/>
                    <a:pt x="3199503" y="1618609"/>
                  </a:cubicBezTo>
                  <a:cubicBezTo>
                    <a:pt x="3199503" y="2490712"/>
                    <a:pt x="2489761" y="3200539"/>
                    <a:pt x="1617572" y="3200539"/>
                  </a:cubicBezTo>
                  <a:cubicBezTo>
                    <a:pt x="745384" y="3200539"/>
                    <a:pt x="35642" y="2490712"/>
                    <a:pt x="35642" y="1618609"/>
                  </a:cubicBezTo>
                  <a:cubicBezTo>
                    <a:pt x="35642" y="746506"/>
                    <a:pt x="744705" y="36679"/>
                    <a:pt x="1617572" y="3667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任意多边形: 形状 301">
              <a:extLst>
                <a:ext uri="{FF2B5EF4-FFF2-40B4-BE49-F238E27FC236}">
                  <a16:creationId xmlns:a16="http://schemas.microsoft.com/office/drawing/2014/main" id="{27476C08-68D7-4AD2-9DA2-8A1D94DF6350}"/>
                </a:ext>
              </a:extLst>
            </p:cNvPr>
            <p:cNvSpPr/>
            <p:nvPr/>
          </p:nvSpPr>
          <p:spPr>
            <a:xfrm>
              <a:off x="2135054" y="-6957360"/>
              <a:ext cx="4082401" cy="4082400"/>
            </a:xfrm>
            <a:custGeom>
              <a:avLst/>
              <a:gdLst>
                <a:gd name="connsiteX0" fmla="*/ 2039081 w 4082401"/>
                <a:gd name="connsiteY0" fmla="*/ -658 h 4082400"/>
                <a:gd name="connsiteX1" fmla="*/ -2120 w 4082401"/>
                <a:gd name="connsiteY1" fmla="*/ 2040542 h 4082400"/>
                <a:gd name="connsiteX2" fmla="*/ 2039081 w 4082401"/>
                <a:gd name="connsiteY2" fmla="*/ 4081742 h 4082400"/>
                <a:gd name="connsiteX3" fmla="*/ 4080281 w 4082401"/>
                <a:gd name="connsiteY3" fmla="*/ 2040542 h 4082400"/>
                <a:gd name="connsiteX4" fmla="*/ 2039081 w 4082401"/>
                <a:gd name="connsiteY4" fmla="*/ -658 h 4082400"/>
                <a:gd name="connsiteX5" fmla="*/ 2039081 w 4082401"/>
                <a:gd name="connsiteY5" fmla="*/ 4035134 h 4082400"/>
                <a:gd name="connsiteX6" fmla="*/ 44572 w 4082401"/>
                <a:gd name="connsiteY6" fmla="*/ 2040542 h 4082400"/>
                <a:gd name="connsiteX7" fmla="*/ 2039081 w 4082401"/>
                <a:gd name="connsiteY7" fmla="*/ 45949 h 4082400"/>
                <a:gd name="connsiteX8" fmla="*/ 4033248 w 4082401"/>
                <a:gd name="connsiteY8" fmla="*/ 2040542 h 4082400"/>
                <a:gd name="connsiteX9" fmla="*/ 2039081 w 4082401"/>
                <a:gd name="connsiteY9" fmla="*/ 4035134 h 40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2401" h="4082400">
                  <a:moveTo>
                    <a:pt x="2039081" y="-658"/>
                  </a:moveTo>
                  <a:cubicBezTo>
                    <a:pt x="913613" y="-658"/>
                    <a:pt x="-2120" y="914990"/>
                    <a:pt x="-2120" y="2040542"/>
                  </a:cubicBezTo>
                  <a:cubicBezTo>
                    <a:pt x="-2120" y="3166093"/>
                    <a:pt x="913613" y="4081742"/>
                    <a:pt x="2039081" y="4081742"/>
                  </a:cubicBezTo>
                  <a:cubicBezTo>
                    <a:pt x="3164548" y="4081742"/>
                    <a:pt x="4080281" y="3166093"/>
                    <a:pt x="4080281" y="2040542"/>
                  </a:cubicBezTo>
                  <a:cubicBezTo>
                    <a:pt x="4080281" y="914990"/>
                    <a:pt x="3164208" y="-658"/>
                    <a:pt x="2039081" y="-658"/>
                  </a:cubicBezTo>
                  <a:close/>
                  <a:moveTo>
                    <a:pt x="2039081" y="4035134"/>
                  </a:moveTo>
                  <a:cubicBezTo>
                    <a:pt x="939298" y="4035134"/>
                    <a:pt x="44572" y="3140323"/>
                    <a:pt x="44572" y="2040542"/>
                  </a:cubicBezTo>
                  <a:cubicBezTo>
                    <a:pt x="44572" y="940760"/>
                    <a:pt x="938872" y="45949"/>
                    <a:pt x="2039081" y="45949"/>
                  </a:cubicBezTo>
                  <a:cubicBezTo>
                    <a:pt x="3139289" y="45949"/>
                    <a:pt x="4033248" y="940760"/>
                    <a:pt x="4033248" y="2040542"/>
                  </a:cubicBezTo>
                  <a:cubicBezTo>
                    <a:pt x="4033248" y="3140323"/>
                    <a:pt x="3138522" y="4035134"/>
                    <a:pt x="2039081" y="403513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任意多边形: 形状 302">
              <a:extLst>
                <a:ext uri="{FF2B5EF4-FFF2-40B4-BE49-F238E27FC236}">
                  <a16:creationId xmlns:a16="http://schemas.microsoft.com/office/drawing/2014/main" id="{A315085C-EB19-43BA-B214-0C3D9C61C76A}"/>
                </a:ext>
              </a:extLst>
            </p:cNvPr>
            <p:cNvSpPr/>
            <p:nvPr/>
          </p:nvSpPr>
          <p:spPr>
            <a:xfrm>
              <a:off x="2882898" y="-5377131"/>
              <a:ext cx="952134" cy="915223"/>
            </a:xfrm>
            <a:custGeom>
              <a:avLst/>
              <a:gdLst>
                <a:gd name="connsiteX0" fmla="*/ 222498 w 952134"/>
                <a:gd name="connsiteY0" fmla="*/ 914565 h 915223"/>
                <a:gd name="connsiteX1" fmla="*/ 301593 w 952134"/>
                <a:gd name="connsiteY1" fmla="*/ 693945 h 915223"/>
                <a:gd name="connsiteX2" fmla="*/ 602331 w 952134"/>
                <a:gd name="connsiteY2" fmla="*/ 693945 h 915223"/>
                <a:gd name="connsiteX3" fmla="*/ 602331 w 952134"/>
                <a:gd name="connsiteY3" fmla="*/ 691394 h 915223"/>
                <a:gd name="connsiteX4" fmla="*/ 714512 w 952134"/>
                <a:gd name="connsiteY4" fmla="*/ 759434 h 915223"/>
                <a:gd name="connsiteX5" fmla="*/ 668415 w 952134"/>
                <a:gd name="connsiteY5" fmla="*/ 914224 h 915223"/>
                <a:gd name="connsiteX6" fmla="*/ 770049 w 952134"/>
                <a:gd name="connsiteY6" fmla="*/ 914224 h 915223"/>
                <a:gd name="connsiteX7" fmla="*/ 885718 w 952134"/>
                <a:gd name="connsiteY7" fmla="*/ 875867 h 915223"/>
                <a:gd name="connsiteX8" fmla="*/ 898220 w 952134"/>
                <a:gd name="connsiteY8" fmla="*/ 914224 h 915223"/>
                <a:gd name="connsiteX9" fmla="*/ 950015 w 952134"/>
                <a:gd name="connsiteY9" fmla="*/ 914224 h 915223"/>
                <a:gd name="connsiteX10" fmla="*/ 794460 w 952134"/>
                <a:gd name="connsiteY10" fmla="*/ 735109 h 915223"/>
                <a:gd name="connsiteX11" fmla="*/ 835963 w 952134"/>
                <a:gd name="connsiteY11" fmla="*/ 559311 h 915223"/>
                <a:gd name="connsiteX12" fmla="*/ 699883 w 952134"/>
                <a:gd name="connsiteY12" fmla="*/ 443728 h 915223"/>
                <a:gd name="connsiteX13" fmla="*/ 740027 w 952134"/>
                <a:gd name="connsiteY13" fmla="*/ 269801 h 915223"/>
                <a:gd name="connsiteX14" fmla="*/ 602246 w 952134"/>
                <a:gd name="connsiteY14" fmla="*/ 156089 h 915223"/>
                <a:gd name="connsiteX15" fmla="*/ 649194 w 952134"/>
                <a:gd name="connsiteY15" fmla="*/ -658 h 915223"/>
                <a:gd name="connsiteX16" fmla="*/ 598164 w 952134"/>
                <a:gd name="connsiteY16" fmla="*/ -658 h 915223"/>
                <a:gd name="connsiteX17" fmla="*/ 601309 w 952134"/>
                <a:gd name="connsiteY17" fmla="*/ 10398 h 915223"/>
                <a:gd name="connsiteX18" fmla="*/ 539310 w 952134"/>
                <a:gd name="connsiteY18" fmla="*/ 30895 h 915223"/>
                <a:gd name="connsiteX19" fmla="*/ 550620 w 952134"/>
                <a:gd name="connsiteY19" fmla="*/ -658 h 915223"/>
                <a:gd name="connsiteX20" fmla="*/ 378564 w 952134"/>
                <a:gd name="connsiteY20" fmla="*/ -658 h 915223"/>
                <a:gd name="connsiteX21" fmla="*/ 320644 w 952134"/>
                <a:gd name="connsiteY21" fmla="*/ 39740 h 915223"/>
                <a:gd name="connsiteX22" fmla="*/ -2120 w 952134"/>
                <a:gd name="connsiteY22" fmla="*/ 914224 h 915223"/>
                <a:gd name="connsiteX23" fmla="*/ 704391 w 952134"/>
                <a:gd name="connsiteY23" fmla="*/ 702875 h 915223"/>
                <a:gd name="connsiteX24" fmla="*/ 771920 w 952134"/>
                <a:gd name="connsiteY24" fmla="*/ 680507 h 915223"/>
                <a:gd name="connsiteX25" fmla="*/ 746405 w 952134"/>
                <a:gd name="connsiteY25" fmla="*/ 718099 h 915223"/>
                <a:gd name="connsiteX26" fmla="*/ 704391 w 952134"/>
                <a:gd name="connsiteY26" fmla="*/ 702875 h 915223"/>
                <a:gd name="connsiteX27" fmla="*/ 869387 w 952134"/>
                <a:gd name="connsiteY27" fmla="*/ 846950 h 915223"/>
                <a:gd name="connsiteX28" fmla="*/ 715789 w 952134"/>
                <a:gd name="connsiteY28" fmla="*/ 897980 h 915223"/>
                <a:gd name="connsiteX29" fmla="*/ 715789 w 952134"/>
                <a:gd name="connsiteY29" fmla="*/ 870849 h 915223"/>
                <a:gd name="connsiteX30" fmla="*/ 850932 w 952134"/>
                <a:gd name="connsiteY30" fmla="*/ 826113 h 915223"/>
                <a:gd name="connsiteX31" fmla="*/ 869134 w 952134"/>
                <a:gd name="connsiteY31" fmla="*/ 846950 h 915223"/>
                <a:gd name="connsiteX32" fmla="*/ 827543 w 952134"/>
                <a:gd name="connsiteY32" fmla="*/ 807487 h 915223"/>
                <a:gd name="connsiteX33" fmla="*/ 723783 w 952134"/>
                <a:gd name="connsiteY33" fmla="*/ 841507 h 915223"/>
                <a:gd name="connsiteX34" fmla="*/ 763756 w 952134"/>
                <a:gd name="connsiteY34" fmla="*/ 776699 h 915223"/>
                <a:gd name="connsiteX35" fmla="*/ 827288 w 952134"/>
                <a:gd name="connsiteY35" fmla="*/ 807487 h 915223"/>
                <a:gd name="connsiteX36" fmla="*/ 787570 w 952134"/>
                <a:gd name="connsiteY36" fmla="*/ 649209 h 915223"/>
                <a:gd name="connsiteX37" fmla="*/ 672668 w 952134"/>
                <a:gd name="connsiteY37" fmla="*/ 687226 h 915223"/>
                <a:gd name="connsiteX38" fmla="*/ 645282 w 952134"/>
                <a:gd name="connsiteY38" fmla="*/ 664858 h 915223"/>
                <a:gd name="connsiteX39" fmla="*/ 794798 w 952134"/>
                <a:gd name="connsiteY39" fmla="*/ 615274 h 915223"/>
                <a:gd name="connsiteX40" fmla="*/ 787315 w 952134"/>
                <a:gd name="connsiteY40" fmla="*/ 649209 h 915223"/>
                <a:gd name="connsiteX41" fmla="*/ 789186 w 952134"/>
                <a:gd name="connsiteY41" fmla="*/ 575300 h 915223"/>
                <a:gd name="connsiteX42" fmla="*/ 792927 w 952134"/>
                <a:gd name="connsiteY42" fmla="*/ 589759 h 915223"/>
                <a:gd name="connsiteX43" fmla="*/ 631332 w 952134"/>
                <a:gd name="connsiteY43" fmla="*/ 643425 h 915223"/>
                <a:gd name="connsiteX44" fmla="*/ 625550 w 952134"/>
                <a:gd name="connsiteY44" fmla="*/ 629562 h 915223"/>
                <a:gd name="connsiteX45" fmla="*/ 621808 w 952134"/>
                <a:gd name="connsiteY45" fmla="*/ 615104 h 915223"/>
                <a:gd name="connsiteX46" fmla="*/ 783829 w 952134"/>
                <a:gd name="connsiteY46" fmla="*/ 561437 h 915223"/>
                <a:gd name="connsiteX47" fmla="*/ 788930 w 952134"/>
                <a:gd name="connsiteY47" fmla="*/ 575300 h 915223"/>
                <a:gd name="connsiteX48" fmla="*/ 769794 w 952134"/>
                <a:gd name="connsiteY48" fmla="*/ 539834 h 915223"/>
                <a:gd name="connsiteX49" fmla="*/ 619341 w 952134"/>
                <a:gd name="connsiteY49" fmla="*/ 589589 h 915223"/>
                <a:gd name="connsiteX50" fmla="*/ 626571 w 952134"/>
                <a:gd name="connsiteY50" fmla="*/ 555569 h 915223"/>
                <a:gd name="connsiteX51" fmla="*/ 743430 w 952134"/>
                <a:gd name="connsiteY51" fmla="*/ 516871 h 915223"/>
                <a:gd name="connsiteX52" fmla="*/ 769539 w 952134"/>
                <a:gd name="connsiteY52" fmla="*/ 539834 h 915223"/>
                <a:gd name="connsiteX53" fmla="*/ 605988 w 952134"/>
                <a:gd name="connsiteY53" fmla="*/ 414301 h 915223"/>
                <a:gd name="connsiteX54" fmla="*/ 676069 w 952134"/>
                <a:gd name="connsiteY54" fmla="*/ 391082 h 915223"/>
                <a:gd name="connsiteX55" fmla="*/ 649790 w 952134"/>
                <a:gd name="connsiteY55" fmla="*/ 429099 h 915223"/>
                <a:gd name="connsiteX56" fmla="*/ 605732 w 952134"/>
                <a:gd name="connsiteY56" fmla="*/ 414301 h 915223"/>
                <a:gd name="connsiteX57" fmla="*/ 712556 w 952134"/>
                <a:gd name="connsiteY57" fmla="*/ 501137 h 915223"/>
                <a:gd name="connsiteX58" fmla="*/ 642389 w 952134"/>
                <a:gd name="connsiteY58" fmla="*/ 524355 h 915223"/>
                <a:gd name="connsiteX59" fmla="*/ 668756 w 952134"/>
                <a:gd name="connsiteY59" fmla="*/ 486338 h 915223"/>
                <a:gd name="connsiteX60" fmla="*/ 712300 w 952134"/>
                <a:gd name="connsiteY60" fmla="*/ 501137 h 915223"/>
                <a:gd name="connsiteX61" fmla="*/ 691634 w 952134"/>
                <a:gd name="connsiteY61" fmla="*/ 359784 h 915223"/>
                <a:gd name="connsiteX62" fmla="*/ 574775 w 952134"/>
                <a:gd name="connsiteY62" fmla="*/ 398481 h 915223"/>
                <a:gd name="connsiteX63" fmla="*/ 548664 w 952134"/>
                <a:gd name="connsiteY63" fmla="*/ 375603 h 915223"/>
                <a:gd name="connsiteX64" fmla="*/ 698949 w 952134"/>
                <a:gd name="connsiteY64" fmla="*/ 325849 h 915223"/>
                <a:gd name="connsiteX65" fmla="*/ 691378 w 952134"/>
                <a:gd name="connsiteY65" fmla="*/ 359784 h 915223"/>
                <a:gd name="connsiteX66" fmla="*/ 693249 w 952134"/>
                <a:gd name="connsiteY66" fmla="*/ 285790 h 915223"/>
                <a:gd name="connsiteX67" fmla="*/ 696991 w 952134"/>
                <a:gd name="connsiteY67" fmla="*/ 300334 h 915223"/>
                <a:gd name="connsiteX68" fmla="*/ 535396 w 952134"/>
                <a:gd name="connsiteY68" fmla="*/ 354000 h 915223"/>
                <a:gd name="connsiteX69" fmla="*/ 529698 w 952134"/>
                <a:gd name="connsiteY69" fmla="*/ 340137 h 915223"/>
                <a:gd name="connsiteX70" fmla="*/ 526041 w 952134"/>
                <a:gd name="connsiteY70" fmla="*/ 325594 h 915223"/>
                <a:gd name="connsiteX71" fmla="*/ 687636 w 952134"/>
                <a:gd name="connsiteY71" fmla="*/ 272012 h 915223"/>
                <a:gd name="connsiteX72" fmla="*/ 692994 w 952134"/>
                <a:gd name="connsiteY72" fmla="*/ 285790 h 915223"/>
                <a:gd name="connsiteX73" fmla="*/ 672668 w 952134"/>
                <a:gd name="connsiteY73" fmla="*/ 250749 h 915223"/>
                <a:gd name="connsiteX74" fmla="*/ 523745 w 952134"/>
                <a:gd name="connsiteY74" fmla="*/ 300079 h 915223"/>
                <a:gd name="connsiteX75" fmla="*/ 530975 w 952134"/>
                <a:gd name="connsiteY75" fmla="*/ 266059 h 915223"/>
                <a:gd name="connsiteX76" fmla="*/ 644686 w 952134"/>
                <a:gd name="connsiteY76" fmla="*/ 228381 h 915223"/>
                <a:gd name="connsiteX77" fmla="*/ 672412 w 952134"/>
                <a:gd name="connsiteY77" fmla="*/ 250749 h 915223"/>
                <a:gd name="connsiteX78" fmla="*/ 612451 w 952134"/>
                <a:gd name="connsiteY78" fmla="*/ 212987 h 915223"/>
                <a:gd name="connsiteX79" fmla="*/ 546538 w 952134"/>
                <a:gd name="connsiteY79" fmla="*/ 234845 h 915223"/>
                <a:gd name="connsiteX80" fmla="*/ 572053 w 952134"/>
                <a:gd name="connsiteY80" fmla="*/ 198274 h 915223"/>
                <a:gd name="connsiteX81" fmla="*/ 612196 w 952134"/>
                <a:gd name="connsiteY81" fmla="*/ 212987 h 915223"/>
                <a:gd name="connsiteX82" fmla="*/ 528593 w 952134"/>
                <a:gd name="connsiteY82" fmla="*/ 60578 h 915223"/>
                <a:gd name="connsiteX83" fmla="*/ 603691 w 952134"/>
                <a:gd name="connsiteY83" fmla="*/ 35658 h 915223"/>
                <a:gd name="connsiteX84" fmla="*/ 596974 w 952134"/>
                <a:gd name="connsiteY84" fmla="*/ 69678 h 915223"/>
                <a:gd name="connsiteX85" fmla="*/ 515751 w 952134"/>
                <a:gd name="connsiteY85" fmla="*/ 96554 h 915223"/>
                <a:gd name="connsiteX86" fmla="*/ 580983 w 952134"/>
                <a:gd name="connsiteY86" fmla="*/ 100891 h 915223"/>
                <a:gd name="connsiteX87" fmla="*/ 553598 w 952134"/>
                <a:gd name="connsiteY87" fmla="*/ 139419 h 915223"/>
                <a:gd name="connsiteX88" fmla="*/ 513284 w 952134"/>
                <a:gd name="connsiteY88" fmla="*/ 123259 h 915223"/>
                <a:gd name="connsiteX89" fmla="*/ 490661 w 952134"/>
                <a:gd name="connsiteY89" fmla="*/ 166380 h 915223"/>
                <a:gd name="connsiteX90" fmla="*/ 522723 w 952134"/>
                <a:gd name="connsiteY90" fmla="*/ 180583 h 915223"/>
                <a:gd name="connsiteX91" fmla="*/ 481986 w 952134"/>
                <a:gd name="connsiteY91" fmla="*/ 355361 h 915223"/>
                <a:gd name="connsiteX92" fmla="*/ 618066 w 952134"/>
                <a:gd name="connsiteY92" fmla="*/ 470944 h 915223"/>
                <a:gd name="connsiteX93" fmla="*/ 578517 w 952134"/>
                <a:gd name="connsiteY93" fmla="*/ 542896 h 915223"/>
                <a:gd name="connsiteX94" fmla="*/ 355686 w 952134"/>
                <a:gd name="connsiteY94" fmla="*/ 542896 h 91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952134" h="915223">
                  <a:moveTo>
                    <a:pt x="222498" y="914565"/>
                  </a:moveTo>
                  <a:lnTo>
                    <a:pt x="301593" y="693945"/>
                  </a:lnTo>
                  <a:lnTo>
                    <a:pt x="602331" y="693945"/>
                  </a:lnTo>
                  <a:lnTo>
                    <a:pt x="602331" y="691394"/>
                  </a:lnTo>
                  <a:cubicBezTo>
                    <a:pt x="630483" y="727114"/>
                    <a:pt x="671986" y="744805"/>
                    <a:pt x="714512" y="759434"/>
                  </a:cubicBezTo>
                  <a:cubicBezTo>
                    <a:pt x="683043" y="803319"/>
                    <a:pt x="656083" y="852989"/>
                    <a:pt x="668415" y="914224"/>
                  </a:cubicBezTo>
                  <a:lnTo>
                    <a:pt x="770049" y="914224"/>
                  </a:lnTo>
                  <a:lnTo>
                    <a:pt x="885718" y="875867"/>
                  </a:lnTo>
                  <a:cubicBezTo>
                    <a:pt x="891161" y="888191"/>
                    <a:pt x="895413" y="901042"/>
                    <a:pt x="898220" y="914224"/>
                  </a:cubicBezTo>
                  <a:lnTo>
                    <a:pt x="950015" y="914224"/>
                  </a:lnTo>
                  <a:cubicBezTo>
                    <a:pt x="926032" y="800768"/>
                    <a:pt x="859182" y="760284"/>
                    <a:pt x="794460" y="735109"/>
                  </a:cubicBezTo>
                  <a:cubicBezTo>
                    <a:pt x="829584" y="686375"/>
                    <a:pt x="859607" y="630753"/>
                    <a:pt x="835963" y="559311"/>
                  </a:cubicBezTo>
                  <a:cubicBezTo>
                    <a:pt x="812319" y="487869"/>
                    <a:pt x="756443" y="461929"/>
                    <a:pt x="699883" y="443728"/>
                  </a:cubicBezTo>
                  <a:cubicBezTo>
                    <a:pt x="734414" y="395419"/>
                    <a:pt x="763415" y="340307"/>
                    <a:pt x="740027" y="269801"/>
                  </a:cubicBezTo>
                  <a:cubicBezTo>
                    <a:pt x="717404" y="201761"/>
                    <a:pt x="660676" y="176246"/>
                    <a:pt x="602246" y="156089"/>
                  </a:cubicBezTo>
                  <a:cubicBezTo>
                    <a:pt x="635840" y="107270"/>
                    <a:pt x="661781" y="53008"/>
                    <a:pt x="649194" y="-658"/>
                  </a:cubicBezTo>
                  <a:lnTo>
                    <a:pt x="598164" y="-658"/>
                  </a:lnTo>
                  <a:cubicBezTo>
                    <a:pt x="599439" y="2973"/>
                    <a:pt x="600460" y="6664"/>
                    <a:pt x="601309" y="10398"/>
                  </a:cubicBezTo>
                  <a:lnTo>
                    <a:pt x="539310" y="30895"/>
                  </a:lnTo>
                  <a:lnTo>
                    <a:pt x="550620" y="-658"/>
                  </a:lnTo>
                  <a:lnTo>
                    <a:pt x="378564" y="-658"/>
                  </a:lnTo>
                  <a:cubicBezTo>
                    <a:pt x="352708" y="-650"/>
                    <a:pt x="329575" y="15476"/>
                    <a:pt x="320644" y="39740"/>
                  </a:cubicBezTo>
                  <a:lnTo>
                    <a:pt x="-2120" y="914224"/>
                  </a:lnTo>
                  <a:close/>
                  <a:moveTo>
                    <a:pt x="704391" y="702875"/>
                  </a:moveTo>
                  <a:lnTo>
                    <a:pt x="771920" y="680507"/>
                  </a:lnTo>
                  <a:cubicBezTo>
                    <a:pt x="764096" y="693469"/>
                    <a:pt x="755591" y="706014"/>
                    <a:pt x="746405" y="718099"/>
                  </a:cubicBezTo>
                  <a:cubicBezTo>
                    <a:pt x="731011" y="713081"/>
                    <a:pt x="717063" y="708149"/>
                    <a:pt x="704391" y="702875"/>
                  </a:cubicBezTo>
                  <a:close/>
                  <a:moveTo>
                    <a:pt x="869387" y="846950"/>
                  </a:moveTo>
                  <a:lnTo>
                    <a:pt x="715789" y="897980"/>
                  </a:lnTo>
                  <a:cubicBezTo>
                    <a:pt x="714512" y="888982"/>
                    <a:pt x="714512" y="879847"/>
                    <a:pt x="715789" y="870849"/>
                  </a:cubicBezTo>
                  <a:lnTo>
                    <a:pt x="850932" y="826113"/>
                  </a:lnTo>
                  <a:cubicBezTo>
                    <a:pt x="857651" y="832474"/>
                    <a:pt x="863690" y="839449"/>
                    <a:pt x="869134" y="846950"/>
                  </a:cubicBezTo>
                  <a:close/>
                  <a:moveTo>
                    <a:pt x="827543" y="807487"/>
                  </a:moveTo>
                  <a:lnTo>
                    <a:pt x="723783" y="841507"/>
                  </a:lnTo>
                  <a:cubicBezTo>
                    <a:pt x="734414" y="818339"/>
                    <a:pt x="747767" y="796566"/>
                    <a:pt x="763756" y="776699"/>
                  </a:cubicBezTo>
                  <a:cubicBezTo>
                    <a:pt x="786040" y="784549"/>
                    <a:pt x="807302" y="794874"/>
                    <a:pt x="827288" y="807487"/>
                  </a:cubicBezTo>
                  <a:close/>
                  <a:moveTo>
                    <a:pt x="787570" y="649209"/>
                  </a:moveTo>
                  <a:lnTo>
                    <a:pt x="672668" y="687226"/>
                  </a:lnTo>
                  <a:cubicBezTo>
                    <a:pt x="662462" y="681196"/>
                    <a:pt x="653191" y="673661"/>
                    <a:pt x="645282" y="664858"/>
                  </a:cubicBezTo>
                  <a:lnTo>
                    <a:pt x="794798" y="615274"/>
                  </a:lnTo>
                  <a:cubicBezTo>
                    <a:pt x="794034" y="626900"/>
                    <a:pt x="791567" y="638348"/>
                    <a:pt x="787315" y="649209"/>
                  </a:cubicBezTo>
                  <a:close/>
                  <a:moveTo>
                    <a:pt x="789186" y="575300"/>
                  </a:moveTo>
                  <a:cubicBezTo>
                    <a:pt x="790716" y="580038"/>
                    <a:pt x="791993" y="584868"/>
                    <a:pt x="792927" y="589759"/>
                  </a:cubicBezTo>
                  <a:lnTo>
                    <a:pt x="631332" y="643425"/>
                  </a:lnTo>
                  <a:cubicBezTo>
                    <a:pt x="629036" y="638969"/>
                    <a:pt x="627080" y="634333"/>
                    <a:pt x="625550" y="629562"/>
                  </a:cubicBezTo>
                  <a:cubicBezTo>
                    <a:pt x="624019" y="624825"/>
                    <a:pt x="622742" y="619994"/>
                    <a:pt x="621808" y="615104"/>
                  </a:cubicBezTo>
                  <a:lnTo>
                    <a:pt x="783829" y="561437"/>
                  </a:lnTo>
                  <a:cubicBezTo>
                    <a:pt x="785870" y="565928"/>
                    <a:pt x="787570" y="570563"/>
                    <a:pt x="788930" y="575300"/>
                  </a:cubicBezTo>
                  <a:close/>
                  <a:moveTo>
                    <a:pt x="769794" y="539834"/>
                  </a:moveTo>
                  <a:lnTo>
                    <a:pt x="619341" y="589589"/>
                  </a:lnTo>
                  <a:cubicBezTo>
                    <a:pt x="620022" y="577945"/>
                    <a:pt x="622404" y="566472"/>
                    <a:pt x="626571" y="555569"/>
                  </a:cubicBezTo>
                  <a:lnTo>
                    <a:pt x="743430" y="516871"/>
                  </a:lnTo>
                  <a:cubicBezTo>
                    <a:pt x="753295" y="523114"/>
                    <a:pt x="762055" y="530862"/>
                    <a:pt x="769539" y="539834"/>
                  </a:cubicBezTo>
                  <a:close/>
                  <a:moveTo>
                    <a:pt x="605988" y="414301"/>
                  </a:moveTo>
                  <a:lnTo>
                    <a:pt x="676069" y="391082"/>
                  </a:lnTo>
                  <a:cubicBezTo>
                    <a:pt x="668415" y="403669"/>
                    <a:pt x="659059" y="416172"/>
                    <a:pt x="649790" y="429099"/>
                  </a:cubicBezTo>
                  <a:cubicBezTo>
                    <a:pt x="634055" y="424507"/>
                    <a:pt x="619341" y="419829"/>
                    <a:pt x="605732" y="414301"/>
                  </a:cubicBezTo>
                  <a:close/>
                  <a:moveTo>
                    <a:pt x="712556" y="501137"/>
                  </a:moveTo>
                  <a:lnTo>
                    <a:pt x="642389" y="524355"/>
                  </a:lnTo>
                  <a:cubicBezTo>
                    <a:pt x="650045" y="511768"/>
                    <a:pt x="659399" y="498840"/>
                    <a:pt x="668756" y="486338"/>
                  </a:cubicBezTo>
                  <a:cubicBezTo>
                    <a:pt x="683895" y="490846"/>
                    <a:pt x="698608" y="495608"/>
                    <a:pt x="712300" y="501137"/>
                  </a:cubicBezTo>
                  <a:close/>
                  <a:moveTo>
                    <a:pt x="691634" y="359784"/>
                  </a:moveTo>
                  <a:lnTo>
                    <a:pt x="574775" y="398481"/>
                  </a:lnTo>
                  <a:cubicBezTo>
                    <a:pt x="564910" y="392239"/>
                    <a:pt x="556149" y="384525"/>
                    <a:pt x="548664" y="375603"/>
                  </a:cubicBezTo>
                  <a:lnTo>
                    <a:pt x="698949" y="325849"/>
                  </a:lnTo>
                  <a:cubicBezTo>
                    <a:pt x="698183" y="337483"/>
                    <a:pt x="695631" y="348923"/>
                    <a:pt x="691378" y="359784"/>
                  </a:cubicBezTo>
                  <a:close/>
                  <a:moveTo>
                    <a:pt x="693249" y="285790"/>
                  </a:moveTo>
                  <a:cubicBezTo>
                    <a:pt x="694864" y="290544"/>
                    <a:pt x="696056" y="295401"/>
                    <a:pt x="696991" y="300334"/>
                  </a:cubicBezTo>
                  <a:lnTo>
                    <a:pt x="535396" y="354000"/>
                  </a:lnTo>
                  <a:cubicBezTo>
                    <a:pt x="533269" y="349476"/>
                    <a:pt x="531399" y="344849"/>
                    <a:pt x="529698" y="340137"/>
                  </a:cubicBezTo>
                  <a:cubicBezTo>
                    <a:pt x="528168" y="335366"/>
                    <a:pt x="526976" y="330509"/>
                    <a:pt x="526041" y="325594"/>
                  </a:cubicBezTo>
                  <a:lnTo>
                    <a:pt x="687636" y="272012"/>
                  </a:lnTo>
                  <a:cubicBezTo>
                    <a:pt x="689763" y="276460"/>
                    <a:pt x="691548" y="281070"/>
                    <a:pt x="692994" y="285790"/>
                  </a:cubicBezTo>
                  <a:close/>
                  <a:moveTo>
                    <a:pt x="672668" y="250749"/>
                  </a:moveTo>
                  <a:lnTo>
                    <a:pt x="523745" y="300079"/>
                  </a:lnTo>
                  <a:cubicBezTo>
                    <a:pt x="524426" y="288435"/>
                    <a:pt x="526808" y="276953"/>
                    <a:pt x="530975" y="266059"/>
                  </a:cubicBezTo>
                  <a:lnTo>
                    <a:pt x="644686" y="228381"/>
                  </a:lnTo>
                  <a:cubicBezTo>
                    <a:pt x="654976" y="234420"/>
                    <a:pt x="664333" y="241964"/>
                    <a:pt x="672412" y="250749"/>
                  </a:cubicBezTo>
                  <a:close/>
                  <a:moveTo>
                    <a:pt x="612451" y="212987"/>
                  </a:moveTo>
                  <a:lnTo>
                    <a:pt x="546538" y="234845"/>
                  </a:lnTo>
                  <a:cubicBezTo>
                    <a:pt x="553853" y="222768"/>
                    <a:pt x="562528" y="210691"/>
                    <a:pt x="572053" y="198274"/>
                  </a:cubicBezTo>
                  <a:cubicBezTo>
                    <a:pt x="585747" y="203121"/>
                    <a:pt x="599439" y="207799"/>
                    <a:pt x="612196" y="212987"/>
                  </a:cubicBezTo>
                  <a:close/>
                  <a:moveTo>
                    <a:pt x="528593" y="60578"/>
                  </a:moveTo>
                  <a:lnTo>
                    <a:pt x="603691" y="35658"/>
                  </a:lnTo>
                  <a:cubicBezTo>
                    <a:pt x="603353" y="47293"/>
                    <a:pt x="601141" y="58792"/>
                    <a:pt x="596974" y="69678"/>
                  </a:cubicBezTo>
                  <a:lnTo>
                    <a:pt x="515751" y="96554"/>
                  </a:lnTo>
                  <a:close/>
                  <a:moveTo>
                    <a:pt x="580983" y="100891"/>
                  </a:moveTo>
                  <a:cubicBezTo>
                    <a:pt x="573074" y="113479"/>
                    <a:pt x="563973" y="126406"/>
                    <a:pt x="553598" y="139419"/>
                  </a:cubicBezTo>
                  <a:cubicBezTo>
                    <a:pt x="539904" y="134724"/>
                    <a:pt x="526467" y="129332"/>
                    <a:pt x="513284" y="123259"/>
                  </a:cubicBezTo>
                  <a:close/>
                  <a:moveTo>
                    <a:pt x="490661" y="166380"/>
                  </a:moveTo>
                  <a:cubicBezTo>
                    <a:pt x="501207" y="171653"/>
                    <a:pt x="511924" y="176331"/>
                    <a:pt x="522723" y="180583"/>
                  </a:cubicBezTo>
                  <a:cubicBezTo>
                    <a:pt x="487939" y="229062"/>
                    <a:pt x="458427" y="284429"/>
                    <a:pt x="481986" y="355361"/>
                  </a:cubicBezTo>
                  <a:cubicBezTo>
                    <a:pt x="505545" y="426293"/>
                    <a:pt x="561421" y="452828"/>
                    <a:pt x="618066" y="470944"/>
                  </a:cubicBezTo>
                  <a:cubicBezTo>
                    <a:pt x="601480" y="492904"/>
                    <a:pt x="588213" y="517135"/>
                    <a:pt x="578517" y="542896"/>
                  </a:cubicBezTo>
                  <a:lnTo>
                    <a:pt x="355686" y="542896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任意多边形: 形状 303">
              <a:extLst>
                <a:ext uri="{FF2B5EF4-FFF2-40B4-BE49-F238E27FC236}">
                  <a16:creationId xmlns:a16="http://schemas.microsoft.com/office/drawing/2014/main" id="{0494FB0D-346D-4225-A3E3-7F95E4EF35C6}"/>
                </a:ext>
              </a:extLst>
            </p:cNvPr>
            <p:cNvSpPr/>
            <p:nvPr/>
          </p:nvSpPr>
          <p:spPr>
            <a:xfrm>
              <a:off x="3998381" y="-5377046"/>
              <a:ext cx="1470634" cy="1233735"/>
            </a:xfrm>
            <a:custGeom>
              <a:avLst/>
              <a:gdLst>
                <a:gd name="connsiteX0" fmla="*/ 307751 w 1470634"/>
                <a:gd name="connsiteY0" fmla="*/ 1010671 h 1233735"/>
                <a:gd name="connsiteX1" fmla="*/ 214622 w 1470634"/>
                <a:gd name="connsiteY1" fmla="*/ 1157638 h 1233735"/>
                <a:gd name="connsiteX2" fmla="*/ 61532 w 1470634"/>
                <a:gd name="connsiteY2" fmla="*/ 1157638 h 1233735"/>
                <a:gd name="connsiteX3" fmla="*/ 9736 w 1470634"/>
                <a:gd name="connsiteY3" fmla="*/ 1155426 h 1233735"/>
                <a:gd name="connsiteX4" fmla="*/ 7524 w 1470634"/>
                <a:gd name="connsiteY4" fmla="*/ 1207222 h 1233735"/>
                <a:gd name="connsiteX5" fmla="*/ 59320 w 1470634"/>
                <a:gd name="connsiteY5" fmla="*/ 1209433 h 1233735"/>
                <a:gd name="connsiteX6" fmla="*/ 61532 w 1470634"/>
                <a:gd name="connsiteY6" fmla="*/ 1207222 h 1233735"/>
                <a:gd name="connsiteX7" fmla="*/ 242857 w 1470634"/>
                <a:gd name="connsiteY7" fmla="*/ 1206711 h 1233735"/>
                <a:gd name="connsiteX8" fmla="*/ 308007 w 1470634"/>
                <a:gd name="connsiteY8" fmla="*/ 1094275 h 1233735"/>
                <a:gd name="connsiteX9" fmla="*/ 391016 w 1470634"/>
                <a:gd name="connsiteY9" fmla="*/ 1233077 h 1233735"/>
                <a:gd name="connsiteX10" fmla="*/ 432860 w 1470634"/>
                <a:gd name="connsiteY10" fmla="*/ 1233077 h 1233735"/>
                <a:gd name="connsiteX11" fmla="*/ 758091 w 1470634"/>
                <a:gd name="connsiteY11" fmla="*/ 222088 h 1233735"/>
                <a:gd name="connsiteX12" fmla="*/ 940352 w 1470634"/>
                <a:gd name="connsiteY12" fmla="*/ 914905 h 1233735"/>
                <a:gd name="connsiteX13" fmla="*/ 1073712 w 1470634"/>
                <a:gd name="connsiteY13" fmla="*/ 914905 h 1233735"/>
                <a:gd name="connsiteX14" fmla="*/ 1241516 w 1470634"/>
                <a:gd name="connsiteY14" fmla="*/ 393293 h 1233735"/>
                <a:gd name="connsiteX15" fmla="*/ 1241516 w 1470634"/>
                <a:gd name="connsiteY15" fmla="*/ 914905 h 1233735"/>
                <a:gd name="connsiteX16" fmla="*/ 1468514 w 1470634"/>
                <a:gd name="connsiteY16" fmla="*/ 914905 h 1233735"/>
                <a:gd name="connsiteX17" fmla="*/ 1468514 w 1470634"/>
                <a:gd name="connsiteY17" fmla="*/ 61428 h 1233735"/>
                <a:gd name="connsiteX18" fmla="*/ 1421226 w 1470634"/>
                <a:gd name="connsiteY18" fmla="*/ 1383 h 1233735"/>
                <a:gd name="connsiteX19" fmla="*/ 1421226 w 1470634"/>
                <a:gd name="connsiteY19" fmla="*/ 766833 h 1233735"/>
                <a:gd name="connsiteX20" fmla="*/ 1429731 w 1470634"/>
                <a:gd name="connsiteY20" fmla="*/ 781461 h 1233735"/>
                <a:gd name="connsiteX21" fmla="*/ 1412806 w 1470634"/>
                <a:gd name="connsiteY21" fmla="*/ 798574 h 1233735"/>
                <a:gd name="connsiteX22" fmla="*/ 1395711 w 1470634"/>
                <a:gd name="connsiteY22" fmla="*/ 781666 h 1233735"/>
                <a:gd name="connsiteX23" fmla="*/ 1404216 w 1470634"/>
                <a:gd name="connsiteY23" fmla="*/ 766833 h 1233735"/>
                <a:gd name="connsiteX24" fmla="*/ 1404216 w 1470634"/>
                <a:gd name="connsiteY24" fmla="*/ -403 h 1233735"/>
                <a:gd name="connsiteX25" fmla="*/ 1362797 w 1470634"/>
                <a:gd name="connsiteY25" fmla="*/ -403 h 1233735"/>
                <a:gd name="connsiteX26" fmla="*/ 1362797 w 1470634"/>
                <a:gd name="connsiteY26" fmla="*/ 766408 h 1233735"/>
                <a:gd name="connsiteX27" fmla="*/ 1369006 w 1470634"/>
                <a:gd name="connsiteY27" fmla="*/ 789643 h 1233735"/>
                <a:gd name="connsiteX28" fmla="*/ 1345787 w 1470634"/>
                <a:gd name="connsiteY28" fmla="*/ 795869 h 1233735"/>
                <a:gd name="connsiteX29" fmla="*/ 1337282 w 1470634"/>
                <a:gd name="connsiteY29" fmla="*/ 781036 h 1233735"/>
                <a:gd name="connsiteX30" fmla="*/ 1345787 w 1470634"/>
                <a:gd name="connsiteY30" fmla="*/ 766408 h 1233735"/>
                <a:gd name="connsiteX31" fmla="*/ 1345787 w 1470634"/>
                <a:gd name="connsiteY31" fmla="*/ -403 h 1233735"/>
                <a:gd name="connsiteX32" fmla="*/ 1304367 w 1470634"/>
                <a:gd name="connsiteY32" fmla="*/ -403 h 1233735"/>
                <a:gd name="connsiteX33" fmla="*/ 1304367 w 1470634"/>
                <a:gd name="connsiteY33" fmla="*/ 766408 h 1233735"/>
                <a:gd name="connsiteX34" fmla="*/ 1310575 w 1470634"/>
                <a:gd name="connsiteY34" fmla="*/ 789643 h 1233735"/>
                <a:gd name="connsiteX35" fmla="*/ 1287357 w 1470634"/>
                <a:gd name="connsiteY35" fmla="*/ 795869 h 1233735"/>
                <a:gd name="connsiteX36" fmla="*/ 1278852 w 1470634"/>
                <a:gd name="connsiteY36" fmla="*/ 781036 h 1233735"/>
                <a:gd name="connsiteX37" fmla="*/ 1287357 w 1470634"/>
                <a:gd name="connsiteY37" fmla="*/ 766408 h 1233735"/>
                <a:gd name="connsiteX38" fmla="*/ 1287357 w 1470634"/>
                <a:gd name="connsiteY38" fmla="*/ -403 h 1233735"/>
                <a:gd name="connsiteX39" fmla="*/ 1240069 w 1470634"/>
                <a:gd name="connsiteY39" fmla="*/ -403 h 1233735"/>
                <a:gd name="connsiteX40" fmla="*/ 1240069 w 1470634"/>
                <a:gd name="connsiteY40" fmla="*/ 447 h 1233735"/>
                <a:gd name="connsiteX41" fmla="*/ 1238113 w 1470634"/>
                <a:gd name="connsiteY41" fmla="*/ -658 h 1233735"/>
                <a:gd name="connsiteX42" fmla="*/ 1021746 w 1470634"/>
                <a:gd name="connsiteY42" fmla="*/ 671917 h 1233735"/>
                <a:gd name="connsiteX43" fmla="*/ 837103 w 1470634"/>
                <a:gd name="connsiteY43" fmla="*/ 22 h 1233735"/>
                <a:gd name="connsiteX44" fmla="*/ 741336 w 1470634"/>
                <a:gd name="connsiteY44" fmla="*/ 22 h 1233735"/>
                <a:gd name="connsiteX45" fmla="*/ 384126 w 1470634"/>
                <a:gd name="connsiteY45" fmla="*/ 1135780 h 12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70634" h="1233735">
                  <a:moveTo>
                    <a:pt x="307751" y="1010671"/>
                  </a:moveTo>
                  <a:lnTo>
                    <a:pt x="214622" y="1157638"/>
                  </a:lnTo>
                  <a:lnTo>
                    <a:pt x="61532" y="1157638"/>
                  </a:lnTo>
                  <a:cubicBezTo>
                    <a:pt x="47838" y="1142729"/>
                    <a:pt x="24619" y="1141733"/>
                    <a:pt x="9736" y="1155426"/>
                  </a:cubicBezTo>
                  <a:cubicBezTo>
                    <a:pt x="-5148" y="1169120"/>
                    <a:pt x="-6168" y="1192313"/>
                    <a:pt x="7524" y="1207222"/>
                  </a:cubicBezTo>
                  <a:cubicBezTo>
                    <a:pt x="21218" y="1222131"/>
                    <a:pt x="44437" y="1223126"/>
                    <a:pt x="59320" y="1209433"/>
                  </a:cubicBezTo>
                  <a:cubicBezTo>
                    <a:pt x="60085" y="1208727"/>
                    <a:pt x="60851" y="1207987"/>
                    <a:pt x="61532" y="1207222"/>
                  </a:cubicBezTo>
                  <a:lnTo>
                    <a:pt x="242857" y="1206711"/>
                  </a:lnTo>
                  <a:lnTo>
                    <a:pt x="308007" y="1094275"/>
                  </a:lnTo>
                  <a:lnTo>
                    <a:pt x="391016" y="1233077"/>
                  </a:lnTo>
                  <a:lnTo>
                    <a:pt x="432860" y="1233077"/>
                  </a:lnTo>
                  <a:lnTo>
                    <a:pt x="758091" y="222088"/>
                  </a:lnTo>
                  <a:lnTo>
                    <a:pt x="940352" y="914905"/>
                  </a:lnTo>
                  <a:lnTo>
                    <a:pt x="1073712" y="914905"/>
                  </a:lnTo>
                  <a:lnTo>
                    <a:pt x="1241516" y="393293"/>
                  </a:lnTo>
                  <a:lnTo>
                    <a:pt x="1241516" y="914905"/>
                  </a:lnTo>
                  <a:lnTo>
                    <a:pt x="1468514" y="914905"/>
                  </a:lnTo>
                  <a:lnTo>
                    <a:pt x="1468514" y="61428"/>
                  </a:lnTo>
                  <a:cubicBezTo>
                    <a:pt x="1468514" y="32902"/>
                    <a:pt x="1448952" y="8093"/>
                    <a:pt x="1421226" y="1383"/>
                  </a:cubicBezTo>
                  <a:lnTo>
                    <a:pt x="1421226" y="766833"/>
                  </a:lnTo>
                  <a:cubicBezTo>
                    <a:pt x="1426415" y="769852"/>
                    <a:pt x="1429731" y="775423"/>
                    <a:pt x="1429731" y="781461"/>
                  </a:cubicBezTo>
                  <a:cubicBezTo>
                    <a:pt x="1429816" y="790860"/>
                    <a:pt x="1422247" y="798514"/>
                    <a:pt x="1412806" y="798574"/>
                  </a:cubicBezTo>
                  <a:cubicBezTo>
                    <a:pt x="1403452" y="798633"/>
                    <a:pt x="1395796" y="791064"/>
                    <a:pt x="1395711" y="781666"/>
                  </a:cubicBezTo>
                  <a:cubicBezTo>
                    <a:pt x="1395711" y="775551"/>
                    <a:pt x="1398944" y="769886"/>
                    <a:pt x="1404216" y="766833"/>
                  </a:cubicBezTo>
                  <a:lnTo>
                    <a:pt x="1404216" y="-403"/>
                  </a:lnTo>
                  <a:lnTo>
                    <a:pt x="1362797" y="-403"/>
                  </a:lnTo>
                  <a:lnTo>
                    <a:pt x="1362797" y="766408"/>
                  </a:lnTo>
                  <a:cubicBezTo>
                    <a:pt x="1370962" y="771102"/>
                    <a:pt x="1373684" y="781504"/>
                    <a:pt x="1369006" y="789643"/>
                  </a:cubicBezTo>
                  <a:cubicBezTo>
                    <a:pt x="1364328" y="797783"/>
                    <a:pt x="1353952" y="800564"/>
                    <a:pt x="1345787" y="795869"/>
                  </a:cubicBezTo>
                  <a:cubicBezTo>
                    <a:pt x="1340513" y="792816"/>
                    <a:pt x="1337282" y="787151"/>
                    <a:pt x="1337282" y="781036"/>
                  </a:cubicBezTo>
                  <a:cubicBezTo>
                    <a:pt x="1337282" y="774998"/>
                    <a:pt x="1340513" y="769427"/>
                    <a:pt x="1345787" y="766408"/>
                  </a:cubicBezTo>
                  <a:lnTo>
                    <a:pt x="1345787" y="-403"/>
                  </a:lnTo>
                  <a:lnTo>
                    <a:pt x="1304367" y="-403"/>
                  </a:lnTo>
                  <a:lnTo>
                    <a:pt x="1304367" y="766408"/>
                  </a:lnTo>
                  <a:cubicBezTo>
                    <a:pt x="1312531" y="771102"/>
                    <a:pt x="1315254" y="781504"/>
                    <a:pt x="1310575" y="789643"/>
                  </a:cubicBezTo>
                  <a:cubicBezTo>
                    <a:pt x="1305897" y="797783"/>
                    <a:pt x="1295521" y="800564"/>
                    <a:pt x="1287357" y="795869"/>
                  </a:cubicBezTo>
                  <a:cubicBezTo>
                    <a:pt x="1282085" y="792816"/>
                    <a:pt x="1278852" y="787151"/>
                    <a:pt x="1278852" y="781036"/>
                  </a:cubicBezTo>
                  <a:cubicBezTo>
                    <a:pt x="1278852" y="774998"/>
                    <a:pt x="1282085" y="769427"/>
                    <a:pt x="1287357" y="766408"/>
                  </a:cubicBezTo>
                  <a:lnTo>
                    <a:pt x="1287357" y="-403"/>
                  </a:lnTo>
                  <a:lnTo>
                    <a:pt x="1240069" y="-403"/>
                  </a:lnTo>
                  <a:lnTo>
                    <a:pt x="1240069" y="447"/>
                  </a:lnTo>
                  <a:lnTo>
                    <a:pt x="1238113" y="-658"/>
                  </a:lnTo>
                  <a:lnTo>
                    <a:pt x="1021746" y="671917"/>
                  </a:lnTo>
                  <a:lnTo>
                    <a:pt x="837103" y="22"/>
                  </a:lnTo>
                  <a:lnTo>
                    <a:pt x="741336" y="22"/>
                  </a:lnTo>
                  <a:lnTo>
                    <a:pt x="384126" y="113578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任意多边形: 形状 304">
              <a:extLst>
                <a:ext uri="{FF2B5EF4-FFF2-40B4-BE49-F238E27FC236}">
                  <a16:creationId xmlns:a16="http://schemas.microsoft.com/office/drawing/2014/main" id="{E6A76099-DC26-42D5-856A-1FD37F693759}"/>
                </a:ext>
              </a:extLst>
            </p:cNvPr>
            <p:cNvSpPr/>
            <p:nvPr/>
          </p:nvSpPr>
          <p:spPr>
            <a:xfrm>
              <a:off x="4092309" y="-5561860"/>
              <a:ext cx="176734" cy="60300"/>
            </a:xfrm>
            <a:custGeom>
              <a:avLst/>
              <a:gdLst>
                <a:gd name="connsiteX0" fmla="*/ 117546 w 176734"/>
                <a:gd name="connsiteY0" fmla="*/ -658 h 60300"/>
                <a:gd name="connsiteX1" fmla="*/ 109041 w 176734"/>
                <a:gd name="connsiteY1" fmla="*/ -658 h 60300"/>
                <a:gd name="connsiteX2" fmla="*/ -588 w 176734"/>
                <a:gd name="connsiteY2" fmla="*/ 20009 h 60300"/>
                <a:gd name="connsiteX3" fmla="*/ -2120 w 176734"/>
                <a:gd name="connsiteY3" fmla="*/ 45013 h 60300"/>
                <a:gd name="connsiteX4" fmla="*/ -2120 w 176734"/>
                <a:gd name="connsiteY4" fmla="*/ 45013 h 60300"/>
                <a:gd name="connsiteX5" fmla="*/ 43042 w 176734"/>
                <a:gd name="connsiteY5" fmla="*/ 59642 h 60300"/>
                <a:gd name="connsiteX6" fmla="*/ 43042 w 176734"/>
                <a:gd name="connsiteY6" fmla="*/ 59642 h 60300"/>
                <a:gd name="connsiteX7" fmla="*/ 60478 w 176734"/>
                <a:gd name="connsiteY7" fmla="*/ 32426 h 60300"/>
                <a:gd name="connsiteX8" fmla="*/ 80040 w 176734"/>
                <a:gd name="connsiteY8" fmla="*/ 33532 h 60300"/>
                <a:gd name="connsiteX9" fmla="*/ 98324 w 176734"/>
                <a:gd name="connsiteY9" fmla="*/ 32511 h 60300"/>
                <a:gd name="connsiteX10" fmla="*/ 115760 w 176734"/>
                <a:gd name="connsiteY10" fmla="*/ 59642 h 60300"/>
                <a:gd name="connsiteX11" fmla="*/ 115760 w 176734"/>
                <a:gd name="connsiteY11" fmla="*/ 59642 h 60300"/>
                <a:gd name="connsiteX12" fmla="*/ 160922 w 176734"/>
                <a:gd name="connsiteY12" fmla="*/ 45013 h 60300"/>
                <a:gd name="connsiteX13" fmla="*/ 160922 w 176734"/>
                <a:gd name="connsiteY13" fmla="*/ 45013 h 60300"/>
                <a:gd name="connsiteX14" fmla="*/ 159051 w 176734"/>
                <a:gd name="connsiteY14" fmla="*/ 13120 h 60300"/>
                <a:gd name="connsiteX15" fmla="*/ 174614 w 176734"/>
                <a:gd name="connsiteY15" fmla="*/ 3169 h 60300"/>
                <a:gd name="connsiteX16" fmla="*/ 117546 w 176734"/>
                <a:gd name="connsiteY16" fmla="*/ -658 h 6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734" h="60300">
                  <a:moveTo>
                    <a:pt x="117546" y="-658"/>
                  </a:moveTo>
                  <a:lnTo>
                    <a:pt x="109041" y="-658"/>
                  </a:lnTo>
                  <a:cubicBezTo>
                    <a:pt x="59288" y="-658"/>
                    <a:pt x="23991" y="7847"/>
                    <a:pt x="-588" y="20009"/>
                  </a:cubicBezTo>
                  <a:lnTo>
                    <a:pt x="-2120" y="45013"/>
                  </a:lnTo>
                  <a:lnTo>
                    <a:pt x="-2120" y="45013"/>
                  </a:lnTo>
                  <a:lnTo>
                    <a:pt x="43042" y="59642"/>
                  </a:lnTo>
                  <a:lnTo>
                    <a:pt x="43042" y="59642"/>
                  </a:lnTo>
                  <a:lnTo>
                    <a:pt x="60478" y="32426"/>
                  </a:lnTo>
                  <a:cubicBezTo>
                    <a:pt x="66941" y="33183"/>
                    <a:pt x="73491" y="33549"/>
                    <a:pt x="80040" y="33532"/>
                  </a:cubicBezTo>
                  <a:cubicBezTo>
                    <a:pt x="86163" y="33532"/>
                    <a:pt x="92286" y="33192"/>
                    <a:pt x="98324" y="32511"/>
                  </a:cubicBezTo>
                  <a:lnTo>
                    <a:pt x="115760" y="59642"/>
                  </a:lnTo>
                  <a:lnTo>
                    <a:pt x="115760" y="59642"/>
                  </a:lnTo>
                  <a:lnTo>
                    <a:pt x="160922" y="45013"/>
                  </a:lnTo>
                  <a:lnTo>
                    <a:pt x="160922" y="45013"/>
                  </a:lnTo>
                  <a:lnTo>
                    <a:pt x="159051" y="13120"/>
                  </a:lnTo>
                  <a:cubicBezTo>
                    <a:pt x="164408" y="10092"/>
                    <a:pt x="169597" y="6775"/>
                    <a:pt x="174614" y="3169"/>
                  </a:cubicBezTo>
                  <a:cubicBezTo>
                    <a:pt x="153181" y="1213"/>
                    <a:pt x="136171" y="107"/>
                    <a:pt x="117546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任意多边形: 形状 305">
              <a:extLst>
                <a:ext uri="{FF2B5EF4-FFF2-40B4-BE49-F238E27FC236}">
                  <a16:creationId xmlns:a16="http://schemas.microsoft.com/office/drawing/2014/main" id="{366E96EE-0E08-437F-BA51-C0370F18BFFF}"/>
                </a:ext>
              </a:extLst>
            </p:cNvPr>
            <p:cNvSpPr/>
            <p:nvPr/>
          </p:nvSpPr>
          <p:spPr>
            <a:xfrm>
              <a:off x="3983532" y="-5879862"/>
              <a:ext cx="380769" cy="217047"/>
            </a:xfrm>
            <a:custGeom>
              <a:avLst/>
              <a:gdLst>
                <a:gd name="connsiteX0" fmla="*/ 102745 w 380769"/>
                <a:gd name="connsiteY0" fmla="*/ 176246 h 217047"/>
                <a:gd name="connsiteX1" fmla="*/ 204296 w 380769"/>
                <a:gd name="connsiteY1" fmla="*/ 108937 h 217047"/>
                <a:gd name="connsiteX2" fmla="*/ 262044 w 380769"/>
                <a:gd name="connsiteY2" fmla="*/ 150731 h 217047"/>
                <a:gd name="connsiteX3" fmla="*/ 296745 w 380769"/>
                <a:gd name="connsiteY3" fmla="*/ 149200 h 217047"/>
                <a:gd name="connsiteX4" fmla="*/ 308568 w 380769"/>
                <a:gd name="connsiteY4" fmla="*/ 149200 h 217047"/>
                <a:gd name="connsiteX5" fmla="*/ 363084 w 380769"/>
                <a:gd name="connsiteY5" fmla="*/ 170122 h 217047"/>
                <a:gd name="connsiteX6" fmla="*/ 378649 w 380769"/>
                <a:gd name="connsiteY6" fmla="*/ 178627 h 217047"/>
                <a:gd name="connsiteX7" fmla="*/ 378649 w 380769"/>
                <a:gd name="connsiteY7" fmla="*/ 164339 h 217047"/>
                <a:gd name="connsiteX8" fmla="*/ 378649 w 380769"/>
                <a:gd name="connsiteY8" fmla="*/ 164339 h 217047"/>
                <a:gd name="connsiteX9" fmla="*/ 348115 w 380769"/>
                <a:gd name="connsiteY9" fmla="*/ 156344 h 217047"/>
                <a:gd name="connsiteX10" fmla="*/ 336124 w 380769"/>
                <a:gd name="connsiteY10" fmla="*/ 119602 h 217047"/>
                <a:gd name="connsiteX11" fmla="*/ 356195 w 380769"/>
                <a:gd name="connsiteY11" fmla="*/ 95193 h 217047"/>
                <a:gd name="connsiteX12" fmla="*/ 356195 w 380769"/>
                <a:gd name="connsiteY12" fmla="*/ 95193 h 217047"/>
                <a:gd name="connsiteX13" fmla="*/ 328298 w 380769"/>
                <a:gd name="connsiteY13" fmla="*/ 56750 h 217047"/>
                <a:gd name="connsiteX14" fmla="*/ 328298 w 380769"/>
                <a:gd name="connsiteY14" fmla="*/ 56750 h 217047"/>
                <a:gd name="connsiteX15" fmla="*/ 298701 w 380769"/>
                <a:gd name="connsiteY15" fmla="*/ 68402 h 217047"/>
                <a:gd name="connsiteX16" fmla="*/ 267488 w 380769"/>
                <a:gd name="connsiteY16" fmla="*/ 45864 h 217047"/>
                <a:gd name="connsiteX17" fmla="*/ 269444 w 380769"/>
                <a:gd name="connsiteY17" fmla="*/ 13970 h 217047"/>
                <a:gd name="connsiteX18" fmla="*/ 224282 w 380769"/>
                <a:gd name="connsiteY18" fmla="*/ -658 h 217047"/>
                <a:gd name="connsiteX19" fmla="*/ 224282 w 380769"/>
                <a:gd name="connsiteY19" fmla="*/ -658 h 217047"/>
                <a:gd name="connsiteX20" fmla="*/ 207272 w 380769"/>
                <a:gd name="connsiteY20" fmla="*/ 26473 h 217047"/>
                <a:gd name="connsiteX21" fmla="*/ 188902 w 380769"/>
                <a:gd name="connsiteY21" fmla="*/ 25452 h 217047"/>
                <a:gd name="connsiteX22" fmla="*/ 169255 w 380769"/>
                <a:gd name="connsiteY22" fmla="*/ 26643 h 217047"/>
                <a:gd name="connsiteX23" fmla="*/ 152245 w 380769"/>
                <a:gd name="connsiteY23" fmla="*/ -658 h 217047"/>
                <a:gd name="connsiteX24" fmla="*/ 152245 w 380769"/>
                <a:gd name="connsiteY24" fmla="*/ -658 h 217047"/>
                <a:gd name="connsiteX25" fmla="*/ 107083 w 380769"/>
                <a:gd name="connsiteY25" fmla="*/ 13970 h 217047"/>
                <a:gd name="connsiteX26" fmla="*/ 109039 w 380769"/>
                <a:gd name="connsiteY26" fmla="*/ 46544 h 217047"/>
                <a:gd name="connsiteX27" fmla="*/ 78763 w 380769"/>
                <a:gd name="connsiteY27" fmla="*/ 68743 h 217047"/>
                <a:gd name="connsiteX28" fmla="*/ 48229 w 380769"/>
                <a:gd name="connsiteY28" fmla="*/ 56750 h 217047"/>
                <a:gd name="connsiteX29" fmla="*/ 20332 w 380769"/>
                <a:gd name="connsiteY29" fmla="*/ 95193 h 217047"/>
                <a:gd name="connsiteX30" fmla="*/ 20332 w 380769"/>
                <a:gd name="connsiteY30" fmla="*/ 95193 h 217047"/>
                <a:gd name="connsiteX31" fmla="*/ 41254 w 380769"/>
                <a:gd name="connsiteY31" fmla="*/ 120708 h 217047"/>
                <a:gd name="connsiteX32" fmla="*/ 29774 w 380769"/>
                <a:gd name="connsiteY32" fmla="*/ 156259 h 217047"/>
                <a:gd name="connsiteX33" fmla="*/ -2120 w 380769"/>
                <a:gd name="connsiteY33" fmla="*/ 164764 h 217047"/>
                <a:gd name="connsiteX34" fmla="*/ -2120 w 380769"/>
                <a:gd name="connsiteY34" fmla="*/ 212307 h 217047"/>
                <a:gd name="connsiteX35" fmla="*/ 13698 w 380769"/>
                <a:gd name="connsiteY35" fmla="*/ 216389 h 217047"/>
                <a:gd name="connsiteX36" fmla="*/ 102745 w 380769"/>
                <a:gd name="connsiteY36" fmla="*/ 176246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80769" h="217047">
                  <a:moveTo>
                    <a:pt x="102745" y="176246"/>
                  </a:moveTo>
                  <a:cubicBezTo>
                    <a:pt x="112187" y="129613"/>
                    <a:pt x="157687" y="99480"/>
                    <a:pt x="204296" y="108937"/>
                  </a:cubicBezTo>
                  <a:cubicBezTo>
                    <a:pt x="228705" y="113878"/>
                    <a:pt x="249712" y="129120"/>
                    <a:pt x="262044" y="150731"/>
                  </a:cubicBezTo>
                  <a:cubicBezTo>
                    <a:pt x="273101" y="149795"/>
                    <a:pt x="284498" y="149200"/>
                    <a:pt x="296745" y="149200"/>
                  </a:cubicBezTo>
                  <a:cubicBezTo>
                    <a:pt x="300657" y="149200"/>
                    <a:pt x="304569" y="149200"/>
                    <a:pt x="308568" y="149200"/>
                  </a:cubicBezTo>
                  <a:cubicBezTo>
                    <a:pt x="328979" y="149880"/>
                    <a:pt x="347094" y="160596"/>
                    <a:pt x="363084" y="170122"/>
                  </a:cubicBezTo>
                  <a:cubicBezTo>
                    <a:pt x="368271" y="173184"/>
                    <a:pt x="373630" y="176331"/>
                    <a:pt x="378649" y="178627"/>
                  </a:cubicBezTo>
                  <a:lnTo>
                    <a:pt x="378649" y="164339"/>
                  </a:lnTo>
                  <a:lnTo>
                    <a:pt x="378649" y="164339"/>
                  </a:lnTo>
                  <a:lnTo>
                    <a:pt x="348115" y="156344"/>
                  </a:lnTo>
                  <a:cubicBezTo>
                    <a:pt x="345563" y="143663"/>
                    <a:pt x="341566" y="131331"/>
                    <a:pt x="336124" y="119602"/>
                  </a:cubicBezTo>
                  <a:lnTo>
                    <a:pt x="356195" y="95193"/>
                  </a:lnTo>
                  <a:lnTo>
                    <a:pt x="356195" y="95193"/>
                  </a:lnTo>
                  <a:lnTo>
                    <a:pt x="328298" y="56750"/>
                  </a:lnTo>
                  <a:lnTo>
                    <a:pt x="328298" y="56750"/>
                  </a:lnTo>
                  <a:lnTo>
                    <a:pt x="298701" y="68402"/>
                  </a:lnTo>
                  <a:cubicBezTo>
                    <a:pt x="289176" y="59685"/>
                    <a:pt x="278715" y="52124"/>
                    <a:pt x="267488" y="45864"/>
                  </a:cubicBezTo>
                  <a:lnTo>
                    <a:pt x="269444" y="13970"/>
                  </a:lnTo>
                  <a:lnTo>
                    <a:pt x="224282" y="-658"/>
                  </a:lnTo>
                  <a:lnTo>
                    <a:pt x="224282" y="-658"/>
                  </a:lnTo>
                  <a:lnTo>
                    <a:pt x="207272" y="26473"/>
                  </a:lnTo>
                  <a:cubicBezTo>
                    <a:pt x="201149" y="25792"/>
                    <a:pt x="195025" y="25452"/>
                    <a:pt x="188902" y="25452"/>
                  </a:cubicBezTo>
                  <a:cubicBezTo>
                    <a:pt x="182353" y="25418"/>
                    <a:pt x="175804" y="25818"/>
                    <a:pt x="169255" y="26643"/>
                  </a:cubicBezTo>
                  <a:lnTo>
                    <a:pt x="152245" y="-658"/>
                  </a:lnTo>
                  <a:lnTo>
                    <a:pt x="152245" y="-658"/>
                  </a:lnTo>
                  <a:lnTo>
                    <a:pt x="107083" y="13970"/>
                  </a:lnTo>
                  <a:lnTo>
                    <a:pt x="109039" y="46544"/>
                  </a:lnTo>
                  <a:cubicBezTo>
                    <a:pt x="98152" y="52770"/>
                    <a:pt x="87947" y="60212"/>
                    <a:pt x="78763" y="68743"/>
                  </a:cubicBezTo>
                  <a:lnTo>
                    <a:pt x="48229" y="56750"/>
                  </a:lnTo>
                  <a:lnTo>
                    <a:pt x="20332" y="95193"/>
                  </a:lnTo>
                  <a:lnTo>
                    <a:pt x="20332" y="95193"/>
                  </a:lnTo>
                  <a:lnTo>
                    <a:pt x="41254" y="120708"/>
                  </a:lnTo>
                  <a:cubicBezTo>
                    <a:pt x="36067" y="132079"/>
                    <a:pt x="32238" y="144003"/>
                    <a:pt x="29774" y="156259"/>
                  </a:cubicBezTo>
                  <a:lnTo>
                    <a:pt x="-2120" y="164764"/>
                  </a:lnTo>
                  <a:lnTo>
                    <a:pt x="-2120" y="212307"/>
                  </a:lnTo>
                  <a:lnTo>
                    <a:pt x="13698" y="216389"/>
                  </a:lnTo>
                  <a:cubicBezTo>
                    <a:pt x="41169" y="198605"/>
                    <a:pt x="71192" y="185074"/>
                    <a:pt x="102745" y="17624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任意多边形: 形状 306">
              <a:extLst>
                <a:ext uri="{FF2B5EF4-FFF2-40B4-BE49-F238E27FC236}">
                  <a16:creationId xmlns:a16="http://schemas.microsoft.com/office/drawing/2014/main" id="{0391C476-53AD-4CDD-BAC7-C6F523C6791B}"/>
                </a:ext>
              </a:extLst>
            </p:cNvPr>
            <p:cNvSpPr/>
            <p:nvPr/>
          </p:nvSpPr>
          <p:spPr>
            <a:xfrm>
              <a:off x="3901287" y="-5706957"/>
              <a:ext cx="606662" cy="1245049"/>
            </a:xfrm>
            <a:custGeom>
              <a:avLst/>
              <a:gdLst>
                <a:gd name="connsiteX0" fmla="*/ 87778 w 606662"/>
                <a:gd name="connsiteY0" fmla="*/ 465248 h 1245049"/>
                <a:gd name="connsiteX1" fmla="*/ 158541 w 606662"/>
                <a:gd name="connsiteY1" fmla="*/ 519425 h 1245049"/>
                <a:gd name="connsiteX2" fmla="*/ 158541 w 606662"/>
                <a:gd name="connsiteY2" fmla="*/ 864813 h 1245049"/>
                <a:gd name="connsiteX3" fmla="*/ -1099 w 606662"/>
                <a:gd name="connsiteY3" fmla="*/ 1054985 h 1245049"/>
                <a:gd name="connsiteX4" fmla="*/ 56140 w 606662"/>
                <a:gd name="connsiteY4" fmla="*/ 1186132 h 1245049"/>
                <a:gd name="connsiteX5" fmla="*/ 158200 w 606662"/>
                <a:gd name="connsiteY5" fmla="*/ 1237927 h 1245049"/>
                <a:gd name="connsiteX6" fmla="*/ 158200 w 606662"/>
                <a:gd name="connsiteY6" fmla="*/ 1244391 h 1245049"/>
                <a:gd name="connsiteX7" fmla="*/ 385113 w 606662"/>
                <a:gd name="connsiteY7" fmla="*/ 1244391 h 1245049"/>
                <a:gd name="connsiteX8" fmla="*/ 385113 w 606662"/>
                <a:gd name="connsiteY8" fmla="*/ 1214623 h 1245049"/>
                <a:gd name="connsiteX9" fmla="*/ 416328 w 606662"/>
                <a:gd name="connsiteY9" fmla="*/ 1200080 h 1245049"/>
                <a:gd name="connsiteX10" fmla="*/ 509883 w 606662"/>
                <a:gd name="connsiteY10" fmla="*/ 1088069 h 1245049"/>
                <a:gd name="connsiteX11" fmla="*/ 440566 w 606662"/>
                <a:gd name="connsiteY11" fmla="*/ 1005145 h 1245049"/>
                <a:gd name="connsiteX12" fmla="*/ 392088 w 606662"/>
                <a:gd name="connsiteY12" fmla="*/ 1001148 h 1245049"/>
                <a:gd name="connsiteX13" fmla="*/ 392088 w 606662"/>
                <a:gd name="connsiteY13" fmla="*/ 1047245 h 1245049"/>
                <a:gd name="connsiteX14" fmla="*/ 399233 w 606662"/>
                <a:gd name="connsiteY14" fmla="*/ 1101677 h 1245049"/>
                <a:gd name="connsiteX15" fmla="*/ 384943 w 606662"/>
                <a:gd name="connsiteY15" fmla="*/ 1108736 h 1245049"/>
                <a:gd name="connsiteX16" fmla="*/ 384943 w 606662"/>
                <a:gd name="connsiteY16" fmla="*/ 1092832 h 1245049"/>
                <a:gd name="connsiteX17" fmla="*/ 385368 w 606662"/>
                <a:gd name="connsiteY17" fmla="*/ 1092832 h 1245049"/>
                <a:gd name="connsiteX18" fmla="*/ 385368 w 606662"/>
                <a:gd name="connsiteY18" fmla="*/ 892709 h 1245049"/>
                <a:gd name="connsiteX19" fmla="*/ 538969 w 606662"/>
                <a:gd name="connsiteY19" fmla="*/ 693182 h 1245049"/>
                <a:gd name="connsiteX20" fmla="*/ 384943 w 606662"/>
                <a:gd name="connsiteY20" fmla="*/ 500799 h 1245049"/>
                <a:gd name="connsiteX21" fmla="*/ 384943 w 606662"/>
                <a:gd name="connsiteY21" fmla="*/ 329508 h 1245049"/>
                <a:gd name="connsiteX22" fmla="*/ 158030 w 606662"/>
                <a:gd name="connsiteY22" fmla="*/ 329508 h 1245049"/>
                <a:gd name="connsiteX23" fmla="*/ 158030 w 606662"/>
                <a:gd name="connsiteY23" fmla="*/ 380538 h 1245049"/>
                <a:gd name="connsiteX24" fmla="*/ 107425 w 606662"/>
                <a:gd name="connsiteY24" fmla="*/ 268697 h 1245049"/>
                <a:gd name="connsiteX25" fmla="*/ 299128 w 606662"/>
                <a:gd name="connsiteY25" fmla="*/ 122156 h 1245049"/>
                <a:gd name="connsiteX26" fmla="*/ 308398 w 606662"/>
                <a:gd name="connsiteY26" fmla="*/ 122156 h 1245049"/>
                <a:gd name="connsiteX27" fmla="*/ 374907 w 606662"/>
                <a:gd name="connsiteY27" fmla="*/ 126834 h 1245049"/>
                <a:gd name="connsiteX28" fmla="*/ 502482 w 606662"/>
                <a:gd name="connsiteY28" fmla="*/ 116968 h 1245049"/>
                <a:gd name="connsiteX29" fmla="*/ 514644 w 606662"/>
                <a:gd name="connsiteY29" fmla="*/ 110674 h 1245049"/>
                <a:gd name="connsiteX30" fmla="*/ 581664 w 606662"/>
                <a:gd name="connsiteY30" fmla="*/ 171655 h 1245049"/>
                <a:gd name="connsiteX31" fmla="*/ 580728 w 606662"/>
                <a:gd name="connsiteY31" fmla="*/ 139421 h 1245049"/>
                <a:gd name="connsiteX32" fmla="*/ 604542 w 606662"/>
                <a:gd name="connsiteY32" fmla="*/ 143929 h 1245049"/>
                <a:gd name="connsiteX33" fmla="*/ 533271 w 606662"/>
                <a:gd name="connsiteY33" fmla="*/ 92899 h 1245049"/>
                <a:gd name="connsiteX34" fmla="*/ 530294 w 606662"/>
                <a:gd name="connsiteY34" fmla="*/ 51820 h 1245049"/>
                <a:gd name="connsiteX35" fmla="*/ 474330 w 606662"/>
                <a:gd name="connsiteY35" fmla="*/ 34810 h 1245049"/>
                <a:gd name="connsiteX36" fmla="*/ 389706 w 606662"/>
                <a:gd name="connsiteY36" fmla="*/ -486 h 1245049"/>
                <a:gd name="connsiteX37" fmla="*/ 244695 w 606662"/>
                <a:gd name="connsiteY37" fmla="*/ 15078 h 1245049"/>
                <a:gd name="connsiteX38" fmla="*/ 235341 w 606662"/>
                <a:gd name="connsiteY38" fmla="*/ 16184 h 1245049"/>
                <a:gd name="connsiteX39" fmla="*/ -2120 w 606662"/>
                <a:gd name="connsiteY39" fmla="*/ 269122 h 1245049"/>
                <a:gd name="connsiteX40" fmla="*/ 87778 w 606662"/>
                <a:gd name="connsiteY40" fmla="*/ 465248 h 1245049"/>
                <a:gd name="connsiteX41" fmla="*/ 158541 w 606662"/>
                <a:gd name="connsiteY41" fmla="*/ 1123705 h 1245049"/>
                <a:gd name="connsiteX42" fmla="*/ 133536 w 606662"/>
                <a:gd name="connsiteY42" fmla="*/ 1105674 h 1245049"/>
                <a:gd name="connsiteX43" fmla="*/ 110571 w 606662"/>
                <a:gd name="connsiteY43" fmla="*/ 1054644 h 1245049"/>
                <a:gd name="connsiteX44" fmla="*/ 158541 w 606662"/>
                <a:gd name="connsiteY44" fmla="*/ 989496 h 1245049"/>
                <a:gd name="connsiteX45" fmla="*/ 385453 w 606662"/>
                <a:gd name="connsiteY45" fmla="*/ 627693 h 1245049"/>
                <a:gd name="connsiteX46" fmla="*/ 427978 w 606662"/>
                <a:gd name="connsiteY46" fmla="*/ 693182 h 1245049"/>
                <a:gd name="connsiteX47" fmla="*/ 386049 w 606662"/>
                <a:gd name="connsiteY47" fmla="*/ 763858 h 1245049"/>
                <a:gd name="connsiteX48" fmla="*/ 386049 w 606662"/>
                <a:gd name="connsiteY48" fmla="*/ 715465 h 1245049"/>
                <a:gd name="connsiteX49" fmla="*/ 385624 w 606662"/>
                <a:gd name="connsiteY49" fmla="*/ 715465 h 124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06662" h="1245049">
                  <a:moveTo>
                    <a:pt x="87778" y="465248"/>
                  </a:moveTo>
                  <a:cubicBezTo>
                    <a:pt x="109467" y="485643"/>
                    <a:pt x="133196" y="503792"/>
                    <a:pt x="158541" y="519425"/>
                  </a:cubicBezTo>
                  <a:lnTo>
                    <a:pt x="158541" y="864813"/>
                  </a:lnTo>
                  <a:cubicBezTo>
                    <a:pt x="74851" y="902575"/>
                    <a:pt x="-1099" y="955901"/>
                    <a:pt x="-1099" y="1054985"/>
                  </a:cubicBezTo>
                  <a:cubicBezTo>
                    <a:pt x="-1354" y="1104815"/>
                    <a:pt x="19398" y="1152452"/>
                    <a:pt x="56140" y="1186132"/>
                  </a:cubicBezTo>
                  <a:cubicBezTo>
                    <a:pt x="84547" y="1212778"/>
                    <a:pt x="119927" y="1230749"/>
                    <a:pt x="158200" y="1237927"/>
                  </a:cubicBezTo>
                  <a:lnTo>
                    <a:pt x="158200" y="1244391"/>
                  </a:lnTo>
                  <a:lnTo>
                    <a:pt x="385113" y="1244391"/>
                  </a:lnTo>
                  <a:lnTo>
                    <a:pt x="385113" y="1214623"/>
                  </a:lnTo>
                  <a:cubicBezTo>
                    <a:pt x="395914" y="1210635"/>
                    <a:pt x="406375" y="1205770"/>
                    <a:pt x="416328" y="1200080"/>
                  </a:cubicBezTo>
                  <a:cubicBezTo>
                    <a:pt x="449837" y="1179838"/>
                    <a:pt x="506905" y="1137228"/>
                    <a:pt x="509883" y="1088069"/>
                  </a:cubicBezTo>
                  <a:cubicBezTo>
                    <a:pt x="513199" y="1036018"/>
                    <a:pt x="471693" y="1010844"/>
                    <a:pt x="440566" y="1005145"/>
                  </a:cubicBezTo>
                  <a:cubicBezTo>
                    <a:pt x="424577" y="1002551"/>
                    <a:pt x="408331" y="1001216"/>
                    <a:pt x="392088" y="1001148"/>
                  </a:cubicBezTo>
                  <a:lnTo>
                    <a:pt x="392088" y="1047245"/>
                  </a:lnTo>
                  <a:cubicBezTo>
                    <a:pt x="422789" y="1045969"/>
                    <a:pt x="455875" y="1071569"/>
                    <a:pt x="399233" y="1101677"/>
                  </a:cubicBezTo>
                  <a:cubicBezTo>
                    <a:pt x="394554" y="1104144"/>
                    <a:pt x="389791" y="1106440"/>
                    <a:pt x="384943" y="1108736"/>
                  </a:cubicBezTo>
                  <a:lnTo>
                    <a:pt x="384943" y="1092832"/>
                  </a:lnTo>
                  <a:lnTo>
                    <a:pt x="385368" y="1092832"/>
                  </a:lnTo>
                  <a:lnTo>
                    <a:pt x="385368" y="892709"/>
                  </a:lnTo>
                  <a:cubicBezTo>
                    <a:pt x="467696" y="852821"/>
                    <a:pt x="538969" y="795837"/>
                    <a:pt x="538969" y="693182"/>
                  </a:cubicBezTo>
                  <a:cubicBezTo>
                    <a:pt x="538969" y="592227"/>
                    <a:pt x="465910" y="538476"/>
                    <a:pt x="384943" y="500799"/>
                  </a:cubicBezTo>
                  <a:lnTo>
                    <a:pt x="384943" y="329508"/>
                  </a:lnTo>
                  <a:lnTo>
                    <a:pt x="158030" y="329508"/>
                  </a:lnTo>
                  <a:lnTo>
                    <a:pt x="158030" y="380538"/>
                  </a:lnTo>
                  <a:cubicBezTo>
                    <a:pt x="127751" y="350260"/>
                    <a:pt x="107425" y="313263"/>
                    <a:pt x="107425" y="268697"/>
                  </a:cubicBezTo>
                  <a:cubicBezTo>
                    <a:pt x="107425" y="171995"/>
                    <a:pt x="171892" y="122666"/>
                    <a:pt x="299128" y="122156"/>
                  </a:cubicBezTo>
                  <a:lnTo>
                    <a:pt x="308398" y="122156"/>
                  </a:lnTo>
                  <a:cubicBezTo>
                    <a:pt x="328045" y="122922"/>
                    <a:pt x="347351" y="124197"/>
                    <a:pt x="374907" y="126834"/>
                  </a:cubicBezTo>
                  <a:cubicBezTo>
                    <a:pt x="415476" y="130831"/>
                    <a:pt x="462339" y="133638"/>
                    <a:pt x="502482" y="116968"/>
                  </a:cubicBezTo>
                  <a:cubicBezTo>
                    <a:pt x="506650" y="115165"/>
                    <a:pt x="510732" y="113056"/>
                    <a:pt x="514644" y="110674"/>
                  </a:cubicBezTo>
                  <a:cubicBezTo>
                    <a:pt x="539650" y="125813"/>
                    <a:pt x="567545" y="146821"/>
                    <a:pt x="581664" y="171655"/>
                  </a:cubicBezTo>
                  <a:lnTo>
                    <a:pt x="580728" y="139421"/>
                  </a:lnTo>
                  <a:lnTo>
                    <a:pt x="604542" y="143929"/>
                  </a:lnTo>
                  <a:cubicBezTo>
                    <a:pt x="604542" y="143929"/>
                    <a:pt x="575796" y="101829"/>
                    <a:pt x="533271" y="92899"/>
                  </a:cubicBezTo>
                  <a:cubicBezTo>
                    <a:pt x="541351" y="80022"/>
                    <a:pt x="540159" y="63404"/>
                    <a:pt x="530294" y="51820"/>
                  </a:cubicBezTo>
                  <a:cubicBezTo>
                    <a:pt x="518303" y="35405"/>
                    <a:pt x="489810" y="36085"/>
                    <a:pt x="474330" y="34810"/>
                  </a:cubicBezTo>
                  <a:cubicBezTo>
                    <a:pt x="446095" y="32088"/>
                    <a:pt x="418113" y="790"/>
                    <a:pt x="389706" y="-486"/>
                  </a:cubicBezTo>
                  <a:cubicBezTo>
                    <a:pt x="332723" y="-2272"/>
                    <a:pt x="291047" y="10315"/>
                    <a:pt x="244695" y="15078"/>
                  </a:cubicBezTo>
                  <a:lnTo>
                    <a:pt x="235341" y="16184"/>
                  </a:lnTo>
                  <a:cubicBezTo>
                    <a:pt x="147143" y="26730"/>
                    <a:pt x="-2120" y="91793"/>
                    <a:pt x="-2120" y="269122"/>
                  </a:cubicBezTo>
                  <a:cubicBezTo>
                    <a:pt x="-1694" y="342351"/>
                    <a:pt x="28414" y="408434"/>
                    <a:pt x="87778" y="465248"/>
                  </a:cubicBezTo>
                  <a:close/>
                  <a:moveTo>
                    <a:pt x="158541" y="1123705"/>
                  </a:moveTo>
                  <a:cubicBezTo>
                    <a:pt x="149440" y="1118848"/>
                    <a:pt x="141020" y="1112785"/>
                    <a:pt x="133536" y="1105674"/>
                  </a:cubicBezTo>
                  <a:cubicBezTo>
                    <a:pt x="118821" y="1092806"/>
                    <a:pt x="110486" y="1074180"/>
                    <a:pt x="110571" y="1054644"/>
                  </a:cubicBezTo>
                  <a:cubicBezTo>
                    <a:pt x="110571" y="1028449"/>
                    <a:pt x="127581" y="1008377"/>
                    <a:pt x="158541" y="989496"/>
                  </a:cubicBezTo>
                  <a:close/>
                  <a:moveTo>
                    <a:pt x="385453" y="627693"/>
                  </a:moveTo>
                  <a:cubicBezTo>
                    <a:pt x="414455" y="647085"/>
                    <a:pt x="427978" y="666901"/>
                    <a:pt x="427978" y="693182"/>
                  </a:cubicBezTo>
                  <a:cubicBezTo>
                    <a:pt x="427978" y="721844"/>
                    <a:pt x="412839" y="744212"/>
                    <a:pt x="386049" y="763858"/>
                  </a:cubicBezTo>
                  <a:lnTo>
                    <a:pt x="386049" y="715465"/>
                  </a:lnTo>
                  <a:lnTo>
                    <a:pt x="385624" y="7154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任意多边形: 形状 307">
              <a:extLst>
                <a:ext uri="{FF2B5EF4-FFF2-40B4-BE49-F238E27FC236}">
                  <a16:creationId xmlns:a16="http://schemas.microsoft.com/office/drawing/2014/main" id="{E778BDEB-2A14-43BB-B134-B57E4C7ACA2B}"/>
                </a:ext>
              </a:extLst>
            </p:cNvPr>
            <p:cNvSpPr/>
            <p:nvPr/>
          </p:nvSpPr>
          <p:spPr>
            <a:xfrm>
              <a:off x="2703444" y="-3949057"/>
              <a:ext cx="154620" cy="152664"/>
            </a:xfrm>
            <a:custGeom>
              <a:avLst/>
              <a:gdLst>
                <a:gd name="connsiteX0" fmla="*/ -2120 w 154620"/>
                <a:gd name="connsiteY0" fmla="*/ 63895 h 152664"/>
                <a:gd name="connsiteX1" fmla="*/ 58264 w 154620"/>
                <a:gd name="connsiteY1" fmla="*/ 152007 h 152664"/>
                <a:gd name="connsiteX2" fmla="*/ 152500 w 154620"/>
                <a:gd name="connsiteY2" fmla="*/ 87454 h 152664"/>
                <a:gd name="connsiteX3" fmla="*/ 92114 w 154620"/>
                <a:gd name="connsiteY3" fmla="*/ -658 h 152664"/>
                <a:gd name="connsiteX4" fmla="*/ 63453 w 154620"/>
                <a:gd name="connsiteY4" fmla="*/ 111608 h 152664"/>
                <a:gd name="connsiteX5" fmla="*/ 37427 w 154620"/>
                <a:gd name="connsiteY5" fmla="*/ 73676 h 152664"/>
                <a:gd name="connsiteX6" fmla="*/ 86672 w 154620"/>
                <a:gd name="connsiteY6" fmla="*/ 39656 h 152664"/>
                <a:gd name="connsiteX7" fmla="*/ 112697 w 154620"/>
                <a:gd name="connsiteY7" fmla="*/ 77503 h 152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620" h="152664">
                  <a:moveTo>
                    <a:pt x="-2120" y="63895"/>
                  </a:moveTo>
                  <a:lnTo>
                    <a:pt x="58264" y="152007"/>
                  </a:lnTo>
                  <a:lnTo>
                    <a:pt x="152500" y="87454"/>
                  </a:lnTo>
                  <a:lnTo>
                    <a:pt x="92114" y="-658"/>
                  </a:lnTo>
                  <a:close/>
                  <a:moveTo>
                    <a:pt x="63453" y="111608"/>
                  </a:moveTo>
                  <a:lnTo>
                    <a:pt x="37427" y="73676"/>
                  </a:lnTo>
                  <a:lnTo>
                    <a:pt x="86672" y="39656"/>
                  </a:lnTo>
                  <a:lnTo>
                    <a:pt x="112697" y="775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任意多边形: 形状 308">
              <a:extLst>
                <a:ext uri="{FF2B5EF4-FFF2-40B4-BE49-F238E27FC236}">
                  <a16:creationId xmlns:a16="http://schemas.microsoft.com/office/drawing/2014/main" id="{092FBE9A-1767-4625-BEF8-644DB91405D9}"/>
                </a:ext>
              </a:extLst>
            </p:cNvPr>
            <p:cNvSpPr/>
            <p:nvPr/>
          </p:nvSpPr>
          <p:spPr>
            <a:xfrm>
              <a:off x="2519820" y="-4059792"/>
              <a:ext cx="269352" cy="326421"/>
            </a:xfrm>
            <a:custGeom>
              <a:avLst/>
              <a:gdLst>
                <a:gd name="connsiteX0" fmla="*/ 177166 w 269352"/>
                <a:gd name="connsiteY0" fmla="*/ 163573 h 326421"/>
                <a:gd name="connsiteX1" fmla="*/ 173422 w 269352"/>
                <a:gd name="connsiteY1" fmla="*/ 98510 h 326421"/>
                <a:gd name="connsiteX2" fmla="*/ 176144 w 269352"/>
                <a:gd name="connsiteY2" fmla="*/ 97745 h 326421"/>
                <a:gd name="connsiteX3" fmla="*/ 209400 w 269352"/>
                <a:gd name="connsiteY3" fmla="*/ 146223 h 326421"/>
                <a:gd name="connsiteX4" fmla="*/ 232789 w 269352"/>
                <a:gd name="connsiteY4" fmla="*/ 130149 h 326421"/>
                <a:gd name="connsiteX5" fmla="*/ 203107 w 269352"/>
                <a:gd name="connsiteY5" fmla="*/ 86858 h 326421"/>
                <a:gd name="connsiteX6" fmla="*/ 221051 w 269352"/>
                <a:gd name="connsiteY6" fmla="*/ 77162 h 326421"/>
                <a:gd name="connsiteX7" fmla="*/ 244780 w 269352"/>
                <a:gd name="connsiteY7" fmla="*/ 111863 h 326421"/>
                <a:gd name="connsiteX8" fmla="*/ 267233 w 269352"/>
                <a:gd name="connsiteY8" fmla="*/ 96469 h 326421"/>
                <a:gd name="connsiteX9" fmla="*/ 221817 w 269352"/>
                <a:gd name="connsiteY9" fmla="*/ 30300 h 326421"/>
                <a:gd name="connsiteX10" fmla="*/ 238316 w 269352"/>
                <a:gd name="connsiteY10" fmla="*/ 26983 h 326421"/>
                <a:gd name="connsiteX11" fmla="*/ 227685 w 269352"/>
                <a:gd name="connsiteY11" fmla="*/ 277 h 326421"/>
                <a:gd name="connsiteX12" fmla="*/ 165173 w 269352"/>
                <a:gd name="connsiteY12" fmla="*/ -658 h 326421"/>
                <a:gd name="connsiteX13" fmla="*/ 158370 w 269352"/>
                <a:gd name="connsiteY13" fmla="*/ 21710 h 326421"/>
                <a:gd name="connsiteX14" fmla="*/ 150970 w 269352"/>
                <a:gd name="connsiteY14" fmla="*/ 10823 h 326421"/>
                <a:gd name="connsiteX15" fmla="*/ 127581 w 269352"/>
                <a:gd name="connsiteY15" fmla="*/ 26898 h 326421"/>
                <a:gd name="connsiteX16" fmla="*/ 157774 w 269352"/>
                <a:gd name="connsiteY16" fmla="*/ 70869 h 326421"/>
                <a:gd name="connsiteX17" fmla="*/ 84375 w 269352"/>
                <a:gd name="connsiteY17" fmla="*/ 48841 h 326421"/>
                <a:gd name="connsiteX18" fmla="*/ 75276 w 269352"/>
                <a:gd name="connsiteY18" fmla="*/ 80394 h 326421"/>
                <a:gd name="connsiteX19" fmla="*/ 98069 w 269352"/>
                <a:gd name="connsiteY19" fmla="*/ 91961 h 326421"/>
                <a:gd name="connsiteX20" fmla="*/ -2120 w 269352"/>
                <a:gd name="connsiteY20" fmla="*/ 160512 h 326421"/>
                <a:gd name="connsiteX21" fmla="*/ 15571 w 269352"/>
                <a:gd name="connsiteY21" fmla="*/ 186027 h 326421"/>
                <a:gd name="connsiteX22" fmla="*/ 24670 w 269352"/>
                <a:gd name="connsiteY22" fmla="*/ 179818 h 326421"/>
                <a:gd name="connsiteX23" fmla="*/ 102577 w 269352"/>
                <a:gd name="connsiteY23" fmla="*/ 293444 h 326421"/>
                <a:gd name="connsiteX24" fmla="*/ 93476 w 269352"/>
                <a:gd name="connsiteY24" fmla="*/ 299738 h 326421"/>
                <a:gd name="connsiteX25" fmla="*/ 111422 w 269352"/>
                <a:gd name="connsiteY25" fmla="*/ 325764 h 326421"/>
                <a:gd name="connsiteX26" fmla="*/ 217480 w 269352"/>
                <a:gd name="connsiteY26" fmla="*/ 253131 h 326421"/>
                <a:gd name="connsiteX27" fmla="*/ 152671 w 269352"/>
                <a:gd name="connsiteY27" fmla="*/ 158640 h 326421"/>
                <a:gd name="connsiteX28" fmla="*/ 190858 w 269352"/>
                <a:gd name="connsiteY28" fmla="*/ 33107 h 326421"/>
                <a:gd name="connsiteX29" fmla="*/ 204467 w 269352"/>
                <a:gd name="connsiteY29" fmla="*/ 53008 h 326421"/>
                <a:gd name="connsiteX30" fmla="*/ 186265 w 269352"/>
                <a:gd name="connsiteY30" fmla="*/ 62279 h 326421"/>
                <a:gd name="connsiteX31" fmla="*/ 164323 w 269352"/>
                <a:gd name="connsiteY31" fmla="*/ 30300 h 326421"/>
                <a:gd name="connsiteX32" fmla="*/ 190858 w 269352"/>
                <a:gd name="connsiteY32" fmla="*/ 32681 h 326421"/>
                <a:gd name="connsiteX33" fmla="*/ 148759 w 269352"/>
                <a:gd name="connsiteY33" fmla="*/ 103103 h 326421"/>
                <a:gd name="connsiteX34" fmla="*/ 147313 w 269352"/>
                <a:gd name="connsiteY34" fmla="*/ 151156 h 326421"/>
                <a:gd name="connsiteX35" fmla="*/ 109890 w 269352"/>
                <a:gd name="connsiteY35" fmla="*/ 96469 h 326421"/>
                <a:gd name="connsiteX36" fmla="*/ 148929 w 269352"/>
                <a:gd name="connsiteY36" fmla="*/ 102677 h 326421"/>
                <a:gd name="connsiteX37" fmla="*/ 125285 w 269352"/>
                <a:gd name="connsiteY37" fmla="*/ 278306 h 326421"/>
                <a:gd name="connsiteX38" fmla="*/ 47294 w 269352"/>
                <a:gd name="connsiteY38" fmla="*/ 164594 h 326421"/>
                <a:gd name="connsiteX39" fmla="*/ 61582 w 269352"/>
                <a:gd name="connsiteY39" fmla="*/ 154813 h 326421"/>
                <a:gd name="connsiteX40" fmla="*/ 139572 w 269352"/>
                <a:gd name="connsiteY40" fmla="*/ 268525 h 326421"/>
                <a:gd name="connsiteX41" fmla="*/ 176996 w 269352"/>
                <a:gd name="connsiteY41" fmla="*/ 242925 h 326421"/>
                <a:gd name="connsiteX42" fmla="*/ 161686 w 269352"/>
                <a:gd name="connsiteY42" fmla="*/ 253386 h 326421"/>
                <a:gd name="connsiteX43" fmla="*/ 83781 w 269352"/>
                <a:gd name="connsiteY43" fmla="*/ 139674 h 326421"/>
                <a:gd name="connsiteX44" fmla="*/ 99003 w 269352"/>
                <a:gd name="connsiteY44" fmla="*/ 129213 h 326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9352" h="326421">
                  <a:moveTo>
                    <a:pt x="177166" y="163573"/>
                  </a:moveTo>
                  <a:cubicBezTo>
                    <a:pt x="177760" y="141817"/>
                    <a:pt x="176485" y="120053"/>
                    <a:pt x="173422" y="98510"/>
                  </a:cubicBezTo>
                  <a:lnTo>
                    <a:pt x="176144" y="97745"/>
                  </a:lnTo>
                  <a:lnTo>
                    <a:pt x="209400" y="146223"/>
                  </a:lnTo>
                  <a:lnTo>
                    <a:pt x="232789" y="130149"/>
                  </a:lnTo>
                  <a:lnTo>
                    <a:pt x="203107" y="86858"/>
                  </a:lnTo>
                  <a:cubicBezTo>
                    <a:pt x="209060" y="83881"/>
                    <a:pt x="214757" y="80649"/>
                    <a:pt x="221051" y="77162"/>
                  </a:cubicBezTo>
                  <a:lnTo>
                    <a:pt x="244780" y="111863"/>
                  </a:lnTo>
                  <a:lnTo>
                    <a:pt x="267233" y="96469"/>
                  </a:lnTo>
                  <a:lnTo>
                    <a:pt x="221817" y="30300"/>
                  </a:lnTo>
                  <a:cubicBezTo>
                    <a:pt x="227089" y="29534"/>
                    <a:pt x="232704" y="28259"/>
                    <a:pt x="238316" y="26983"/>
                  </a:cubicBezTo>
                  <a:lnTo>
                    <a:pt x="227685" y="277"/>
                  </a:lnTo>
                  <a:cubicBezTo>
                    <a:pt x="207019" y="4249"/>
                    <a:pt x="185756" y="3934"/>
                    <a:pt x="165173" y="-658"/>
                  </a:cubicBezTo>
                  <a:lnTo>
                    <a:pt x="158370" y="21710"/>
                  </a:lnTo>
                  <a:lnTo>
                    <a:pt x="150970" y="10823"/>
                  </a:lnTo>
                  <a:lnTo>
                    <a:pt x="127581" y="26898"/>
                  </a:lnTo>
                  <a:lnTo>
                    <a:pt x="157774" y="70869"/>
                  </a:lnTo>
                  <a:cubicBezTo>
                    <a:pt x="137276" y="73760"/>
                    <a:pt x="112697" y="66361"/>
                    <a:pt x="84375" y="48841"/>
                  </a:cubicBezTo>
                  <a:lnTo>
                    <a:pt x="75276" y="80394"/>
                  </a:lnTo>
                  <a:cubicBezTo>
                    <a:pt x="82845" y="84562"/>
                    <a:pt x="90584" y="88389"/>
                    <a:pt x="98069" y="91961"/>
                  </a:cubicBezTo>
                  <a:lnTo>
                    <a:pt x="-2120" y="160512"/>
                  </a:lnTo>
                  <a:lnTo>
                    <a:pt x="15571" y="186027"/>
                  </a:lnTo>
                  <a:lnTo>
                    <a:pt x="24670" y="179818"/>
                  </a:lnTo>
                  <a:lnTo>
                    <a:pt x="102577" y="293444"/>
                  </a:lnTo>
                  <a:lnTo>
                    <a:pt x="93476" y="299738"/>
                  </a:lnTo>
                  <a:lnTo>
                    <a:pt x="111422" y="325764"/>
                  </a:lnTo>
                  <a:lnTo>
                    <a:pt x="217480" y="253131"/>
                  </a:lnTo>
                  <a:lnTo>
                    <a:pt x="152671" y="158640"/>
                  </a:lnTo>
                  <a:close/>
                  <a:moveTo>
                    <a:pt x="190858" y="33107"/>
                  </a:moveTo>
                  <a:lnTo>
                    <a:pt x="204467" y="53008"/>
                  </a:lnTo>
                  <a:cubicBezTo>
                    <a:pt x="198258" y="56580"/>
                    <a:pt x="192305" y="59557"/>
                    <a:pt x="186265" y="62279"/>
                  </a:cubicBezTo>
                  <a:lnTo>
                    <a:pt x="164323" y="30300"/>
                  </a:lnTo>
                  <a:cubicBezTo>
                    <a:pt x="173084" y="31865"/>
                    <a:pt x="181927" y="32664"/>
                    <a:pt x="190858" y="32681"/>
                  </a:cubicBezTo>
                  <a:close/>
                  <a:moveTo>
                    <a:pt x="148759" y="103103"/>
                  </a:moveTo>
                  <a:cubicBezTo>
                    <a:pt x="149610" y="119135"/>
                    <a:pt x="149099" y="135209"/>
                    <a:pt x="147313" y="151156"/>
                  </a:cubicBezTo>
                  <a:lnTo>
                    <a:pt x="109890" y="96469"/>
                  </a:lnTo>
                  <a:cubicBezTo>
                    <a:pt x="122477" y="100670"/>
                    <a:pt x="135661" y="102763"/>
                    <a:pt x="148929" y="102677"/>
                  </a:cubicBezTo>
                  <a:close/>
                  <a:moveTo>
                    <a:pt x="125285" y="278306"/>
                  </a:moveTo>
                  <a:lnTo>
                    <a:pt x="47294" y="164594"/>
                  </a:lnTo>
                  <a:lnTo>
                    <a:pt x="61582" y="154813"/>
                  </a:lnTo>
                  <a:lnTo>
                    <a:pt x="139572" y="268525"/>
                  </a:lnTo>
                  <a:close/>
                  <a:moveTo>
                    <a:pt x="176996" y="242925"/>
                  </a:moveTo>
                  <a:lnTo>
                    <a:pt x="161686" y="253386"/>
                  </a:lnTo>
                  <a:lnTo>
                    <a:pt x="83781" y="139674"/>
                  </a:lnTo>
                  <a:lnTo>
                    <a:pt x="99003" y="12921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任意多边形: 形状 309">
              <a:extLst>
                <a:ext uri="{FF2B5EF4-FFF2-40B4-BE49-F238E27FC236}">
                  <a16:creationId xmlns:a16="http://schemas.microsoft.com/office/drawing/2014/main" id="{02ED4C5D-0595-4B1E-B8FE-FB3DD3BD9222}"/>
                </a:ext>
              </a:extLst>
            </p:cNvPr>
            <p:cNvSpPr/>
            <p:nvPr/>
          </p:nvSpPr>
          <p:spPr>
            <a:xfrm>
              <a:off x="2963696" y="-3648320"/>
              <a:ext cx="296996" cy="283131"/>
            </a:xfrm>
            <a:custGeom>
              <a:avLst/>
              <a:gdLst>
                <a:gd name="connsiteX0" fmla="*/ 267488 w 296996"/>
                <a:gd name="connsiteY0" fmla="*/ 106930 h 283131"/>
                <a:gd name="connsiteX1" fmla="*/ 243165 w 296996"/>
                <a:gd name="connsiteY1" fmla="*/ 88559 h 283131"/>
                <a:gd name="connsiteX2" fmla="*/ 234660 w 296996"/>
                <a:gd name="connsiteY2" fmla="*/ 99531 h 283131"/>
                <a:gd name="connsiteX3" fmla="*/ 201406 w 296996"/>
                <a:gd name="connsiteY3" fmla="*/ 74016 h 283131"/>
                <a:gd name="connsiteX4" fmla="*/ 188393 w 296996"/>
                <a:gd name="connsiteY4" fmla="*/ 91026 h 283131"/>
                <a:gd name="connsiteX5" fmla="*/ 221732 w 296996"/>
                <a:gd name="connsiteY5" fmla="*/ 116541 h 283131"/>
                <a:gd name="connsiteX6" fmla="*/ 215268 w 296996"/>
                <a:gd name="connsiteY6" fmla="*/ 125046 h 283131"/>
                <a:gd name="connsiteX7" fmla="*/ 185756 w 296996"/>
                <a:gd name="connsiteY7" fmla="*/ 102763 h 283131"/>
                <a:gd name="connsiteX8" fmla="*/ 172828 w 296996"/>
                <a:gd name="connsiteY8" fmla="*/ 119773 h 283131"/>
                <a:gd name="connsiteX9" fmla="*/ 202255 w 296996"/>
                <a:gd name="connsiteY9" fmla="*/ 142140 h 283131"/>
                <a:gd name="connsiteX10" fmla="*/ 195621 w 296996"/>
                <a:gd name="connsiteY10" fmla="*/ 150645 h 283131"/>
                <a:gd name="connsiteX11" fmla="*/ 161176 w 296996"/>
                <a:gd name="connsiteY11" fmla="*/ 124535 h 283131"/>
                <a:gd name="connsiteX12" fmla="*/ 148165 w 296996"/>
                <a:gd name="connsiteY12" fmla="*/ 141545 h 283131"/>
                <a:gd name="connsiteX13" fmla="*/ 182693 w 296996"/>
                <a:gd name="connsiteY13" fmla="*/ 167655 h 283131"/>
                <a:gd name="connsiteX14" fmla="*/ 175465 w 296996"/>
                <a:gd name="connsiteY14" fmla="*/ 177181 h 283131"/>
                <a:gd name="connsiteX15" fmla="*/ 102747 w 296996"/>
                <a:gd name="connsiteY15" fmla="*/ 122069 h 283131"/>
                <a:gd name="connsiteX16" fmla="*/ 109892 w 296996"/>
                <a:gd name="connsiteY16" fmla="*/ 112543 h 283131"/>
                <a:gd name="connsiteX17" fmla="*/ 141275 w 296996"/>
                <a:gd name="connsiteY17" fmla="*/ 136272 h 283131"/>
                <a:gd name="connsiteX18" fmla="*/ 154288 w 296996"/>
                <a:gd name="connsiteY18" fmla="*/ 119262 h 283131"/>
                <a:gd name="connsiteX19" fmla="*/ 122820 w 296996"/>
                <a:gd name="connsiteY19" fmla="*/ 95533 h 283131"/>
                <a:gd name="connsiteX20" fmla="*/ 129537 w 296996"/>
                <a:gd name="connsiteY20" fmla="*/ 87028 h 283131"/>
                <a:gd name="connsiteX21" fmla="*/ 157604 w 296996"/>
                <a:gd name="connsiteY21" fmla="*/ 108291 h 283131"/>
                <a:gd name="connsiteX22" fmla="*/ 170532 w 296996"/>
                <a:gd name="connsiteY22" fmla="*/ 91281 h 283131"/>
                <a:gd name="connsiteX23" fmla="*/ 142465 w 296996"/>
                <a:gd name="connsiteY23" fmla="*/ 70103 h 283131"/>
                <a:gd name="connsiteX24" fmla="*/ 148929 w 296996"/>
                <a:gd name="connsiteY24" fmla="*/ 61598 h 283131"/>
                <a:gd name="connsiteX25" fmla="*/ 180567 w 296996"/>
                <a:gd name="connsiteY25" fmla="*/ 85497 h 283131"/>
                <a:gd name="connsiteX26" fmla="*/ 193495 w 296996"/>
                <a:gd name="connsiteY26" fmla="*/ 68487 h 283131"/>
                <a:gd name="connsiteX27" fmla="*/ 161857 w 296996"/>
                <a:gd name="connsiteY27" fmla="*/ 44503 h 283131"/>
                <a:gd name="connsiteX28" fmla="*/ 170362 w 296996"/>
                <a:gd name="connsiteY28" fmla="*/ 33617 h 283131"/>
                <a:gd name="connsiteX29" fmla="*/ 146038 w 296996"/>
                <a:gd name="connsiteY29" fmla="*/ 15246 h 283131"/>
                <a:gd name="connsiteX30" fmla="*/ 137533 w 296996"/>
                <a:gd name="connsiteY30" fmla="*/ 26132 h 283131"/>
                <a:gd name="connsiteX31" fmla="*/ 102066 w 296996"/>
                <a:gd name="connsiteY31" fmla="*/ -658 h 283131"/>
                <a:gd name="connsiteX32" fmla="*/ 89138 w 296996"/>
                <a:gd name="connsiteY32" fmla="*/ 16352 h 283131"/>
                <a:gd name="connsiteX33" fmla="*/ 124606 w 296996"/>
                <a:gd name="connsiteY33" fmla="*/ 43142 h 283131"/>
                <a:gd name="connsiteX34" fmla="*/ 118142 w 296996"/>
                <a:gd name="connsiteY34" fmla="*/ 51647 h 283131"/>
                <a:gd name="connsiteX35" fmla="*/ 86927 w 296996"/>
                <a:gd name="connsiteY35" fmla="*/ 28003 h 283131"/>
                <a:gd name="connsiteX36" fmla="*/ 73999 w 296996"/>
                <a:gd name="connsiteY36" fmla="*/ 45013 h 283131"/>
                <a:gd name="connsiteX37" fmla="*/ 105129 w 296996"/>
                <a:gd name="connsiteY37" fmla="*/ 68572 h 283131"/>
                <a:gd name="connsiteX38" fmla="*/ 98495 w 296996"/>
                <a:gd name="connsiteY38" fmla="*/ 77077 h 283131"/>
                <a:gd name="connsiteX39" fmla="*/ 58522 w 296996"/>
                <a:gd name="connsiteY39" fmla="*/ 46799 h 283131"/>
                <a:gd name="connsiteX40" fmla="*/ 45594 w 296996"/>
                <a:gd name="connsiteY40" fmla="*/ 63809 h 283131"/>
                <a:gd name="connsiteX41" fmla="*/ 85567 w 296996"/>
                <a:gd name="connsiteY41" fmla="*/ 94002 h 283131"/>
                <a:gd name="connsiteX42" fmla="*/ 78337 w 296996"/>
                <a:gd name="connsiteY42" fmla="*/ 103528 h 283131"/>
                <a:gd name="connsiteX43" fmla="*/ 52822 w 296996"/>
                <a:gd name="connsiteY43" fmla="*/ 84477 h 283131"/>
                <a:gd name="connsiteX44" fmla="*/ 39470 w 296996"/>
                <a:gd name="connsiteY44" fmla="*/ 102082 h 283131"/>
                <a:gd name="connsiteX45" fmla="*/ 184056 w 296996"/>
                <a:gd name="connsiteY45" fmla="*/ 211286 h 283131"/>
                <a:gd name="connsiteX46" fmla="*/ 177251 w 296996"/>
                <a:gd name="connsiteY46" fmla="*/ 220387 h 283131"/>
                <a:gd name="connsiteX47" fmla="*/ 41171 w 296996"/>
                <a:gd name="connsiteY47" fmla="*/ 117816 h 283131"/>
                <a:gd name="connsiteX48" fmla="*/ 28754 w 296996"/>
                <a:gd name="connsiteY48" fmla="*/ 134231 h 283131"/>
                <a:gd name="connsiteX49" fmla="*/ 165345 w 296996"/>
                <a:gd name="connsiteY49" fmla="*/ 237567 h 283131"/>
                <a:gd name="connsiteX50" fmla="*/ 158455 w 296996"/>
                <a:gd name="connsiteY50" fmla="*/ 246582 h 283131"/>
                <a:gd name="connsiteX51" fmla="*/ 11233 w 296996"/>
                <a:gd name="connsiteY51" fmla="*/ 135251 h 283131"/>
                <a:gd name="connsiteX52" fmla="*/ -2120 w 296996"/>
                <a:gd name="connsiteY52" fmla="*/ 152857 h 283131"/>
                <a:gd name="connsiteX53" fmla="*/ 82930 w 296996"/>
                <a:gd name="connsiteY53" fmla="*/ 216985 h 283131"/>
                <a:gd name="connsiteX54" fmla="*/ 65920 w 296996"/>
                <a:gd name="connsiteY54" fmla="*/ 215539 h 283131"/>
                <a:gd name="connsiteX55" fmla="*/ 71958 w 296996"/>
                <a:gd name="connsiteY55" fmla="*/ 258064 h 283131"/>
                <a:gd name="connsiteX56" fmla="*/ 97899 w 296996"/>
                <a:gd name="connsiteY56" fmla="*/ 258999 h 283131"/>
                <a:gd name="connsiteX57" fmla="*/ 91690 w 296996"/>
                <a:gd name="connsiteY57" fmla="*/ 223618 h 283131"/>
                <a:gd name="connsiteX58" fmla="*/ 169512 w 296996"/>
                <a:gd name="connsiteY58" fmla="*/ 282473 h 283131"/>
                <a:gd name="connsiteX59" fmla="*/ 222158 w 296996"/>
                <a:gd name="connsiteY59" fmla="*/ 212732 h 283131"/>
                <a:gd name="connsiteX60" fmla="*/ 200555 w 296996"/>
                <a:gd name="connsiteY60" fmla="*/ 196318 h 283131"/>
                <a:gd name="connsiteX61" fmla="*/ 207700 w 296996"/>
                <a:gd name="connsiteY61" fmla="*/ 186877 h 283131"/>
                <a:gd name="connsiteX62" fmla="*/ 246226 w 296996"/>
                <a:gd name="connsiteY62" fmla="*/ 215964 h 283131"/>
                <a:gd name="connsiteX63" fmla="*/ 259238 w 296996"/>
                <a:gd name="connsiteY63" fmla="*/ 198954 h 283131"/>
                <a:gd name="connsiteX64" fmla="*/ 220627 w 296996"/>
                <a:gd name="connsiteY64" fmla="*/ 169782 h 283131"/>
                <a:gd name="connsiteX65" fmla="*/ 227345 w 296996"/>
                <a:gd name="connsiteY65" fmla="*/ 161277 h 283131"/>
                <a:gd name="connsiteX66" fmla="*/ 257538 w 296996"/>
                <a:gd name="connsiteY66" fmla="*/ 184155 h 283131"/>
                <a:gd name="connsiteX67" fmla="*/ 270466 w 296996"/>
                <a:gd name="connsiteY67" fmla="*/ 167145 h 283131"/>
                <a:gd name="connsiteX68" fmla="*/ 240272 w 296996"/>
                <a:gd name="connsiteY68" fmla="*/ 144267 h 283131"/>
                <a:gd name="connsiteX69" fmla="*/ 246736 w 296996"/>
                <a:gd name="connsiteY69" fmla="*/ 135762 h 283131"/>
                <a:gd name="connsiteX70" fmla="*/ 281948 w 296996"/>
                <a:gd name="connsiteY70" fmla="*/ 162468 h 283131"/>
                <a:gd name="connsiteX71" fmla="*/ 294876 w 296996"/>
                <a:gd name="connsiteY71" fmla="*/ 145458 h 283131"/>
                <a:gd name="connsiteX72" fmla="*/ 259664 w 296996"/>
                <a:gd name="connsiteY72" fmla="*/ 118837 h 28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96996" h="283131">
                  <a:moveTo>
                    <a:pt x="267488" y="106930"/>
                  </a:moveTo>
                  <a:lnTo>
                    <a:pt x="243165" y="88559"/>
                  </a:lnTo>
                  <a:lnTo>
                    <a:pt x="234660" y="99531"/>
                  </a:lnTo>
                  <a:lnTo>
                    <a:pt x="201406" y="74016"/>
                  </a:lnTo>
                  <a:lnTo>
                    <a:pt x="188393" y="91026"/>
                  </a:lnTo>
                  <a:lnTo>
                    <a:pt x="221732" y="116541"/>
                  </a:lnTo>
                  <a:lnTo>
                    <a:pt x="215268" y="125046"/>
                  </a:lnTo>
                  <a:lnTo>
                    <a:pt x="185756" y="102763"/>
                  </a:lnTo>
                  <a:lnTo>
                    <a:pt x="172828" y="119773"/>
                  </a:lnTo>
                  <a:lnTo>
                    <a:pt x="202255" y="142140"/>
                  </a:lnTo>
                  <a:lnTo>
                    <a:pt x="195621" y="150645"/>
                  </a:lnTo>
                  <a:lnTo>
                    <a:pt x="161176" y="124535"/>
                  </a:lnTo>
                  <a:lnTo>
                    <a:pt x="148165" y="141545"/>
                  </a:lnTo>
                  <a:lnTo>
                    <a:pt x="182693" y="167655"/>
                  </a:lnTo>
                  <a:lnTo>
                    <a:pt x="175465" y="177181"/>
                  </a:lnTo>
                  <a:lnTo>
                    <a:pt x="102747" y="122069"/>
                  </a:lnTo>
                  <a:lnTo>
                    <a:pt x="109892" y="112543"/>
                  </a:lnTo>
                  <a:lnTo>
                    <a:pt x="141275" y="136272"/>
                  </a:lnTo>
                  <a:lnTo>
                    <a:pt x="154288" y="119262"/>
                  </a:lnTo>
                  <a:lnTo>
                    <a:pt x="122820" y="95533"/>
                  </a:lnTo>
                  <a:lnTo>
                    <a:pt x="129537" y="87028"/>
                  </a:lnTo>
                  <a:lnTo>
                    <a:pt x="157604" y="108291"/>
                  </a:lnTo>
                  <a:lnTo>
                    <a:pt x="170532" y="91281"/>
                  </a:lnTo>
                  <a:lnTo>
                    <a:pt x="142465" y="70103"/>
                  </a:lnTo>
                  <a:lnTo>
                    <a:pt x="148929" y="61598"/>
                  </a:lnTo>
                  <a:lnTo>
                    <a:pt x="180567" y="85497"/>
                  </a:lnTo>
                  <a:lnTo>
                    <a:pt x="193495" y="68487"/>
                  </a:lnTo>
                  <a:lnTo>
                    <a:pt x="161857" y="44503"/>
                  </a:lnTo>
                  <a:lnTo>
                    <a:pt x="170362" y="33617"/>
                  </a:lnTo>
                  <a:lnTo>
                    <a:pt x="146038" y="15246"/>
                  </a:lnTo>
                  <a:lnTo>
                    <a:pt x="137533" y="26132"/>
                  </a:lnTo>
                  <a:lnTo>
                    <a:pt x="102066" y="-658"/>
                  </a:lnTo>
                  <a:lnTo>
                    <a:pt x="89138" y="16352"/>
                  </a:lnTo>
                  <a:lnTo>
                    <a:pt x="124606" y="43142"/>
                  </a:lnTo>
                  <a:lnTo>
                    <a:pt x="118142" y="51647"/>
                  </a:lnTo>
                  <a:lnTo>
                    <a:pt x="86927" y="28003"/>
                  </a:lnTo>
                  <a:lnTo>
                    <a:pt x="73999" y="45013"/>
                  </a:lnTo>
                  <a:lnTo>
                    <a:pt x="105129" y="68572"/>
                  </a:lnTo>
                  <a:lnTo>
                    <a:pt x="98495" y="77077"/>
                  </a:lnTo>
                  <a:lnTo>
                    <a:pt x="58522" y="46799"/>
                  </a:lnTo>
                  <a:lnTo>
                    <a:pt x="45594" y="63809"/>
                  </a:lnTo>
                  <a:lnTo>
                    <a:pt x="85567" y="94002"/>
                  </a:lnTo>
                  <a:lnTo>
                    <a:pt x="78337" y="103528"/>
                  </a:lnTo>
                  <a:lnTo>
                    <a:pt x="52822" y="84477"/>
                  </a:lnTo>
                  <a:lnTo>
                    <a:pt x="39470" y="102082"/>
                  </a:lnTo>
                  <a:lnTo>
                    <a:pt x="184056" y="211286"/>
                  </a:lnTo>
                  <a:lnTo>
                    <a:pt x="177251" y="220387"/>
                  </a:lnTo>
                  <a:lnTo>
                    <a:pt x="41171" y="117816"/>
                  </a:lnTo>
                  <a:lnTo>
                    <a:pt x="28754" y="134231"/>
                  </a:lnTo>
                  <a:lnTo>
                    <a:pt x="165345" y="237567"/>
                  </a:lnTo>
                  <a:lnTo>
                    <a:pt x="158455" y="246582"/>
                  </a:lnTo>
                  <a:lnTo>
                    <a:pt x="11233" y="135251"/>
                  </a:lnTo>
                  <a:lnTo>
                    <a:pt x="-2120" y="152857"/>
                  </a:lnTo>
                  <a:lnTo>
                    <a:pt x="82930" y="216985"/>
                  </a:lnTo>
                  <a:lnTo>
                    <a:pt x="65920" y="215539"/>
                  </a:lnTo>
                  <a:cubicBezTo>
                    <a:pt x="68897" y="229564"/>
                    <a:pt x="70939" y="243767"/>
                    <a:pt x="71958" y="258064"/>
                  </a:cubicBezTo>
                  <a:lnTo>
                    <a:pt x="97899" y="258999"/>
                  </a:lnTo>
                  <a:cubicBezTo>
                    <a:pt x="96794" y="247058"/>
                    <a:pt x="94753" y="235219"/>
                    <a:pt x="91690" y="223618"/>
                  </a:cubicBezTo>
                  <a:lnTo>
                    <a:pt x="169512" y="282473"/>
                  </a:lnTo>
                  <a:lnTo>
                    <a:pt x="222158" y="212732"/>
                  </a:lnTo>
                  <a:lnTo>
                    <a:pt x="200555" y="196318"/>
                  </a:lnTo>
                  <a:lnTo>
                    <a:pt x="207700" y="186877"/>
                  </a:lnTo>
                  <a:lnTo>
                    <a:pt x="246226" y="215964"/>
                  </a:lnTo>
                  <a:lnTo>
                    <a:pt x="259238" y="198954"/>
                  </a:lnTo>
                  <a:lnTo>
                    <a:pt x="220627" y="169782"/>
                  </a:lnTo>
                  <a:lnTo>
                    <a:pt x="227345" y="161277"/>
                  </a:lnTo>
                  <a:lnTo>
                    <a:pt x="257538" y="184155"/>
                  </a:lnTo>
                  <a:lnTo>
                    <a:pt x="270466" y="167145"/>
                  </a:lnTo>
                  <a:lnTo>
                    <a:pt x="240272" y="144267"/>
                  </a:lnTo>
                  <a:lnTo>
                    <a:pt x="246736" y="135762"/>
                  </a:lnTo>
                  <a:lnTo>
                    <a:pt x="281948" y="162468"/>
                  </a:lnTo>
                  <a:lnTo>
                    <a:pt x="294876" y="145458"/>
                  </a:lnTo>
                  <a:lnTo>
                    <a:pt x="259664" y="11883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任意多边形: 形状 310">
              <a:extLst>
                <a:ext uri="{FF2B5EF4-FFF2-40B4-BE49-F238E27FC236}">
                  <a16:creationId xmlns:a16="http://schemas.microsoft.com/office/drawing/2014/main" id="{84A3A944-27FE-4820-9EBE-35BB8D64008C}"/>
                </a:ext>
              </a:extLst>
            </p:cNvPr>
            <p:cNvSpPr/>
            <p:nvPr/>
          </p:nvSpPr>
          <p:spPr>
            <a:xfrm>
              <a:off x="3104624" y="-3365699"/>
              <a:ext cx="28570" cy="62171"/>
            </a:xfrm>
            <a:custGeom>
              <a:avLst/>
              <a:gdLst>
                <a:gd name="connsiteX0" fmla="*/ -2120 w 28570"/>
                <a:gd name="connsiteY0" fmla="*/ -658 h 62171"/>
                <a:gd name="connsiteX1" fmla="*/ -1524 w 28570"/>
                <a:gd name="connsiteY1" fmla="*/ 60408 h 62171"/>
                <a:gd name="connsiteX2" fmla="*/ 26117 w 28570"/>
                <a:gd name="connsiteY2" fmla="*/ 61513 h 62171"/>
                <a:gd name="connsiteX3" fmla="*/ 23735 w 28570"/>
                <a:gd name="connsiteY3" fmla="*/ 1978 h 6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0" h="62171">
                  <a:moveTo>
                    <a:pt x="-2120" y="-658"/>
                  </a:moveTo>
                  <a:cubicBezTo>
                    <a:pt x="-334" y="19652"/>
                    <a:pt x="-164" y="40072"/>
                    <a:pt x="-1524" y="60408"/>
                  </a:cubicBezTo>
                  <a:lnTo>
                    <a:pt x="26117" y="61513"/>
                  </a:lnTo>
                  <a:cubicBezTo>
                    <a:pt x="26966" y="41637"/>
                    <a:pt x="26202" y="21718"/>
                    <a:pt x="23735" y="19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任意多边形: 形状 311">
              <a:extLst>
                <a:ext uri="{FF2B5EF4-FFF2-40B4-BE49-F238E27FC236}">
                  <a16:creationId xmlns:a16="http://schemas.microsoft.com/office/drawing/2014/main" id="{AF31E6C0-5AEC-4D40-B804-A97C0DF0B7F1}"/>
                </a:ext>
              </a:extLst>
            </p:cNvPr>
            <p:cNvSpPr/>
            <p:nvPr/>
          </p:nvSpPr>
          <p:spPr>
            <a:xfrm>
              <a:off x="2912410" y="-3486725"/>
              <a:ext cx="63449" cy="49584"/>
            </a:xfrm>
            <a:custGeom>
              <a:avLst/>
              <a:gdLst>
                <a:gd name="connsiteX0" fmla="*/ 43468 w 63449"/>
                <a:gd name="connsiteY0" fmla="*/ -658 h 49584"/>
                <a:gd name="connsiteX1" fmla="*/ -2120 w 63449"/>
                <a:gd name="connsiteY1" fmla="*/ 21625 h 49584"/>
                <a:gd name="connsiteX2" fmla="*/ 8258 w 63449"/>
                <a:gd name="connsiteY2" fmla="*/ 48926 h 49584"/>
                <a:gd name="connsiteX3" fmla="*/ 61329 w 63449"/>
                <a:gd name="connsiteY3" fmla="*/ 20264 h 4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49" h="49584">
                  <a:moveTo>
                    <a:pt x="43468" y="-658"/>
                  </a:moveTo>
                  <a:cubicBezTo>
                    <a:pt x="29774" y="9471"/>
                    <a:pt x="14296" y="17023"/>
                    <a:pt x="-2120" y="21625"/>
                  </a:cubicBezTo>
                  <a:lnTo>
                    <a:pt x="8258" y="48926"/>
                  </a:lnTo>
                  <a:cubicBezTo>
                    <a:pt x="27477" y="42428"/>
                    <a:pt x="45338" y="32741"/>
                    <a:pt x="61329" y="2026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任意多边形: 形状 312">
              <a:extLst>
                <a:ext uri="{FF2B5EF4-FFF2-40B4-BE49-F238E27FC236}">
                  <a16:creationId xmlns:a16="http://schemas.microsoft.com/office/drawing/2014/main" id="{C34B8635-5DFC-4BFD-92C4-FD1317EADE11}"/>
                </a:ext>
              </a:extLst>
            </p:cNvPr>
            <p:cNvSpPr/>
            <p:nvPr/>
          </p:nvSpPr>
          <p:spPr>
            <a:xfrm>
              <a:off x="2964656" y="-3462315"/>
              <a:ext cx="135119" cy="126299"/>
            </a:xfrm>
            <a:custGeom>
              <a:avLst/>
              <a:gdLst>
                <a:gd name="connsiteX0" fmla="*/ 97534 w 135119"/>
                <a:gd name="connsiteY0" fmla="*/ 93407 h 126299"/>
                <a:gd name="connsiteX1" fmla="*/ 87243 w 135119"/>
                <a:gd name="connsiteY1" fmla="*/ 90175 h 126299"/>
                <a:gd name="connsiteX2" fmla="*/ 34427 w 135119"/>
                <a:gd name="connsiteY2" fmla="*/ 50202 h 126299"/>
                <a:gd name="connsiteX3" fmla="*/ 31365 w 135119"/>
                <a:gd name="connsiteY3" fmla="*/ 40438 h 126299"/>
                <a:gd name="connsiteX4" fmla="*/ 32640 w 135119"/>
                <a:gd name="connsiteY4" fmla="*/ 38720 h 126299"/>
                <a:gd name="connsiteX5" fmla="*/ 48630 w 135119"/>
                <a:gd name="connsiteY5" fmla="*/ 17542 h 126299"/>
                <a:gd name="connsiteX6" fmla="*/ 24645 w 135119"/>
                <a:gd name="connsiteY6" fmla="*/ -658 h 126299"/>
                <a:gd name="connsiteX7" fmla="*/ 4660 w 135119"/>
                <a:gd name="connsiteY7" fmla="*/ 25792 h 126299"/>
                <a:gd name="connsiteX8" fmla="*/ 12228 w 135119"/>
                <a:gd name="connsiteY8" fmla="*/ 66276 h 126299"/>
                <a:gd name="connsiteX9" fmla="*/ 76186 w 135119"/>
                <a:gd name="connsiteY9" fmla="*/ 114669 h 126299"/>
                <a:gd name="connsiteX10" fmla="*/ 100086 w 135119"/>
                <a:gd name="connsiteY10" fmla="*/ 125641 h 126299"/>
                <a:gd name="connsiteX11" fmla="*/ 132999 w 135119"/>
                <a:gd name="connsiteY11" fmla="*/ 102337 h 126299"/>
                <a:gd name="connsiteX12" fmla="*/ 115989 w 135119"/>
                <a:gd name="connsiteY12" fmla="*/ 78098 h 126299"/>
                <a:gd name="connsiteX13" fmla="*/ 97534 w 135119"/>
                <a:gd name="connsiteY13" fmla="*/ 93407 h 12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119" h="126299">
                  <a:moveTo>
                    <a:pt x="97534" y="93407"/>
                  </a:moveTo>
                  <a:cubicBezTo>
                    <a:pt x="93792" y="93926"/>
                    <a:pt x="90048" y="92744"/>
                    <a:pt x="87243" y="90175"/>
                  </a:cubicBezTo>
                  <a:lnTo>
                    <a:pt x="34427" y="50202"/>
                  </a:lnTo>
                  <a:cubicBezTo>
                    <a:pt x="30854" y="48347"/>
                    <a:pt x="29494" y="43976"/>
                    <a:pt x="31365" y="40438"/>
                  </a:cubicBezTo>
                  <a:cubicBezTo>
                    <a:pt x="31705" y="39808"/>
                    <a:pt x="32131" y="39230"/>
                    <a:pt x="32640" y="38720"/>
                  </a:cubicBezTo>
                  <a:lnTo>
                    <a:pt x="48630" y="17542"/>
                  </a:lnTo>
                  <a:lnTo>
                    <a:pt x="24645" y="-658"/>
                  </a:lnTo>
                  <a:lnTo>
                    <a:pt x="4660" y="25792"/>
                  </a:lnTo>
                  <a:cubicBezTo>
                    <a:pt x="-6482" y="40591"/>
                    <a:pt x="-3845" y="54029"/>
                    <a:pt x="12228" y="66276"/>
                  </a:cubicBezTo>
                  <a:lnTo>
                    <a:pt x="76186" y="114669"/>
                  </a:lnTo>
                  <a:cubicBezTo>
                    <a:pt x="82991" y="120470"/>
                    <a:pt x="91240" y="124263"/>
                    <a:pt x="100086" y="125641"/>
                  </a:cubicBezTo>
                  <a:cubicBezTo>
                    <a:pt x="107058" y="125641"/>
                    <a:pt x="118200" y="118071"/>
                    <a:pt x="132999" y="102337"/>
                  </a:cubicBezTo>
                  <a:lnTo>
                    <a:pt x="115989" y="78098"/>
                  </a:lnTo>
                  <a:cubicBezTo>
                    <a:pt x="107399" y="87453"/>
                    <a:pt x="101276" y="92556"/>
                    <a:pt x="97534" y="93407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任意多边形: 形状 313">
              <a:extLst>
                <a:ext uri="{FF2B5EF4-FFF2-40B4-BE49-F238E27FC236}">
                  <a16:creationId xmlns:a16="http://schemas.microsoft.com/office/drawing/2014/main" id="{BC149784-67D7-4F5B-85A5-8DE188C43C66}"/>
                </a:ext>
              </a:extLst>
            </p:cNvPr>
            <p:cNvSpPr/>
            <p:nvPr/>
          </p:nvSpPr>
          <p:spPr>
            <a:xfrm>
              <a:off x="3452733" y="-3365869"/>
              <a:ext cx="309157" cy="322679"/>
            </a:xfrm>
            <a:custGeom>
              <a:avLst/>
              <a:gdLst>
                <a:gd name="connsiteX0" fmla="*/ 234830 w 309157"/>
                <a:gd name="connsiteY0" fmla="*/ 321676 h 322679"/>
                <a:gd name="connsiteX1" fmla="*/ 244270 w 309157"/>
                <a:gd name="connsiteY1" fmla="*/ 293354 h 322679"/>
                <a:gd name="connsiteX2" fmla="*/ 35982 w 309157"/>
                <a:gd name="connsiteY2" fmla="*/ 223869 h 322679"/>
                <a:gd name="connsiteX3" fmla="*/ 98410 w 309157"/>
                <a:gd name="connsiteY3" fmla="*/ 36503 h 322679"/>
                <a:gd name="connsiteX4" fmla="*/ 297681 w 309157"/>
                <a:gd name="connsiteY4" fmla="*/ 102927 h 322679"/>
                <a:gd name="connsiteX5" fmla="*/ 307038 w 309157"/>
                <a:gd name="connsiteY5" fmla="*/ 74946 h 322679"/>
                <a:gd name="connsiteX6" fmla="*/ 79188 w 309157"/>
                <a:gd name="connsiteY6" fmla="*/ -1003 h 322679"/>
                <a:gd name="connsiteX7" fmla="*/ -2120 w 309157"/>
                <a:gd name="connsiteY7" fmla="*/ 242665 h 32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157" h="322679">
                  <a:moveTo>
                    <a:pt x="234830" y="321676"/>
                  </a:moveTo>
                  <a:lnTo>
                    <a:pt x="244270" y="293354"/>
                  </a:lnTo>
                  <a:lnTo>
                    <a:pt x="35982" y="223869"/>
                  </a:lnTo>
                  <a:lnTo>
                    <a:pt x="98410" y="36503"/>
                  </a:lnTo>
                  <a:lnTo>
                    <a:pt x="297681" y="102927"/>
                  </a:lnTo>
                  <a:lnTo>
                    <a:pt x="307038" y="74946"/>
                  </a:lnTo>
                  <a:lnTo>
                    <a:pt x="79188" y="-1003"/>
                  </a:lnTo>
                  <a:lnTo>
                    <a:pt x="-2120" y="2426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任意多边形: 形状 314">
              <a:extLst>
                <a:ext uri="{FF2B5EF4-FFF2-40B4-BE49-F238E27FC236}">
                  <a16:creationId xmlns:a16="http://schemas.microsoft.com/office/drawing/2014/main" id="{5B2F9265-7E5B-4E1B-A271-E7E165F98F3D}"/>
                </a:ext>
              </a:extLst>
            </p:cNvPr>
            <p:cNvSpPr/>
            <p:nvPr/>
          </p:nvSpPr>
          <p:spPr>
            <a:xfrm>
              <a:off x="3614924" y="-3168127"/>
              <a:ext cx="79352" cy="84029"/>
            </a:xfrm>
            <a:custGeom>
              <a:avLst/>
              <a:gdLst>
                <a:gd name="connsiteX0" fmla="*/ -2120 w 79352"/>
                <a:gd name="connsiteY0" fmla="*/ 16267 h 84029"/>
                <a:gd name="connsiteX1" fmla="*/ 52907 w 79352"/>
                <a:gd name="connsiteY1" fmla="*/ 83371 h 84029"/>
                <a:gd name="connsiteX2" fmla="*/ 77232 w 79352"/>
                <a:gd name="connsiteY2" fmla="*/ 64065 h 84029"/>
                <a:gd name="connsiteX3" fmla="*/ 19909 w 79352"/>
                <a:gd name="connsiteY3" fmla="*/ -658 h 8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52" h="84029">
                  <a:moveTo>
                    <a:pt x="-2120" y="16267"/>
                  </a:moveTo>
                  <a:cubicBezTo>
                    <a:pt x="19142" y="36092"/>
                    <a:pt x="37598" y="58664"/>
                    <a:pt x="52907" y="83371"/>
                  </a:cubicBezTo>
                  <a:lnTo>
                    <a:pt x="77232" y="64065"/>
                  </a:lnTo>
                  <a:cubicBezTo>
                    <a:pt x="60731" y="40336"/>
                    <a:pt x="41426" y="18614"/>
                    <a:pt x="19909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任意多边形: 形状 315">
              <a:extLst>
                <a:ext uri="{FF2B5EF4-FFF2-40B4-BE49-F238E27FC236}">
                  <a16:creationId xmlns:a16="http://schemas.microsoft.com/office/drawing/2014/main" id="{D34E545A-5EE9-447E-B5FB-64359C6E7A3E}"/>
                </a:ext>
              </a:extLst>
            </p:cNvPr>
            <p:cNvSpPr/>
            <p:nvPr/>
          </p:nvSpPr>
          <p:spPr>
            <a:xfrm>
              <a:off x="3510993" y="-3308800"/>
              <a:ext cx="211265" cy="174755"/>
            </a:xfrm>
            <a:custGeom>
              <a:avLst/>
              <a:gdLst>
                <a:gd name="connsiteX0" fmla="*/ 142720 w 211265"/>
                <a:gd name="connsiteY0" fmla="*/ 73165 h 174755"/>
                <a:gd name="connsiteX1" fmla="*/ 200129 w 211265"/>
                <a:gd name="connsiteY1" fmla="*/ 92302 h 174755"/>
                <a:gd name="connsiteX2" fmla="*/ 209145 w 211265"/>
                <a:gd name="connsiteY2" fmla="*/ 65426 h 174755"/>
                <a:gd name="connsiteX3" fmla="*/ 103256 w 211265"/>
                <a:gd name="connsiteY3" fmla="*/ 30130 h 174755"/>
                <a:gd name="connsiteX4" fmla="*/ 114653 w 211265"/>
                <a:gd name="connsiteY4" fmla="*/ 15671 h 174755"/>
                <a:gd name="connsiteX5" fmla="*/ 90243 w 211265"/>
                <a:gd name="connsiteY5" fmla="*/ -658 h 174755"/>
                <a:gd name="connsiteX6" fmla="*/ 32666 w 211265"/>
                <a:gd name="connsiteY6" fmla="*/ 44673 h 174755"/>
                <a:gd name="connsiteX7" fmla="*/ 47803 w 211265"/>
                <a:gd name="connsiteY7" fmla="*/ 72060 h 174755"/>
                <a:gd name="connsiteX8" fmla="*/ 80463 w 211265"/>
                <a:gd name="connsiteY8" fmla="*/ 52413 h 174755"/>
                <a:gd name="connsiteX9" fmla="*/ 114483 w 211265"/>
                <a:gd name="connsiteY9" fmla="*/ 63725 h 174755"/>
                <a:gd name="connsiteX10" fmla="*/ 110827 w 211265"/>
                <a:gd name="connsiteY10" fmla="*/ 74781 h 174755"/>
                <a:gd name="connsiteX11" fmla="*/ 102915 w 211265"/>
                <a:gd name="connsiteY11" fmla="*/ 91791 h 174755"/>
                <a:gd name="connsiteX12" fmla="*/ 25862 w 211265"/>
                <a:gd name="connsiteY12" fmla="*/ 66276 h 174755"/>
                <a:gd name="connsiteX13" fmla="*/ 16676 w 211265"/>
                <a:gd name="connsiteY13" fmla="*/ 94002 h 174755"/>
                <a:gd name="connsiteX14" fmla="*/ 85737 w 211265"/>
                <a:gd name="connsiteY14" fmla="*/ 117051 h 174755"/>
                <a:gd name="connsiteX15" fmla="*/ 72980 w 211265"/>
                <a:gd name="connsiteY15" fmla="*/ 128788 h 174755"/>
                <a:gd name="connsiteX16" fmla="*/ -2120 w 211265"/>
                <a:gd name="connsiteY16" fmla="*/ 143757 h 174755"/>
                <a:gd name="connsiteX17" fmla="*/ 5704 w 211265"/>
                <a:gd name="connsiteY17" fmla="*/ 174034 h 174755"/>
                <a:gd name="connsiteX18" fmla="*/ 88713 w 211265"/>
                <a:gd name="connsiteY18" fmla="*/ 155153 h 174755"/>
                <a:gd name="connsiteX19" fmla="*/ 116524 w 211265"/>
                <a:gd name="connsiteY19" fmla="*/ 127342 h 174755"/>
                <a:gd name="connsiteX20" fmla="*/ 198088 w 211265"/>
                <a:gd name="connsiteY20" fmla="*/ 154473 h 174755"/>
                <a:gd name="connsiteX21" fmla="*/ 207357 w 211265"/>
                <a:gd name="connsiteY21" fmla="*/ 126747 h 174755"/>
                <a:gd name="connsiteX22" fmla="*/ 131493 w 211265"/>
                <a:gd name="connsiteY22" fmla="*/ 101232 h 174755"/>
                <a:gd name="connsiteX23" fmla="*/ 139147 w 211265"/>
                <a:gd name="connsiteY23" fmla="*/ 84222 h 17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265" h="174755">
                  <a:moveTo>
                    <a:pt x="142720" y="73165"/>
                  </a:moveTo>
                  <a:lnTo>
                    <a:pt x="200129" y="92302"/>
                  </a:lnTo>
                  <a:lnTo>
                    <a:pt x="209145" y="65426"/>
                  </a:lnTo>
                  <a:lnTo>
                    <a:pt x="103256" y="30130"/>
                  </a:lnTo>
                  <a:cubicBezTo>
                    <a:pt x="106915" y="25707"/>
                    <a:pt x="110741" y="20944"/>
                    <a:pt x="114653" y="15671"/>
                  </a:cubicBezTo>
                  <a:lnTo>
                    <a:pt x="90243" y="-658"/>
                  </a:lnTo>
                  <a:cubicBezTo>
                    <a:pt x="75191" y="19048"/>
                    <a:pt x="55374" y="34638"/>
                    <a:pt x="32666" y="44673"/>
                  </a:cubicBezTo>
                  <a:lnTo>
                    <a:pt x="47803" y="72060"/>
                  </a:lnTo>
                  <a:cubicBezTo>
                    <a:pt x="59541" y="67127"/>
                    <a:pt x="70598" y="60510"/>
                    <a:pt x="80463" y="52413"/>
                  </a:cubicBezTo>
                  <a:lnTo>
                    <a:pt x="114483" y="63725"/>
                  </a:lnTo>
                  <a:lnTo>
                    <a:pt x="110827" y="74781"/>
                  </a:lnTo>
                  <a:cubicBezTo>
                    <a:pt x="108530" y="80607"/>
                    <a:pt x="105893" y="86288"/>
                    <a:pt x="102915" y="91791"/>
                  </a:cubicBezTo>
                  <a:lnTo>
                    <a:pt x="25862" y="66276"/>
                  </a:lnTo>
                  <a:lnTo>
                    <a:pt x="16676" y="94002"/>
                  </a:lnTo>
                  <a:lnTo>
                    <a:pt x="85737" y="117051"/>
                  </a:lnTo>
                  <a:cubicBezTo>
                    <a:pt x="81823" y="121338"/>
                    <a:pt x="77571" y="125258"/>
                    <a:pt x="72980" y="128788"/>
                  </a:cubicBezTo>
                  <a:cubicBezTo>
                    <a:pt x="57159" y="139589"/>
                    <a:pt x="32240" y="144437"/>
                    <a:pt x="-2120" y="143757"/>
                  </a:cubicBezTo>
                  <a:lnTo>
                    <a:pt x="5704" y="174034"/>
                  </a:lnTo>
                  <a:cubicBezTo>
                    <a:pt x="41001" y="174800"/>
                    <a:pt x="68557" y="168506"/>
                    <a:pt x="88713" y="155153"/>
                  </a:cubicBezTo>
                  <a:cubicBezTo>
                    <a:pt x="99429" y="147431"/>
                    <a:pt x="108785" y="138041"/>
                    <a:pt x="116524" y="127342"/>
                  </a:cubicBezTo>
                  <a:lnTo>
                    <a:pt x="198088" y="154473"/>
                  </a:lnTo>
                  <a:lnTo>
                    <a:pt x="207357" y="126747"/>
                  </a:lnTo>
                  <a:lnTo>
                    <a:pt x="131493" y="101232"/>
                  </a:lnTo>
                  <a:cubicBezTo>
                    <a:pt x="134215" y="95788"/>
                    <a:pt x="136767" y="90090"/>
                    <a:pt x="139147" y="84222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任意多边形: 形状 316">
              <a:extLst>
                <a:ext uri="{FF2B5EF4-FFF2-40B4-BE49-F238E27FC236}">
                  <a16:creationId xmlns:a16="http://schemas.microsoft.com/office/drawing/2014/main" id="{17C6A597-D627-4766-AB09-575C38003D96}"/>
                </a:ext>
              </a:extLst>
            </p:cNvPr>
            <p:cNvSpPr/>
            <p:nvPr/>
          </p:nvSpPr>
          <p:spPr>
            <a:xfrm>
              <a:off x="4136537" y="-3181140"/>
              <a:ext cx="160403" cy="205310"/>
            </a:xfrm>
            <a:custGeom>
              <a:avLst/>
              <a:gdLst>
                <a:gd name="connsiteX0" fmla="*/ 158283 w 160403"/>
                <a:gd name="connsiteY0" fmla="*/ -658 h 205310"/>
                <a:gd name="connsiteX1" fmla="*/ -2120 w 160403"/>
                <a:gd name="connsiteY1" fmla="*/ 1893 h 205310"/>
                <a:gd name="connsiteX2" fmla="*/ -2120 w 160403"/>
                <a:gd name="connsiteY2" fmla="*/ 31150 h 205310"/>
                <a:gd name="connsiteX3" fmla="*/ 116950 w 160403"/>
                <a:gd name="connsiteY3" fmla="*/ 29194 h 205310"/>
                <a:gd name="connsiteX4" fmla="*/ 66939 w 160403"/>
                <a:gd name="connsiteY4" fmla="*/ 64915 h 205310"/>
                <a:gd name="connsiteX5" fmla="*/ 66939 w 160403"/>
                <a:gd name="connsiteY5" fmla="*/ 162553 h 205310"/>
                <a:gd name="connsiteX6" fmla="*/ 55374 w 160403"/>
                <a:gd name="connsiteY6" fmla="*/ 177666 h 205310"/>
                <a:gd name="connsiteX7" fmla="*/ 52056 w 160403"/>
                <a:gd name="connsiteY7" fmla="*/ 177692 h 205310"/>
                <a:gd name="connsiteX8" fmla="*/ 19566 w 160403"/>
                <a:gd name="connsiteY8" fmla="*/ 177266 h 205310"/>
                <a:gd name="connsiteX9" fmla="*/ 27137 w 160403"/>
                <a:gd name="connsiteY9" fmla="*/ 204653 h 205310"/>
                <a:gd name="connsiteX10" fmla="*/ 64387 w 160403"/>
                <a:gd name="connsiteY10" fmla="*/ 204057 h 205310"/>
                <a:gd name="connsiteX11" fmla="*/ 97729 w 160403"/>
                <a:gd name="connsiteY11" fmla="*/ 171313 h 205310"/>
                <a:gd name="connsiteX12" fmla="*/ 97729 w 160403"/>
                <a:gd name="connsiteY12" fmla="*/ 79119 h 205310"/>
                <a:gd name="connsiteX13" fmla="*/ 158198 w 160403"/>
                <a:gd name="connsiteY13" fmla="*/ 28599 h 2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03" h="205310">
                  <a:moveTo>
                    <a:pt x="158283" y="-658"/>
                  </a:moveTo>
                  <a:lnTo>
                    <a:pt x="-2120" y="1893"/>
                  </a:lnTo>
                  <a:lnTo>
                    <a:pt x="-2120" y="31150"/>
                  </a:lnTo>
                  <a:lnTo>
                    <a:pt x="116950" y="29194"/>
                  </a:lnTo>
                  <a:cubicBezTo>
                    <a:pt x="101385" y="42547"/>
                    <a:pt x="84630" y="54496"/>
                    <a:pt x="66939" y="64915"/>
                  </a:cubicBezTo>
                  <a:lnTo>
                    <a:pt x="66939" y="162553"/>
                  </a:lnTo>
                  <a:cubicBezTo>
                    <a:pt x="67961" y="169909"/>
                    <a:pt x="62772" y="176671"/>
                    <a:pt x="55374" y="177666"/>
                  </a:cubicBezTo>
                  <a:cubicBezTo>
                    <a:pt x="54267" y="177811"/>
                    <a:pt x="53162" y="177819"/>
                    <a:pt x="52056" y="177692"/>
                  </a:cubicBezTo>
                  <a:cubicBezTo>
                    <a:pt x="40490" y="177692"/>
                    <a:pt x="29774" y="177692"/>
                    <a:pt x="19566" y="177266"/>
                  </a:cubicBezTo>
                  <a:lnTo>
                    <a:pt x="27137" y="204653"/>
                  </a:lnTo>
                  <a:lnTo>
                    <a:pt x="64387" y="204057"/>
                  </a:lnTo>
                  <a:cubicBezTo>
                    <a:pt x="86416" y="204057"/>
                    <a:pt x="97729" y="192745"/>
                    <a:pt x="97729" y="171313"/>
                  </a:cubicBezTo>
                  <a:lnTo>
                    <a:pt x="97729" y="79119"/>
                  </a:lnTo>
                  <a:cubicBezTo>
                    <a:pt x="119332" y="64082"/>
                    <a:pt x="139572" y="47174"/>
                    <a:pt x="158198" y="2859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任意多边形: 形状 317">
              <a:extLst>
                <a:ext uri="{FF2B5EF4-FFF2-40B4-BE49-F238E27FC236}">
                  <a16:creationId xmlns:a16="http://schemas.microsoft.com/office/drawing/2014/main" id="{C0561C3F-3E5F-4323-B828-0FFB7A9D8E14}"/>
                </a:ext>
              </a:extLst>
            </p:cNvPr>
            <p:cNvSpPr/>
            <p:nvPr/>
          </p:nvSpPr>
          <p:spPr>
            <a:xfrm>
              <a:off x="4040089" y="-3255984"/>
              <a:ext cx="269523" cy="280069"/>
            </a:xfrm>
            <a:custGeom>
              <a:avLst/>
              <a:gdLst>
                <a:gd name="connsiteX0" fmla="*/ 175634 w 269523"/>
                <a:gd name="connsiteY0" fmla="*/ 23156 h 280069"/>
                <a:gd name="connsiteX1" fmla="*/ 168661 w 269523"/>
                <a:gd name="connsiteY1" fmla="*/ -658 h 280069"/>
                <a:gd name="connsiteX2" fmla="*/ 136767 w 269523"/>
                <a:gd name="connsiteY2" fmla="*/ 5210 h 280069"/>
                <a:gd name="connsiteX3" fmla="*/ 145272 w 269523"/>
                <a:gd name="connsiteY3" fmla="*/ 23581 h 280069"/>
                <a:gd name="connsiteX4" fmla="*/ 46188 w 269523"/>
                <a:gd name="connsiteY4" fmla="*/ 25197 h 280069"/>
                <a:gd name="connsiteX5" fmla="*/ 46188 w 269523"/>
                <a:gd name="connsiteY5" fmla="*/ 105739 h 280069"/>
                <a:gd name="connsiteX6" fmla="*/ 23735 w 269523"/>
                <a:gd name="connsiteY6" fmla="*/ 54709 h 280069"/>
                <a:gd name="connsiteX7" fmla="*/ -1780 w 269523"/>
                <a:gd name="connsiteY7" fmla="*/ 65595 h 280069"/>
                <a:gd name="connsiteX8" fmla="*/ 23735 w 269523"/>
                <a:gd name="connsiteY8" fmla="*/ 122749 h 280069"/>
                <a:gd name="connsiteX9" fmla="*/ 46443 w 269523"/>
                <a:gd name="connsiteY9" fmla="*/ 112203 h 280069"/>
                <a:gd name="connsiteX10" fmla="*/ 46443 w 269523"/>
                <a:gd name="connsiteY10" fmla="*/ 126576 h 280069"/>
                <a:gd name="connsiteX11" fmla="*/ 46443 w 269523"/>
                <a:gd name="connsiteY11" fmla="*/ 135507 h 280069"/>
                <a:gd name="connsiteX12" fmla="*/ -2120 w 269523"/>
                <a:gd name="connsiteY12" fmla="*/ 167315 h 280069"/>
                <a:gd name="connsiteX13" fmla="*/ 7151 w 269523"/>
                <a:gd name="connsiteY13" fmla="*/ 197338 h 280069"/>
                <a:gd name="connsiteX14" fmla="*/ 43806 w 269523"/>
                <a:gd name="connsiteY14" fmla="*/ 169867 h 280069"/>
                <a:gd name="connsiteX15" fmla="*/ 15997 w 269523"/>
                <a:gd name="connsiteY15" fmla="*/ 258659 h 280069"/>
                <a:gd name="connsiteX16" fmla="*/ 39894 w 269523"/>
                <a:gd name="connsiteY16" fmla="*/ 279411 h 280069"/>
                <a:gd name="connsiteX17" fmla="*/ 77741 w 269523"/>
                <a:gd name="connsiteY17" fmla="*/ 126321 h 280069"/>
                <a:gd name="connsiteX18" fmla="*/ 77741 w 269523"/>
                <a:gd name="connsiteY18" fmla="*/ 55304 h 280069"/>
                <a:gd name="connsiteX19" fmla="*/ 267403 w 269523"/>
                <a:gd name="connsiteY19" fmla="*/ 52243 h 280069"/>
                <a:gd name="connsiteX20" fmla="*/ 267403 w 269523"/>
                <a:gd name="connsiteY20" fmla="*/ 21795 h 28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69523" h="280069">
                  <a:moveTo>
                    <a:pt x="175634" y="23156"/>
                  </a:moveTo>
                  <a:cubicBezTo>
                    <a:pt x="173169" y="14651"/>
                    <a:pt x="171128" y="6146"/>
                    <a:pt x="168661" y="-658"/>
                  </a:cubicBezTo>
                  <a:lnTo>
                    <a:pt x="136767" y="5210"/>
                  </a:lnTo>
                  <a:cubicBezTo>
                    <a:pt x="139998" y="11138"/>
                    <a:pt x="142891" y="17279"/>
                    <a:pt x="145272" y="23581"/>
                  </a:cubicBezTo>
                  <a:lnTo>
                    <a:pt x="46188" y="25197"/>
                  </a:lnTo>
                  <a:lnTo>
                    <a:pt x="46188" y="105739"/>
                  </a:lnTo>
                  <a:cubicBezTo>
                    <a:pt x="40064" y="88168"/>
                    <a:pt x="32496" y="71107"/>
                    <a:pt x="23735" y="54709"/>
                  </a:cubicBezTo>
                  <a:lnTo>
                    <a:pt x="-1780" y="65595"/>
                  </a:lnTo>
                  <a:cubicBezTo>
                    <a:pt x="8341" y="83898"/>
                    <a:pt x="16846" y="103018"/>
                    <a:pt x="23735" y="122749"/>
                  </a:cubicBezTo>
                  <a:lnTo>
                    <a:pt x="46443" y="112203"/>
                  </a:lnTo>
                  <a:lnTo>
                    <a:pt x="46443" y="126576"/>
                  </a:lnTo>
                  <a:cubicBezTo>
                    <a:pt x="46443" y="129213"/>
                    <a:pt x="46443" y="132190"/>
                    <a:pt x="46443" y="135507"/>
                  </a:cubicBezTo>
                  <a:cubicBezTo>
                    <a:pt x="31134" y="147431"/>
                    <a:pt x="14890" y="158070"/>
                    <a:pt x="-2120" y="167315"/>
                  </a:cubicBezTo>
                  <a:lnTo>
                    <a:pt x="7151" y="197338"/>
                  </a:lnTo>
                  <a:cubicBezTo>
                    <a:pt x="19909" y="188969"/>
                    <a:pt x="32155" y="179801"/>
                    <a:pt x="43806" y="169867"/>
                  </a:cubicBezTo>
                  <a:cubicBezTo>
                    <a:pt x="41086" y="201131"/>
                    <a:pt x="31644" y="231435"/>
                    <a:pt x="15997" y="258659"/>
                  </a:cubicBezTo>
                  <a:lnTo>
                    <a:pt x="39894" y="279411"/>
                  </a:lnTo>
                  <a:cubicBezTo>
                    <a:pt x="63964" y="240884"/>
                    <a:pt x="76636" y="189598"/>
                    <a:pt x="77741" y="126321"/>
                  </a:cubicBezTo>
                  <a:lnTo>
                    <a:pt x="77741" y="55304"/>
                  </a:lnTo>
                  <a:lnTo>
                    <a:pt x="267403" y="52243"/>
                  </a:lnTo>
                  <a:lnTo>
                    <a:pt x="267403" y="2179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任意多边形: 形状 318">
              <a:extLst>
                <a:ext uri="{FF2B5EF4-FFF2-40B4-BE49-F238E27FC236}">
                  <a16:creationId xmlns:a16="http://schemas.microsoft.com/office/drawing/2014/main" id="{0613EBD2-7525-41D2-AB52-30B238F8C426}"/>
                </a:ext>
              </a:extLst>
            </p:cNvPr>
            <p:cNvSpPr/>
            <p:nvPr/>
          </p:nvSpPr>
          <p:spPr>
            <a:xfrm>
              <a:off x="4703054" y="-3371312"/>
              <a:ext cx="198762" cy="297249"/>
            </a:xfrm>
            <a:custGeom>
              <a:avLst/>
              <a:gdLst>
                <a:gd name="connsiteX0" fmla="*/ 184649 w 198762"/>
                <a:gd name="connsiteY0" fmla="*/ 122324 h 297249"/>
                <a:gd name="connsiteX1" fmla="*/ 174955 w 198762"/>
                <a:gd name="connsiteY1" fmla="*/ 93832 h 297249"/>
                <a:gd name="connsiteX2" fmla="*/ 144421 w 198762"/>
                <a:gd name="connsiteY2" fmla="*/ 104208 h 297249"/>
                <a:gd name="connsiteX3" fmla="*/ 120777 w 198762"/>
                <a:gd name="connsiteY3" fmla="*/ 34722 h 297249"/>
                <a:gd name="connsiteX4" fmla="*/ 143401 w 198762"/>
                <a:gd name="connsiteY4" fmla="*/ 26983 h 297249"/>
                <a:gd name="connsiteX5" fmla="*/ 133960 w 198762"/>
                <a:gd name="connsiteY5" fmla="*/ -658 h 297249"/>
                <a:gd name="connsiteX6" fmla="*/ -2120 w 198762"/>
                <a:gd name="connsiteY6" fmla="*/ 45694 h 297249"/>
                <a:gd name="connsiteX7" fmla="*/ 7321 w 198762"/>
                <a:gd name="connsiteY7" fmla="*/ 73420 h 297249"/>
                <a:gd name="connsiteX8" fmla="*/ 28754 w 198762"/>
                <a:gd name="connsiteY8" fmla="*/ 66106 h 297249"/>
                <a:gd name="connsiteX9" fmla="*/ 52398 w 198762"/>
                <a:gd name="connsiteY9" fmla="*/ 135592 h 297249"/>
                <a:gd name="connsiteX10" fmla="*/ 24757 w 198762"/>
                <a:gd name="connsiteY10" fmla="*/ 144947 h 297249"/>
                <a:gd name="connsiteX11" fmla="*/ 34452 w 198762"/>
                <a:gd name="connsiteY11" fmla="*/ 173524 h 297249"/>
                <a:gd name="connsiteX12" fmla="*/ 61838 w 198762"/>
                <a:gd name="connsiteY12" fmla="*/ 164168 h 297249"/>
                <a:gd name="connsiteX13" fmla="*/ 54863 w 198762"/>
                <a:gd name="connsiteY13" fmla="*/ 284429 h 297249"/>
                <a:gd name="connsiteX14" fmla="*/ 83866 w 198762"/>
                <a:gd name="connsiteY14" fmla="*/ 296591 h 297249"/>
                <a:gd name="connsiteX15" fmla="*/ 90671 w 198762"/>
                <a:gd name="connsiteY15" fmla="*/ 154388 h 297249"/>
                <a:gd name="connsiteX16" fmla="*/ 125966 w 198762"/>
                <a:gd name="connsiteY16" fmla="*/ 142396 h 297249"/>
                <a:gd name="connsiteX17" fmla="*/ 168065 w 198762"/>
                <a:gd name="connsiteY17" fmla="*/ 266399 h 297249"/>
                <a:gd name="connsiteX18" fmla="*/ 196643 w 198762"/>
                <a:gd name="connsiteY18" fmla="*/ 256703 h 297249"/>
                <a:gd name="connsiteX19" fmla="*/ 154118 w 198762"/>
                <a:gd name="connsiteY19" fmla="*/ 132700 h 297249"/>
                <a:gd name="connsiteX20" fmla="*/ 80889 w 198762"/>
                <a:gd name="connsiteY20" fmla="*/ 125811 h 297249"/>
                <a:gd name="connsiteX21" fmla="*/ 57245 w 198762"/>
                <a:gd name="connsiteY21" fmla="*/ 56325 h 297249"/>
                <a:gd name="connsiteX22" fmla="*/ 92286 w 198762"/>
                <a:gd name="connsiteY22" fmla="*/ 44418 h 297249"/>
                <a:gd name="connsiteX23" fmla="*/ 115930 w 198762"/>
                <a:gd name="connsiteY23" fmla="*/ 113904 h 29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8762" h="297249">
                  <a:moveTo>
                    <a:pt x="184649" y="122324"/>
                  </a:moveTo>
                  <a:lnTo>
                    <a:pt x="174955" y="93832"/>
                  </a:lnTo>
                  <a:lnTo>
                    <a:pt x="144421" y="104208"/>
                  </a:lnTo>
                  <a:lnTo>
                    <a:pt x="120777" y="34722"/>
                  </a:lnTo>
                  <a:lnTo>
                    <a:pt x="143401" y="26983"/>
                  </a:lnTo>
                  <a:lnTo>
                    <a:pt x="133960" y="-658"/>
                  </a:lnTo>
                  <a:lnTo>
                    <a:pt x="-2120" y="45694"/>
                  </a:lnTo>
                  <a:lnTo>
                    <a:pt x="7321" y="73420"/>
                  </a:lnTo>
                  <a:lnTo>
                    <a:pt x="28754" y="66106"/>
                  </a:lnTo>
                  <a:lnTo>
                    <a:pt x="52398" y="135592"/>
                  </a:lnTo>
                  <a:lnTo>
                    <a:pt x="24757" y="144947"/>
                  </a:lnTo>
                  <a:lnTo>
                    <a:pt x="34452" y="173524"/>
                  </a:lnTo>
                  <a:lnTo>
                    <a:pt x="61838" y="164168"/>
                  </a:lnTo>
                  <a:cubicBezTo>
                    <a:pt x="75872" y="212987"/>
                    <a:pt x="73405" y="252876"/>
                    <a:pt x="54863" y="284429"/>
                  </a:cubicBezTo>
                  <a:lnTo>
                    <a:pt x="83866" y="296591"/>
                  </a:lnTo>
                  <a:cubicBezTo>
                    <a:pt x="104533" y="259339"/>
                    <a:pt x="107000" y="211541"/>
                    <a:pt x="90671" y="154388"/>
                  </a:cubicBezTo>
                  <a:lnTo>
                    <a:pt x="125966" y="142396"/>
                  </a:lnTo>
                  <a:lnTo>
                    <a:pt x="168065" y="266399"/>
                  </a:lnTo>
                  <a:lnTo>
                    <a:pt x="196643" y="256703"/>
                  </a:lnTo>
                  <a:lnTo>
                    <a:pt x="154118" y="132700"/>
                  </a:lnTo>
                  <a:close/>
                  <a:moveTo>
                    <a:pt x="80889" y="125811"/>
                  </a:moveTo>
                  <a:lnTo>
                    <a:pt x="57245" y="56325"/>
                  </a:lnTo>
                  <a:lnTo>
                    <a:pt x="92286" y="44418"/>
                  </a:lnTo>
                  <a:lnTo>
                    <a:pt x="115930" y="113904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任意多边形: 形状 319">
              <a:extLst>
                <a:ext uri="{FF2B5EF4-FFF2-40B4-BE49-F238E27FC236}">
                  <a16:creationId xmlns:a16="http://schemas.microsoft.com/office/drawing/2014/main" id="{F57229EE-9691-4258-BD64-D7D72A75A7FF}"/>
                </a:ext>
              </a:extLst>
            </p:cNvPr>
            <p:cNvSpPr/>
            <p:nvPr/>
          </p:nvSpPr>
          <p:spPr>
            <a:xfrm>
              <a:off x="4592914" y="-3320452"/>
              <a:ext cx="167207" cy="267142"/>
            </a:xfrm>
            <a:custGeom>
              <a:avLst/>
              <a:gdLst>
                <a:gd name="connsiteX0" fmla="*/ 165087 w 167207"/>
                <a:gd name="connsiteY0" fmla="*/ 221067 h 267142"/>
                <a:gd name="connsiteX1" fmla="*/ 119076 w 167207"/>
                <a:gd name="connsiteY1" fmla="*/ 85838 h 267142"/>
                <a:gd name="connsiteX2" fmla="*/ 69153 w 167207"/>
                <a:gd name="connsiteY2" fmla="*/ 102848 h 267142"/>
                <a:gd name="connsiteX3" fmla="*/ 65494 w 167207"/>
                <a:gd name="connsiteY3" fmla="*/ 42037 h 267142"/>
                <a:gd name="connsiteX4" fmla="*/ 108019 w 167207"/>
                <a:gd name="connsiteY4" fmla="*/ 27578 h 267142"/>
                <a:gd name="connsiteX5" fmla="*/ 98410 w 167207"/>
                <a:gd name="connsiteY5" fmla="*/ -658 h 267142"/>
                <a:gd name="connsiteX6" fmla="*/ -2120 w 167207"/>
                <a:gd name="connsiteY6" fmla="*/ 33362 h 267142"/>
                <a:gd name="connsiteX7" fmla="*/ 7492 w 167207"/>
                <a:gd name="connsiteY7" fmla="*/ 61598 h 267142"/>
                <a:gd name="connsiteX8" fmla="*/ 37683 w 167207"/>
                <a:gd name="connsiteY8" fmla="*/ 51307 h 267142"/>
                <a:gd name="connsiteX9" fmla="*/ 31134 w 167207"/>
                <a:gd name="connsiteY9" fmla="*/ 163573 h 267142"/>
                <a:gd name="connsiteX10" fmla="*/ 55289 w 167207"/>
                <a:gd name="connsiteY10" fmla="*/ 183645 h 267142"/>
                <a:gd name="connsiteX11" fmla="*/ 61327 w 167207"/>
                <a:gd name="connsiteY11" fmla="*/ 161787 h 267142"/>
                <a:gd name="connsiteX12" fmla="*/ 96962 w 167207"/>
                <a:gd name="connsiteY12" fmla="*/ 266484 h 267142"/>
                <a:gd name="connsiteX13" fmla="*/ 124095 w 167207"/>
                <a:gd name="connsiteY13" fmla="*/ 257298 h 267142"/>
                <a:gd name="connsiteX14" fmla="*/ 117290 w 167207"/>
                <a:gd name="connsiteY14" fmla="*/ 237227 h 267142"/>
                <a:gd name="connsiteX15" fmla="*/ 80037 w 167207"/>
                <a:gd name="connsiteY15" fmla="*/ 128108 h 267142"/>
                <a:gd name="connsiteX16" fmla="*/ 100962 w 167207"/>
                <a:gd name="connsiteY16" fmla="*/ 121048 h 267142"/>
                <a:gd name="connsiteX17" fmla="*/ 129367 w 167207"/>
                <a:gd name="connsiteY17" fmla="*/ 204653 h 267142"/>
                <a:gd name="connsiteX18" fmla="*/ 108445 w 167207"/>
                <a:gd name="connsiteY18" fmla="*/ 211712 h 26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207" h="267142">
                  <a:moveTo>
                    <a:pt x="165087" y="221067"/>
                  </a:moveTo>
                  <a:lnTo>
                    <a:pt x="119076" y="85838"/>
                  </a:lnTo>
                  <a:lnTo>
                    <a:pt x="69153" y="102848"/>
                  </a:lnTo>
                  <a:cubicBezTo>
                    <a:pt x="69662" y="82512"/>
                    <a:pt x="68472" y="62168"/>
                    <a:pt x="65494" y="42037"/>
                  </a:cubicBezTo>
                  <a:lnTo>
                    <a:pt x="108019" y="27578"/>
                  </a:lnTo>
                  <a:lnTo>
                    <a:pt x="98410" y="-658"/>
                  </a:lnTo>
                  <a:lnTo>
                    <a:pt x="-2120" y="33362"/>
                  </a:lnTo>
                  <a:lnTo>
                    <a:pt x="7492" y="61598"/>
                  </a:lnTo>
                  <a:lnTo>
                    <a:pt x="37683" y="51307"/>
                  </a:lnTo>
                  <a:cubicBezTo>
                    <a:pt x="43212" y="88780"/>
                    <a:pt x="41001" y="126993"/>
                    <a:pt x="31134" y="163573"/>
                  </a:cubicBezTo>
                  <a:lnTo>
                    <a:pt x="55289" y="183645"/>
                  </a:lnTo>
                  <a:cubicBezTo>
                    <a:pt x="57330" y="176671"/>
                    <a:pt x="59541" y="169272"/>
                    <a:pt x="61327" y="161787"/>
                  </a:cubicBezTo>
                  <a:lnTo>
                    <a:pt x="96962" y="266484"/>
                  </a:lnTo>
                  <a:lnTo>
                    <a:pt x="124095" y="257298"/>
                  </a:lnTo>
                  <a:lnTo>
                    <a:pt x="117290" y="237227"/>
                  </a:lnTo>
                  <a:close/>
                  <a:moveTo>
                    <a:pt x="80037" y="128108"/>
                  </a:moveTo>
                  <a:lnTo>
                    <a:pt x="100962" y="121048"/>
                  </a:lnTo>
                  <a:lnTo>
                    <a:pt x="129367" y="204653"/>
                  </a:lnTo>
                  <a:lnTo>
                    <a:pt x="108445" y="211712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任意多边形: 形状 320">
              <a:extLst>
                <a:ext uri="{FF2B5EF4-FFF2-40B4-BE49-F238E27FC236}">
                  <a16:creationId xmlns:a16="http://schemas.microsoft.com/office/drawing/2014/main" id="{08487994-C7D4-4B77-A1D7-A827AB0DF450}"/>
                </a:ext>
              </a:extLst>
            </p:cNvPr>
            <p:cNvSpPr/>
            <p:nvPr/>
          </p:nvSpPr>
          <p:spPr>
            <a:xfrm>
              <a:off x="5250266" y="-3575117"/>
              <a:ext cx="102230" cy="38043"/>
            </a:xfrm>
            <a:custGeom>
              <a:avLst/>
              <a:gdLst>
                <a:gd name="connsiteX0" fmla="*/ -164 w 102230"/>
                <a:gd name="connsiteY0" fmla="*/ 37385 h 38043"/>
                <a:gd name="connsiteX1" fmla="*/ 100110 w 102230"/>
                <a:gd name="connsiteY1" fmla="*/ 30411 h 38043"/>
                <a:gd name="connsiteX2" fmla="*/ 97814 w 102230"/>
                <a:gd name="connsiteY2" fmla="*/ -548 h 38043"/>
                <a:gd name="connsiteX3" fmla="*/ -2120 w 102230"/>
                <a:gd name="connsiteY3" fmla="*/ 9233 h 3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30" h="38043">
                  <a:moveTo>
                    <a:pt x="-164" y="37385"/>
                  </a:moveTo>
                  <a:cubicBezTo>
                    <a:pt x="32834" y="30674"/>
                    <a:pt x="66516" y="28335"/>
                    <a:pt x="100110" y="30411"/>
                  </a:cubicBezTo>
                  <a:lnTo>
                    <a:pt x="97814" y="-548"/>
                  </a:lnTo>
                  <a:cubicBezTo>
                    <a:pt x="64219" y="-1321"/>
                    <a:pt x="30708" y="1961"/>
                    <a:pt x="-2120" y="9233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任意多边形: 形状 321">
              <a:extLst>
                <a:ext uri="{FF2B5EF4-FFF2-40B4-BE49-F238E27FC236}">
                  <a16:creationId xmlns:a16="http://schemas.microsoft.com/office/drawing/2014/main" id="{F6C30016-95F3-4F62-8526-EE55223CE858}"/>
                </a:ext>
              </a:extLst>
            </p:cNvPr>
            <p:cNvSpPr/>
            <p:nvPr/>
          </p:nvSpPr>
          <p:spPr>
            <a:xfrm>
              <a:off x="5103725" y="-3650616"/>
              <a:ext cx="237288" cy="202929"/>
            </a:xfrm>
            <a:custGeom>
              <a:avLst/>
              <a:gdLst>
                <a:gd name="connsiteX0" fmla="*/ 39979 w 237288"/>
                <a:gd name="connsiteY0" fmla="*/ 154643 h 202929"/>
                <a:gd name="connsiteX1" fmla="*/ 188647 w 237288"/>
                <a:gd name="connsiteY1" fmla="*/ 40591 h 202929"/>
                <a:gd name="connsiteX2" fmla="*/ 210590 w 237288"/>
                <a:gd name="connsiteY2" fmla="*/ 69253 h 202929"/>
                <a:gd name="connsiteX3" fmla="*/ 235169 w 237288"/>
                <a:gd name="connsiteY3" fmla="*/ 50372 h 202929"/>
                <a:gd name="connsiteX4" fmla="*/ 195877 w 237288"/>
                <a:gd name="connsiteY4" fmla="*/ -658 h 202929"/>
                <a:gd name="connsiteX5" fmla="*/ 109720 w 237288"/>
                <a:gd name="connsiteY5" fmla="*/ 65426 h 202929"/>
                <a:gd name="connsiteX6" fmla="*/ 85820 w 237288"/>
                <a:gd name="connsiteY6" fmla="*/ 50967 h 202929"/>
                <a:gd name="connsiteX7" fmla="*/ 61667 w 237288"/>
                <a:gd name="connsiteY7" fmla="*/ 76482 h 202929"/>
                <a:gd name="connsiteX8" fmla="*/ 82930 w 237288"/>
                <a:gd name="connsiteY8" fmla="*/ 86093 h 202929"/>
                <a:gd name="connsiteX9" fmla="*/ -2120 w 237288"/>
                <a:gd name="connsiteY9" fmla="*/ 151241 h 202929"/>
                <a:gd name="connsiteX10" fmla="*/ 37087 w 237288"/>
                <a:gd name="connsiteY10" fmla="*/ 202271 h 202929"/>
                <a:gd name="connsiteX11" fmla="*/ 61667 w 237288"/>
                <a:gd name="connsiteY11" fmla="*/ 183390 h 2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7288" h="202929">
                  <a:moveTo>
                    <a:pt x="39979" y="154643"/>
                  </a:moveTo>
                  <a:lnTo>
                    <a:pt x="188647" y="40591"/>
                  </a:lnTo>
                  <a:lnTo>
                    <a:pt x="210590" y="69253"/>
                  </a:lnTo>
                  <a:lnTo>
                    <a:pt x="235169" y="50372"/>
                  </a:lnTo>
                  <a:lnTo>
                    <a:pt x="195877" y="-658"/>
                  </a:lnTo>
                  <a:lnTo>
                    <a:pt x="109720" y="65426"/>
                  </a:lnTo>
                  <a:cubicBezTo>
                    <a:pt x="101981" y="60204"/>
                    <a:pt x="93987" y="55381"/>
                    <a:pt x="85820" y="50967"/>
                  </a:cubicBezTo>
                  <a:lnTo>
                    <a:pt x="61667" y="76482"/>
                  </a:lnTo>
                  <a:cubicBezTo>
                    <a:pt x="68725" y="79289"/>
                    <a:pt x="75700" y="82606"/>
                    <a:pt x="82930" y="86093"/>
                  </a:cubicBezTo>
                  <a:lnTo>
                    <a:pt x="-2120" y="151241"/>
                  </a:lnTo>
                  <a:lnTo>
                    <a:pt x="37087" y="202271"/>
                  </a:lnTo>
                  <a:lnTo>
                    <a:pt x="61667" y="183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任意多边形: 形状 322">
              <a:extLst>
                <a:ext uri="{FF2B5EF4-FFF2-40B4-BE49-F238E27FC236}">
                  <a16:creationId xmlns:a16="http://schemas.microsoft.com/office/drawing/2014/main" id="{28F5B80D-70B0-4C8C-B7B4-8C106791A4C9}"/>
                </a:ext>
              </a:extLst>
            </p:cNvPr>
            <p:cNvSpPr/>
            <p:nvPr/>
          </p:nvSpPr>
          <p:spPr>
            <a:xfrm>
              <a:off x="5159772" y="-3526018"/>
              <a:ext cx="65575" cy="107843"/>
            </a:xfrm>
            <a:custGeom>
              <a:avLst/>
              <a:gdLst>
                <a:gd name="connsiteX0" fmla="*/ 63455 w 65575"/>
                <a:gd name="connsiteY0" fmla="*/ 5210 h 107843"/>
                <a:gd name="connsiteX1" fmla="*/ 35303 w 65575"/>
                <a:gd name="connsiteY1" fmla="*/ -658 h 107843"/>
                <a:gd name="connsiteX2" fmla="*/ -2120 w 65575"/>
                <a:gd name="connsiteY2" fmla="*/ 92897 h 107843"/>
                <a:gd name="connsiteX3" fmla="*/ 25353 w 65575"/>
                <a:gd name="connsiteY3" fmla="*/ 107185 h 107843"/>
                <a:gd name="connsiteX4" fmla="*/ 63455 w 65575"/>
                <a:gd name="connsiteY4" fmla="*/ 5210 h 10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75" h="107843">
                  <a:moveTo>
                    <a:pt x="63455" y="5210"/>
                  </a:moveTo>
                  <a:lnTo>
                    <a:pt x="35303" y="-658"/>
                  </a:lnTo>
                  <a:cubicBezTo>
                    <a:pt x="29180" y="32698"/>
                    <a:pt x="16422" y="64498"/>
                    <a:pt x="-2120" y="92897"/>
                  </a:cubicBezTo>
                  <a:lnTo>
                    <a:pt x="25353" y="107185"/>
                  </a:lnTo>
                  <a:cubicBezTo>
                    <a:pt x="43808" y="75640"/>
                    <a:pt x="56736" y="41144"/>
                    <a:pt x="63455" y="521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任意多边形: 形状 323">
              <a:extLst>
                <a:ext uri="{FF2B5EF4-FFF2-40B4-BE49-F238E27FC236}">
                  <a16:creationId xmlns:a16="http://schemas.microsoft.com/office/drawing/2014/main" id="{16BE7EA0-E9B4-4729-B327-FF4799E31E97}"/>
                </a:ext>
              </a:extLst>
            </p:cNvPr>
            <p:cNvSpPr/>
            <p:nvPr/>
          </p:nvSpPr>
          <p:spPr>
            <a:xfrm>
              <a:off x="5187160" y="-3522701"/>
              <a:ext cx="261661" cy="217047"/>
            </a:xfrm>
            <a:custGeom>
              <a:avLst/>
              <a:gdLst>
                <a:gd name="connsiteX0" fmla="*/ 233723 w 261661"/>
                <a:gd name="connsiteY0" fmla="*/ 9718 h 217047"/>
                <a:gd name="connsiteX1" fmla="*/ 205742 w 261661"/>
                <a:gd name="connsiteY1" fmla="*/ 20264 h 217047"/>
                <a:gd name="connsiteX2" fmla="*/ 227430 w 261661"/>
                <a:gd name="connsiteY2" fmla="*/ 50967 h 217047"/>
                <a:gd name="connsiteX3" fmla="*/ 222922 w 261661"/>
                <a:gd name="connsiteY3" fmla="*/ 62364 h 217047"/>
                <a:gd name="connsiteX4" fmla="*/ 208038 w 261661"/>
                <a:gd name="connsiteY4" fmla="*/ 73760 h 217047"/>
                <a:gd name="connsiteX5" fmla="*/ 200212 w 261661"/>
                <a:gd name="connsiteY5" fmla="*/ 73820 h 217047"/>
                <a:gd name="connsiteX6" fmla="*/ 199533 w 261661"/>
                <a:gd name="connsiteY6" fmla="*/ 72995 h 217047"/>
                <a:gd name="connsiteX7" fmla="*/ 143144 w 261661"/>
                <a:gd name="connsiteY7" fmla="*/ -658 h 217047"/>
                <a:gd name="connsiteX8" fmla="*/ 82249 w 261661"/>
                <a:gd name="connsiteY8" fmla="*/ 46034 h 217047"/>
                <a:gd name="connsiteX9" fmla="*/ 77996 w 261661"/>
                <a:gd name="connsiteY9" fmla="*/ 39485 h 217047"/>
                <a:gd name="connsiteX10" fmla="*/ 61667 w 261661"/>
                <a:gd name="connsiteY10" fmla="*/ 18223 h 217047"/>
                <a:gd name="connsiteX11" fmla="*/ 36831 w 261661"/>
                <a:gd name="connsiteY11" fmla="*/ 37274 h 217047"/>
                <a:gd name="connsiteX12" fmla="*/ 53162 w 261661"/>
                <a:gd name="connsiteY12" fmla="*/ 58536 h 217047"/>
                <a:gd name="connsiteX13" fmla="*/ 57415 w 261661"/>
                <a:gd name="connsiteY13" fmla="*/ 65085 h 217047"/>
                <a:gd name="connsiteX14" fmla="*/ -2120 w 261661"/>
                <a:gd name="connsiteY14" fmla="*/ 110842 h 217047"/>
                <a:gd name="connsiteX15" fmla="*/ 15654 w 261661"/>
                <a:gd name="connsiteY15" fmla="*/ 134061 h 217047"/>
                <a:gd name="connsiteX16" fmla="*/ 71022 w 261661"/>
                <a:gd name="connsiteY16" fmla="*/ 91536 h 217047"/>
                <a:gd name="connsiteX17" fmla="*/ 78337 w 261661"/>
                <a:gd name="connsiteY17" fmla="*/ 126576 h 217047"/>
                <a:gd name="connsiteX18" fmla="*/ 43636 w 261661"/>
                <a:gd name="connsiteY18" fmla="*/ 205418 h 217047"/>
                <a:gd name="connsiteX19" fmla="*/ 73063 w 261661"/>
                <a:gd name="connsiteY19" fmla="*/ 216389 h 217047"/>
                <a:gd name="connsiteX20" fmla="*/ 109635 w 261661"/>
                <a:gd name="connsiteY20" fmla="*/ 127767 h 217047"/>
                <a:gd name="connsiteX21" fmla="*/ 96792 w 261661"/>
                <a:gd name="connsiteY21" fmla="*/ 71804 h 217047"/>
                <a:gd name="connsiteX22" fmla="*/ 136595 w 261661"/>
                <a:gd name="connsiteY22" fmla="*/ 41271 h 217047"/>
                <a:gd name="connsiteX23" fmla="*/ 178356 w 261661"/>
                <a:gd name="connsiteY23" fmla="*/ 95703 h 217047"/>
                <a:gd name="connsiteX24" fmla="*/ 222667 w 261661"/>
                <a:gd name="connsiteY24" fmla="*/ 99701 h 217047"/>
                <a:gd name="connsiteX25" fmla="*/ 241377 w 261661"/>
                <a:gd name="connsiteY25" fmla="*/ 85327 h 217047"/>
                <a:gd name="connsiteX26" fmla="*/ 258387 w 261661"/>
                <a:gd name="connsiteY26" fmla="*/ 51903 h 217047"/>
                <a:gd name="connsiteX27" fmla="*/ 233723 w 261661"/>
                <a:gd name="connsiteY27" fmla="*/ 9718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61661" h="217047">
                  <a:moveTo>
                    <a:pt x="233723" y="9718"/>
                  </a:moveTo>
                  <a:lnTo>
                    <a:pt x="205742" y="20264"/>
                  </a:lnTo>
                  <a:cubicBezTo>
                    <a:pt x="213736" y="30640"/>
                    <a:pt x="220881" y="41016"/>
                    <a:pt x="227430" y="50967"/>
                  </a:cubicBezTo>
                  <a:cubicBezTo>
                    <a:pt x="229045" y="55050"/>
                    <a:pt x="227430" y="58707"/>
                    <a:pt x="222922" y="62364"/>
                  </a:cubicBezTo>
                  <a:lnTo>
                    <a:pt x="208038" y="73760"/>
                  </a:lnTo>
                  <a:cubicBezTo>
                    <a:pt x="205912" y="75938"/>
                    <a:pt x="202424" y="75963"/>
                    <a:pt x="200212" y="73820"/>
                  </a:cubicBezTo>
                  <a:cubicBezTo>
                    <a:pt x="199959" y="73565"/>
                    <a:pt x="199703" y="73293"/>
                    <a:pt x="199533" y="72995"/>
                  </a:cubicBezTo>
                  <a:lnTo>
                    <a:pt x="143144" y="-658"/>
                  </a:lnTo>
                  <a:lnTo>
                    <a:pt x="82249" y="46034"/>
                  </a:lnTo>
                  <a:cubicBezTo>
                    <a:pt x="80804" y="44163"/>
                    <a:pt x="79612" y="42037"/>
                    <a:pt x="77996" y="39485"/>
                  </a:cubicBezTo>
                  <a:lnTo>
                    <a:pt x="61667" y="18223"/>
                  </a:lnTo>
                  <a:lnTo>
                    <a:pt x="36831" y="37274"/>
                  </a:lnTo>
                  <a:lnTo>
                    <a:pt x="53162" y="58536"/>
                  </a:lnTo>
                  <a:lnTo>
                    <a:pt x="57415" y="65085"/>
                  </a:lnTo>
                  <a:lnTo>
                    <a:pt x="-2120" y="110842"/>
                  </a:lnTo>
                  <a:lnTo>
                    <a:pt x="15654" y="134061"/>
                  </a:lnTo>
                  <a:lnTo>
                    <a:pt x="71022" y="91536"/>
                  </a:lnTo>
                  <a:cubicBezTo>
                    <a:pt x="75274" y="102763"/>
                    <a:pt x="77741" y="114585"/>
                    <a:pt x="78337" y="126576"/>
                  </a:cubicBezTo>
                  <a:cubicBezTo>
                    <a:pt x="77826" y="147584"/>
                    <a:pt x="66088" y="173949"/>
                    <a:pt x="43636" y="205418"/>
                  </a:cubicBezTo>
                  <a:lnTo>
                    <a:pt x="73063" y="216389"/>
                  </a:lnTo>
                  <a:cubicBezTo>
                    <a:pt x="96452" y="184070"/>
                    <a:pt x="108868" y="154643"/>
                    <a:pt x="109635" y="127767"/>
                  </a:cubicBezTo>
                  <a:cubicBezTo>
                    <a:pt x="109464" y="108401"/>
                    <a:pt x="105127" y="89299"/>
                    <a:pt x="96792" y="71804"/>
                  </a:cubicBezTo>
                  <a:lnTo>
                    <a:pt x="136595" y="41271"/>
                  </a:lnTo>
                  <a:lnTo>
                    <a:pt x="178356" y="95703"/>
                  </a:lnTo>
                  <a:cubicBezTo>
                    <a:pt x="190432" y="111608"/>
                    <a:pt x="205146" y="113139"/>
                    <a:pt x="222667" y="99701"/>
                  </a:cubicBezTo>
                  <a:lnTo>
                    <a:pt x="241377" y="85327"/>
                  </a:lnTo>
                  <a:cubicBezTo>
                    <a:pt x="256516" y="73760"/>
                    <a:pt x="262214" y="62534"/>
                    <a:pt x="258387" y="51903"/>
                  </a:cubicBezTo>
                  <a:cubicBezTo>
                    <a:pt x="251157" y="37291"/>
                    <a:pt x="242907" y="23198"/>
                    <a:pt x="233723" y="971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9B82F79C-9090-44BF-816F-B62EE73B111C}"/>
                </a:ext>
              </a:extLst>
            </p:cNvPr>
            <p:cNvSpPr/>
            <p:nvPr/>
          </p:nvSpPr>
          <p:spPr>
            <a:xfrm>
              <a:off x="5561804" y="-4087603"/>
              <a:ext cx="147392" cy="172396"/>
            </a:xfrm>
            <a:custGeom>
              <a:avLst/>
              <a:gdLst>
                <a:gd name="connsiteX0" fmla="*/ 52569 w 147392"/>
                <a:gd name="connsiteY0" fmla="*/ 171738 h 172396"/>
                <a:gd name="connsiteX1" fmla="*/ 66516 w 147392"/>
                <a:gd name="connsiteY1" fmla="*/ 150901 h 172396"/>
                <a:gd name="connsiteX2" fmla="*/ 81910 w 147392"/>
                <a:gd name="connsiteY2" fmla="*/ 161192 h 172396"/>
                <a:gd name="connsiteX3" fmla="*/ 145272 w 147392"/>
                <a:gd name="connsiteY3" fmla="*/ 66531 h 172396"/>
                <a:gd name="connsiteX4" fmla="*/ 129963 w 147392"/>
                <a:gd name="connsiteY4" fmla="*/ 56240 h 172396"/>
                <a:gd name="connsiteX5" fmla="*/ 143401 w 147392"/>
                <a:gd name="connsiteY5" fmla="*/ 36168 h 172396"/>
                <a:gd name="connsiteX6" fmla="*/ 88289 w 147392"/>
                <a:gd name="connsiteY6" fmla="*/ -658 h 172396"/>
                <a:gd name="connsiteX7" fmla="*/ 50781 w 147392"/>
                <a:gd name="connsiteY7" fmla="*/ 55390 h 172396"/>
                <a:gd name="connsiteX8" fmla="*/ 25266 w 147392"/>
                <a:gd name="connsiteY8" fmla="*/ 48501 h 172396"/>
                <a:gd name="connsiteX9" fmla="*/ 11744 w 147392"/>
                <a:gd name="connsiteY9" fmla="*/ 78268 h 172396"/>
                <a:gd name="connsiteX10" fmla="*/ 33347 w 147392"/>
                <a:gd name="connsiteY10" fmla="*/ 81925 h 172396"/>
                <a:gd name="connsiteX11" fmla="*/ -2120 w 147392"/>
                <a:gd name="connsiteY11" fmla="*/ 134996 h 172396"/>
                <a:gd name="connsiteX12" fmla="*/ 95858 w 147392"/>
                <a:gd name="connsiteY12" fmla="*/ 40676 h 172396"/>
                <a:gd name="connsiteX13" fmla="*/ 118906 w 147392"/>
                <a:gd name="connsiteY13" fmla="*/ 56070 h 172396"/>
                <a:gd name="connsiteX14" fmla="*/ 61667 w 147392"/>
                <a:gd name="connsiteY14" fmla="*/ 141545 h 172396"/>
                <a:gd name="connsiteX15" fmla="*/ 38619 w 147392"/>
                <a:gd name="connsiteY15" fmla="*/ 126151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392" h="172396">
                  <a:moveTo>
                    <a:pt x="52569" y="171738"/>
                  </a:moveTo>
                  <a:lnTo>
                    <a:pt x="66516" y="150901"/>
                  </a:lnTo>
                  <a:lnTo>
                    <a:pt x="81910" y="161192"/>
                  </a:lnTo>
                  <a:lnTo>
                    <a:pt x="145272" y="66531"/>
                  </a:lnTo>
                  <a:lnTo>
                    <a:pt x="129963" y="56240"/>
                  </a:lnTo>
                  <a:lnTo>
                    <a:pt x="143401" y="36168"/>
                  </a:lnTo>
                  <a:lnTo>
                    <a:pt x="88289" y="-658"/>
                  </a:lnTo>
                  <a:lnTo>
                    <a:pt x="50781" y="55390"/>
                  </a:lnTo>
                  <a:cubicBezTo>
                    <a:pt x="41171" y="52583"/>
                    <a:pt x="32751" y="50117"/>
                    <a:pt x="25266" y="48501"/>
                  </a:cubicBezTo>
                  <a:lnTo>
                    <a:pt x="11744" y="78268"/>
                  </a:lnTo>
                  <a:cubicBezTo>
                    <a:pt x="19057" y="78957"/>
                    <a:pt x="26287" y="80181"/>
                    <a:pt x="33347" y="81925"/>
                  </a:cubicBezTo>
                  <a:lnTo>
                    <a:pt x="-2120" y="134996"/>
                  </a:lnTo>
                  <a:close/>
                  <a:moveTo>
                    <a:pt x="95858" y="40676"/>
                  </a:moveTo>
                  <a:lnTo>
                    <a:pt x="118906" y="56070"/>
                  </a:lnTo>
                  <a:lnTo>
                    <a:pt x="61667" y="141545"/>
                  </a:lnTo>
                  <a:lnTo>
                    <a:pt x="38619" y="126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任意多边形: 形状 325">
              <a:extLst>
                <a:ext uri="{FF2B5EF4-FFF2-40B4-BE49-F238E27FC236}">
                  <a16:creationId xmlns:a16="http://schemas.microsoft.com/office/drawing/2014/main" id="{23E16C61-EE9C-4E5B-A599-0909B531038E}"/>
                </a:ext>
              </a:extLst>
            </p:cNvPr>
            <p:cNvSpPr/>
            <p:nvPr/>
          </p:nvSpPr>
          <p:spPr>
            <a:xfrm>
              <a:off x="5653658" y="-4028323"/>
              <a:ext cx="197616" cy="213475"/>
            </a:xfrm>
            <a:custGeom>
              <a:avLst/>
              <a:gdLst>
                <a:gd name="connsiteX0" fmla="*/ 159220 w 197616"/>
                <a:gd name="connsiteY0" fmla="*/ 40591 h 213475"/>
                <a:gd name="connsiteX1" fmla="*/ 135575 w 197616"/>
                <a:gd name="connsiteY1" fmla="*/ 58877 h 213475"/>
                <a:gd name="connsiteX2" fmla="*/ 163302 w 197616"/>
                <a:gd name="connsiteY2" fmla="*/ 81755 h 213475"/>
                <a:gd name="connsiteX3" fmla="*/ 162793 w 197616"/>
                <a:gd name="connsiteY3" fmla="*/ 87879 h 213475"/>
                <a:gd name="connsiteX4" fmla="*/ 158455 w 197616"/>
                <a:gd name="connsiteY4" fmla="*/ 94257 h 213475"/>
                <a:gd name="connsiteX5" fmla="*/ 145357 w 197616"/>
                <a:gd name="connsiteY5" fmla="*/ 93067 h 213475"/>
                <a:gd name="connsiteX6" fmla="*/ 87268 w 197616"/>
                <a:gd name="connsiteY6" fmla="*/ 54284 h 213475"/>
                <a:gd name="connsiteX7" fmla="*/ 113208 w 197616"/>
                <a:gd name="connsiteY7" fmla="*/ 15586 h 213475"/>
                <a:gd name="connsiteX8" fmla="*/ 88883 w 197616"/>
                <a:gd name="connsiteY8" fmla="*/ -658 h 213475"/>
                <a:gd name="connsiteX9" fmla="*/ -2120 w 197616"/>
                <a:gd name="connsiteY9" fmla="*/ 135422 h 213475"/>
                <a:gd name="connsiteX10" fmla="*/ 22205 w 197616"/>
                <a:gd name="connsiteY10" fmla="*/ 151666 h 213475"/>
                <a:gd name="connsiteX11" fmla="*/ 42446 w 197616"/>
                <a:gd name="connsiteY11" fmla="*/ 121388 h 213475"/>
                <a:gd name="connsiteX12" fmla="*/ 78337 w 197616"/>
                <a:gd name="connsiteY12" fmla="*/ 160086 h 213475"/>
                <a:gd name="connsiteX13" fmla="*/ 85737 w 197616"/>
                <a:gd name="connsiteY13" fmla="*/ 212817 h 213475"/>
                <a:gd name="connsiteX14" fmla="*/ 118480 w 197616"/>
                <a:gd name="connsiteY14" fmla="*/ 210606 h 213475"/>
                <a:gd name="connsiteX15" fmla="*/ 106063 w 197616"/>
                <a:gd name="connsiteY15" fmla="*/ 144947 h 213475"/>
                <a:gd name="connsiteX16" fmla="*/ 59371 w 197616"/>
                <a:gd name="connsiteY16" fmla="*/ 96128 h 213475"/>
                <a:gd name="connsiteX17" fmla="*/ 70172 w 197616"/>
                <a:gd name="connsiteY17" fmla="*/ 80054 h 213475"/>
                <a:gd name="connsiteX18" fmla="*/ 134471 w 197616"/>
                <a:gd name="connsiteY18" fmla="*/ 122579 h 213475"/>
                <a:gd name="connsiteX19" fmla="*/ 157434 w 197616"/>
                <a:gd name="connsiteY19" fmla="*/ 129043 h 213475"/>
                <a:gd name="connsiteX20" fmla="*/ 175804 w 197616"/>
                <a:gd name="connsiteY20" fmla="*/ 117646 h 213475"/>
                <a:gd name="connsiteX21" fmla="*/ 189242 w 197616"/>
                <a:gd name="connsiteY21" fmla="*/ 97574 h 213475"/>
                <a:gd name="connsiteX22" fmla="*/ 195281 w 197616"/>
                <a:gd name="connsiteY22" fmla="*/ 75716 h 213475"/>
                <a:gd name="connsiteX23" fmla="*/ 159220 w 197616"/>
                <a:gd name="connsiteY23" fmla="*/ 40591 h 21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7616" h="213475">
                  <a:moveTo>
                    <a:pt x="159220" y="40591"/>
                  </a:moveTo>
                  <a:lnTo>
                    <a:pt x="135575" y="58877"/>
                  </a:lnTo>
                  <a:cubicBezTo>
                    <a:pt x="153096" y="71294"/>
                    <a:pt x="162282" y="78948"/>
                    <a:pt x="163302" y="81755"/>
                  </a:cubicBezTo>
                  <a:cubicBezTo>
                    <a:pt x="164068" y="83762"/>
                    <a:pt x="163898" y="86025"/>
                    <a:pt x="162793" y="87879"/>
                  </a:cubicBezTo>
                  <a:lnTo>
                    <a:pt x="158455" y="94257"/>
                  </a:lnTo>
                  <a:cubicBezTo>
                    <a:pt x="156159" y="97744"/>
                    <a:pt x="151736" y="97319"/>
                    <a:pt x="145357" y="93067"/>
                  </a:cubicBezTo>
                  <a:lnTo>
                    <a:pt x="87268" y="54284"/>
                  </a:lnTo>
                  <a:lnTo>
                    <a:pt x="113208" y="15586"/>
                  </a:lnTo>
                  <a:lnTo>
                    <a:pt x="88883" y="-658"/>
                  </a:lnTo>
                  <a:lnTo>
                    <a:pt x="-2120" y="135422"/>
                  </a:lnTo>
                  <a:lnTo>
                    <a:pt x="22205" y="151666"/>
                  </a:lnTo>
                  <a:lnTo>
                    <a:pt x="42446" y="121388"/>
                  </a:lnTo>
                  <a:cubicBezTo>
                    <a:pt x="56989" y="131654"/>
                    <a:pt x="69153" y="144837"/>
                    <a:pt x="78337" y="160086"/>
                  </a:cubicBezTo>
                  <a:cubicBezTo>
                    <a:pt x="85652" y="176637"/>
                    <a:pt x="88204" y="194897"/>
                    <a:pt x="85737" y="212817"/>
                  </a:cubicBezTo>
                  <a:lnTo>
                    <a:pt x="118480" y="210606"/>
                  </a:lnTo>
                  <a:cubicBezTo>
                    <a:pt x="120438" y="187991"/>
                    <a:pt x="116186" y="165283"/>
                    <a:pt x="106063" y="144947"/>
                  </a:cubicBezTo>
                  <a:cubicBezTo>
                    <a:pt x="93646" y="125896"/>
                    <a:pt x="77828" y="109337"/>
                    <a:pt x="59371" y="96128"/>
                  </a:cubicBezTo>
                  <a:lnTo>
                    <a:pt x="70172" y="80054"/>
                  </a:lnTo>
                  <a:lnTo>
                    <a:pt x="134471" y="122579"/>
                  </a:lnTo>
                  <a:cubicBezTo>
                    <a:pt x="141105" y="127384"/>
                    <a:pt x="149269" y="129681"/>
                    <a:pt x="157434" y="129043"/>
                  </a:cubicBezTo>
                  <a:cubicBezTo>
                    <a:pt x="165090" y="128652"/>
                    <a:pt x="172062" y="124348"/>
                    <a:pt x="175804" y="117646"/>
                  </a:cubicBezTo>
                  <a:lnTo>
                    <a:pt x="189242" y="97574"/>
                  </a:lnTo>
                  <a:cubicBezTo>
                    <a:pt x="194091" y="91374"/>
                    <a:pt x="196217" y="83515"/>
                    <a:pt x="195281" y="75716"/>
                  </a:cubicBezTo>
                  <a:cubicBezTo>
                    <a:pt x="193325" y="70188"/>
                    <a:pt x="181248" y="58196"/>
                    <a:pt x="159220" y="4059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任意多边形: 形状 326">
              <a:extLst>
                <a:ext uri="{FF2B5EF4-FFF2-40B4-BE49-F238E27FC236}">
                  <a16:creationId xmlns:a16="http://schemas.microsoft.com/office/drawing/2014/main" id="{6A7DC59A-357C-4A42-8453-66A5FE543CC0}"/>
                </a:ext>
              </a:extLst>
            </p:cNvPr>
            <p:cNvSpPr/>
            <p:nvPr/>
          </p:nvSpPr>
          <p:spPr>
            <a:xfrm>
              <a:off x="5495466" y="-3955265"/>
              <a:ext cx="238904" cy="224446"/>
            </a:xfrm>
            <a:custGeom>
              <a:avLst/>
              <a:gdLst>
                <a:gd name="connsiteX0" fmla="*/ 202085 w 238904"/>
                <a:gd name="connsiteY0" fmla="*/ 163913 h 224446"/>
                <a:gd name="connsiteX1" fmla="*/ 215947 w 238904"/>
                <a:gd name="connsiteY1" fmla="*/ 121814 h 224446"/>
                <a:gd name="connsiteX2" fmla="*/ 194600 w 238904"/>
                <a:gd name="connsiteY2" fmla="*/ 97915 h 224446"/>
                <a:gd name="connsiteX3" fmla="*/ 120266 w 238904"/>
                <a:gd name="connsiteY3" fmla="*/ 79799 h 224446"/>
                <a:gd name="connsiteX4" fmla="*/ 69236 w 238904"/>
                <a:gd name="connsiteY4" fmla="*/ 12949 h 224446"/>
                <a:gd name="connsiteX5" fmla="*/ 48910 w 238904"/>
                <a:gd name="connsiteY5" fmla="*/ -658 h 224446"/>
                <a:gd name="connsiteX6" fmla="*/ -2120 w 238904"/>
                <a:gd name="connsiteY6" fmla="*/ 75461 h 224446"/>
                <a:gd name="connsiteX7" fmla="*/ 219774 w 238904"/>
                <a:gd name="connsiteY7" fmla="*/ 223789 h 224446"/>
                <a:gd name="connsiteX8" fmla="*/ 236784 w 238904"/>
                <a:gd name="connsiteY8" fmla="*/ 198274 h 224446"/>
                <a:gd name="connsiteX9" fmla="*/ 172318 w 238904"/>
                <a:gd name="connsiteY9" fmla="*/ 155153 h 224446"/>
                <a:gd name="connsiteX10" fmla="*/ 39468 w 238904"/>
                <a:gd name="connsiteY10" fmla="*/ 66446 h 224446"/>
                <a:gd name="connsiteX11" fmla="*/ 56478 w 238904"/>
                <a:gd name="connsiteY11" fmla="*/ 40931 h 224446"/>
                <a:gd name="connsiteX12" fmla="*/ 107508 w 238904"/>
                <a:gd name="connsiteY12" fmla="*/ 107440 h 224446"/>
                <a:gd name="connsiteX13" fmla="*/ 177930 w 238904"/>
                <a:gd name="connsiteY13" fmla="*/ 122919 h 224446"/>
                <a:gd name="connsiteX14" fmla="*/ 184649 w 238904"/>
                <a:gd name="connsiteY14" fmla="*/ 130659 h 224446"/>
                <a:gd name="connsiteX15" fmla="*/ 181246 w 238904"/>
                <a:gd name="connsiteY15" fmla="*/ 141630 h 224446"/>
                <a:gd name="connsiteX16" fmla="*/ 170870 w 238904"/>
                <a:gd name="connsiteY16" fmla="*/ 154388 h 224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8904" h="224446">
                  <a:moveTo>
                    <a:pt x="202085" y="163913"/>
                  </a:moveTo>
                  <a:cubicBezTo>
                    <a:pt x="213140" y="146903"/>
                    <a:pt x="217733" y="133040"/>
                    <a:pt x="215947" y="121814"/>
                  </a:cubicBezTo>
                  <a:cubicBezTo>
                    <a:pt x="211780" y="111625"/>
                    <a:pt x="204294" y="103179"/>
                    <a:pt x="194600" y="97915"/>
                  </a:cubicBezTo>
                  <a:cubicBezTo>
                    <a:pt x="171466" y="86424"/>
                    <a:pt x="146121" y="80233"/>
                    <a:pt x="120266" y="79799"/>
                  </a:cubicBezTo>
                  <a:cubicBezTo>
                    <a:pt x="102745" y="55474"/>
                    <a:pt x="85650" y="33362"/>
                    <a:pt x="69236" y="12949"/>
                  </a:cubicBezTo>
                  <a:lnTo>
                    <a:pt x="48910" y="-658"/>
                  </a:lnTo>
                  <a:lnTo>
                    <a:pt x="-2120" y="75461"/>
                  </a:lnTo>
                  <a:lnTo>
                    <a:pt x="219774" y="223789"/>
                  </a:lnTo>
                  <a:lnTo>
                    <a:pt x="236784" y="198274"/>
                  </a:lnTo>
                  <a:lnTo>
                    <a:pt x="172318" y="155153"/>
                  </a:lnTo>
                  <a:close/>
                  <a:moveTo>
                    <a:pt x="39468" y="66446"/>
                  </a:moveTo>
                  <a:lnTo>
                    <a:pt x="56478" y="40931"/>
                  </a:lnTo>
                  <a:cubicBezTo>
                    <a:pt x="72467" y="59472"/>
                    <a:pt x="89477" y="81645"/>
                    <a:pt x="107508" y="107440"/>
                  </a:cubicBezTo>
                  <a:cubicBezTo>
                    <a:pt x="137787" y="106845"/>
                    <a:pt x="161346" y="111863"/>
                    <a:pt x="177930" y="122919"/>
                  </a:cubicBezTo>
                  <a:cubicBezTo>
                    <a:pt x="181076" y="124552"/>
                    <a:pt x="183458" y="127316"/>
                    <a:pt x="184649" y="130659"/>
                  </a:cubicBezTo>
                  <a:cubicBezTo>
                    <a:pt x="184564" y="134563"/>
                    <a:pt x="183372" y="138364"/>
                    <a:pt x="181246" y="141630"/>
                  </a:cubicBezTo>
                  <a:cubicBezTo>
                    <a:pt x="178015" y="146078"/>
                    <a:pt x="174612" y="150339"/>
                    <a:pt x="170870" y="15438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任意多边形: 形状 327">
              <a:extLst>
                <a:ext uri="{FF2B5EF4-FFF2-40B4-BE49-F238E27FC236}">
                  <a16:creationId xmlns:a16="http://schemas.microsoft.com/office/drawing/2014/main" id="{CA57674F-6CDF-4906-94F9-B33A1ABCCB9B}"/>
                </a:ext>
              </a:extLst>
            </p:cNvPr>
            <p:cNvSpPr/>
            <p:nvPr/>
          </p:nvSpPr>
          <p:spPr>
            <a:xfrm rot="-782399">
              <a:off x="2303034" y="-4533323"/>
              <a:ext cx="233547" cy="48563"/>
            </a:xfrm>
            <a:custGeom>
              <a:avLst/>
              <a:gdLst>
                <a:gd name="connsiteX0" fmla="*/ -2120 w 233547"/>
                <a:gd name="connsiteY0" fmla="*/ -659 h 48563"/>
                <a:gd name="connsiteX1" fmla="*/ 231427 w 233547"/>
                <a:gd name="connsiteY1" fmla="*/ -659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9"/>
                  </a:moveTo>
                  <a:lnTo>
                    <a:pt x="231427" y="-659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任意多边形: 形状 328">
              <a:extLst>
                <a:ext uri="{FF2B5EF4-FFF2-40B4-BE49-F238E27FC236}">
                  <a16:creationId xmlns:a16="http://schemas.microsoft.com/office/drawing/2014/main" id="{17FC5B10-CE0A-4668-B4AB-557F8E72DA6F}"/>
                </a:ext>
              </a:extLst>
            </p:cNvPr>
            <p:cNvSpPr/>
            <p:nvPr/>
          </p:nvSpPr>
          <p:spPr>
            <a:xfrm>
              <a:off x="2256846" y="-4840380"/>
              <a:ext cx="251323" cy="212284"/>
            </a:xfrm>
            <a:custGeom>
              <a:avLst/>
              <a:gdLst>
                <a:gd name="connsiteX0" fmla="*/ 1792 w 251323"/>
                <a:gd name="connsiteY0" fmla="*/ 61083 h 212284"/>
                <a:gd name="connsiteX1" fmla="*/ 160494 w 251323"/>
                <a:gd name="connsiteY1" fmla="*/ 45179 h 212284"/>
                <a:gd name="connsiteX2" fmla="*/ 12593 w 251323"/>
                <a:gd name="connsiteY2" fmla="*/ 168757 h 212284"/>
                <a:gd name="connsiteX3" fmla="*/ 16846 w 251323"/>
                <a:gd name="connsiteY3" fmla="*/ 211282 h 212284"/>
                <a:gd name="connsiteX4" fmla="*/ 249203 w 251323"/>
                <a:gd name="connsiteY4" fmla="*/ 188063 h 212284"/>
                <a:gd name="connsiteX5" fmla="*/ 245289 w 251323"/>
                <a:gd name="connsiteY5" fmla="*/ 149280 h 212284"/>
                <a:gd name="connsiteX6" fmla="*/ 86586 w 251323"/>
                <a:gd name="connsiteY6" fmla="*/ 165184 h 212284"/>
                <a:gd name="connsiteX7" fmla="*/ 234573 w 251323"/>
                <a:gd name="connsiteY7" fmla="*/ 42287 h 212284"/>
                <a:gd name="connsiteX8" fmla="*/ 230235 w 251323"/>
                <a:gd name="connsiteY8" fmla="*/ -1003 h 212284"/>
                <a:gd name="connsiteX9" fmla="*/ -2120 w 251323"/>
                <a:gd name="connsiteY9" fmla="*/ 22300 h 21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1323" h="212284">
                  <a:moveTo>
                    <a:pt x="1792" y="61083"/>
                  </a:moveTo>
                  <a:lnTo>
                    <a:pt x="160494" y="45179"/>
                  </a:lnTo>
                  <a:lnTo>
                    <a:pt x="12593" y="168757"/>
                  </a:lnTo>
                  <a:lnTo>
                    <a:pt x="16846" y="211282"/>
                  </a:lnTo>
                  <a:lnTo>
                    <a:pt x="249203" y="188063"/>
                  </a:lnTo>
                  <a:lnTo>
                    <a:pt x="245289" y="149280"/>
                  </a:lnTo>
                  <a:lnTo>
                    <a:pt x="86586" y="165184"/>
                  </a:lnTo>
                  <a:lnTo>
                    <a:pt x="234573" y="42287"/>
                  </a:lnTo>
                  <a:lnTo>
                    <a:pt x="230235" y="-1003"/>
                  </a:lnTo>
                  <a:lnTo>
                    <a:pt x="-2120" y="2230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任意多边形: 形状 329">
              <a:extLst>
                <a:ext uri="{FF2B5EF4-FFF2-40B4-BE49-F238E27FC236}">
                  <a16:creationId xmlns:a16="http://schemas.microsoft.com/office/drawing/2014/main" id="{729B0276-5E25-4105-99CE-AC6AB5F7A31F}"/>
                </a:ext>
              </a:extLst>
            </p:cNvPr>
            <p:cNvSpPr/>
            <p:nvPr/>
          </p:nvSpPr>
          <p:spPr>
            <a:xfrm>
              <a:off x="2253214" y="-5079273"/>
              <a:ext cx="244854" cy="158860"/>
            </a:xfrm>
            <a:custGeom>
              <a:avLst/>
              <a:gdLst>
                <a:gd name="connsiteX0" fmla="*/ 58325 w 244854"/>
                <a:gd name="connsiteY0" fmla="*/ 150378 h 158860"/>
                <a:gd name="connsiteX1" fmla="*/ 96683 w 244854"/>
                <a:gd name="connsiteY1" fmla="*/ 139236 h 158860"/>
                <a:gd name="connsiteX2" fmla="*/ 132573 w 244854"/>
                <a:gd name="connsiteY2" fmla="*/ 96711 h 158860"/>
                <a:gd name="connsiteX3" fmla="*/ 142015 w 244854"/>
                <a:gd name="connsiteY3" fmla="*/ 81487 h 158860"/>
                <a:gd name="connsiteX4" fmla="*/ 161660 w 244854"/>
                <a:gd name="connsiteY4" fmla="*/ 56653 h 158860"/>
                <a:gd name="connsiteX5" fmla="*/ 181137 w 244854"/>
                <a:gd name="connsiteY5" fmla="*/ 50784 h 158860"/>
                <a:gd name="connsiteX6" fmla="*/ 203336 w 244854"/>
                <a:gd name="connsiteY6" fmla="*/ 62691 h 158860"/>
                <a:gd name="connsiteX7" fmla="*/ 210310 w 244854"/>
                <a:gd name="connsiteY7" fmla="*/ 92629 h 158860"/>
                <a:gd name="connsiteX8" fmla="*/ 191513 w 244854"/>
                <a:gd name="connsiteY8" fmla="*/ 156331 h 158860"/>
                <a:gd name="connsiteX9" fmla="*/ 231573 w 244854"/>
                <a:gd name="connsiteY9" fmla="*/ 158203 h 158860"/>
                <a:gd name="connsiteX10" fmla="*/ 242543 w 244854"/>
                <a:gd name="connsiteY10" fmla="*/ 93309 h 158860"/>
                <a:gd name="connsiteX11" fmla="*/ 227235 w 244854"/>
                <a:gd name="connsiteY11" fmla="*/ 25950 h 158860"/>
                <a:gd name="connsiteX12" fmla="*/ 138018 w 244854"/>
                <a:gd name="connsiteY12" fmla="*/ 10386 h 158860"/>
                <a:gd name="connsiteX13" fmla="*/ 101020 w 244854"/>
                <a:gd name="connsiteY13" fmla="*/ 55292 h 158860"/>
                <a:gd name="connsiteX14" fmla="*/ 90900 w 244854"/>
                <a:gd name="connsiteY14" fmla="*/ 71537 h 158860"/>
                <a:gd name="connsiteX15" fmla="*/ 71934 w 244854"/>
                <a:gd name="connsiteY15" fmla="*/ 96201 h 158860"/>
                <a:gd name="connsiteX16" fmla="*/ 54924 w 244854"/>
                <a:gd name="connsiteY16" fmla="*/ 102240 h 158860"/>
                <a:gd name="connsiteX17" fmla="*/ 36552 w 244854"/>
                <a:gd name="connsiteY17" fmla="*/ 91608 h 158860"/>
                <a:gd name="connsiteX18" fmla="*/ 30599 w 244854"/>
                <a:gd name="connsiteY18" fmla="*/ 65498 h 158860"/>
                <a:gd name="connsiteX19" fmla="*/ 46589 w 244854"/>
                <a:gd name="connsiteY19" fmla="*/ 9535 h 158860"/>
                <a:gd name="connsiteX20" fmla="*/ 9251 w 244854"/>
                <a:gd name="connsiteY20" fmla="*/ 7834 h 158860"/>
                <a:gd name="connsiteX21" fmla="*/ -1721 w 244854"/>
                <a:gd name="connsiteY21" fmla="*/ 70346 h 158860"/>
                <a:gd name="connsiteX22" fmla="*/ 13163 w 244854"/>
                <a:gd name="connsiteY22" fmla="*/ 127159 h 158860"/>
                <a:gd name="connsiteX23" fmla="*/ 58325 w 244854"/>
                <a:gd name="connsiteY23" fmla="*/ 150378 h 158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4854" h="158860">
                  <a:moveTo>
                    <a:pt x="58325" y="150378"/>
                  </a:moveTo>
                  <a:cubicBezTo>
                    <a:pt x="72019" y="151297"/>
                    <a:pt x="85626" y="147350"/>
                    <a:pt x="96683" y="139236"/>
                  </a:cubicBezTo>
                  <a:cubicBezTo>
                    <a:pt x="111141" y="127355"/>
                    <a:pt x="123302" y="112947"/>
                    <a:pt x="132573" y="96711"/>
                  </a:cubicBezTo>
                  <a:lnTo>
                    <a:pt x="142015" y="81487"/>
                  </a:lnTo>
                  <a:cubicBezTo>
                    <a:pt x="147287" y="72260"/>
                    <a:pt x="153921" y="63891"/>
                    <a:pt x="161660" y="56653"/>
                  </a:cubicBezTo>
                  <a:cubicBezTo>
                    <a:pt x="167189" y="52358"/>
                    <a:pt x="174164" y="50266"/>
                    <a:pt x="181137" y="50784"/>
                  </a:cubicBezTo>
                  <a:cubicBezTo>
                    <a:pt x="190067" y="50886"/>
                    <a:pt x="198317" y="55335"/>
                    <a:pt x="203336" y="62691"/>
                  </a:cubicBezTo>
                  <a:cubicBezTo>
                    <a:pt x="208948" y="71596"/>
                    <a:pt x="211415" y="82151"/>
                    <a:pt x="210310" y="92629"/>
                  </a:cubicBezTo>
                  <a:cubicBezTo>
                    <a:pt x="208267" y="114887"/>
                    <a:pt x="201888" y="136523"/>
                    <a:pt x="191513" y="156331"/>
                  </a:cubicBezTo>
                  <a:lnTo>
                    <a:pt x="231573" y="158203"/>
                  </a:lnTo>
                  <a:cubicBezTo>
                    <a:pt x="237441" y="137008"/>
                    <a:pt x="241097" y="115261"/>
                    <a:pt x="242543" y="93309"/>
                  </a:cubicBezTo>
                  <a:cubicBezTo>
                    <a:pt x="243820" y="64962"/>
                    <a:pt x="238716" y="42509"/>
                    <a:pt x="227235" y="25950"/>
                  </a:cubicBezTo>
                  <a:cubicBezTo>
                    <a:pt x="206396" y="-2202"/>
                    <a:pt x="167189" y="-9048"/>
                    <a:pt x="138018" y="10386"/>
                  </a:cubicBezTo>
                  <a:cubicBezTo>
                    <a:pt x="123134" y="23024"/>
                    <a:pt x="110545" y="38231"/>
                    <a:pt x="101020" y="55292"/>
                  </a:cubicBezTo>
                  <a:lnTo>
                    <a:pt x="90900" y="71537"/>
                  </a:lnTo>
                  <a:cubicBezTo>
                    <a:pt x="85796" y="80603"/>
                    <a:pt x="79417" y="88904"/>
                    <a:pt x="71934" y="96201"/>
                  </a:cubicBezTo>
                  <a:cubicBezTo>
                    <a:pt x="67256" y="100352"/>
                    <a:pt x="61132" y="102520"/>
                    <a:pt x="54924" y="102240"/>
                  </a:cubicBezTo>
                  <a:cubicBezTo>
                    <a:pt x="47438" y="102010"/>
                    <a:pt x="40464" y="98013"/>
                    <a:pt x="36552" y="91608"/>
                  </a:cubicBezTo>
                  <a:cubicBezTo>
                    <a:pt x="31788" y="83784"/>
                    <a:pt x="29662" y="74615"/>
                    <a:pt x="30599" y="65498"/>
                  </a:cubicBezTo>
                  <a:cubicBezTo>
                    <a:pt x="32725" y="46073"/>
                    <a:pt x="38167" y="27149"/>
                    <a:pt x="46589" y="9535"/>
                  </a:cubicBezTo>
                  <a:lnTo>
                    <a:pt x="9251" y="7834"/>
                  </a:lnTo>
                  <a:cubicBezTo>
                    <a:pt x="3213" y="28195"/>
                    <a:pt x="-444" y="49160"/>
                    <a:pt x="-1721" y="70346"/>
                  </a:cubicBezTo>
                  <a:cubicBezTo>
                    <a:pt x="-3677" y="90452"/>
                    <a:pt x="1597" y="110592"/>
                    <a:pt x="13163" y="127159"/>
                  </a:cubicBezTo>
                  <a:cubicBezTo>
                    <a:pt x="23709" y="141558"/>
                    <a:pt x="40464" y="150157"/>
                    <a:pt x="58325" y="1503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任意多边形: 形状 330">
              <a:extLst>
                <a:ext uri="{FF2B5EF4-FFF2-40B4-BE49-F238E27FC236}">
                  <a16:creationId xmlns:a16="http://schemas.microsoft.com/office/drawing/2014/main" id="{091B4091-6E2E-4662-8FCE-4698DEEE98C6}"/>
                </a:ext>
              </a:extLst>
            </p:cNvPr>
            <p:cNvSpPr/>
            <p:nvPr/>
          </p:nvSpPr>
          <p:spPr>
            <a:xfrm>
              <a:off x="2270453" y="-5383595"/>
              <a:ext cx="254215" cy="218152"/>
            </a:xfrm>
            <a:custGeom>
              <a:avLst/>
              <a:gdLst>
                <a:gd name="connsiteX0" fmla="*/ 242910 w 254215"/>
                <a:gd name="connsiteY0" fmla="*/ 172754 h 218152"/>
                <a:gd name="connsiteX1" fmla="*/ 252096 w 254215"/>
                <a:gd name="connsiteY1" fmla="*/ 124870 h 218152"/>
                <a:gd name="connsiteX2" fmla="*/ 54099 w 254215"/>
                <a:gd name="connsiteY2" fmla="*/ 87108 h 218152"/>
                <a:gd name="connsiteX3" fmla="*/ 69749 w 254215"/>
                <a:gd name="connsiteY3" fmla="*/ 4950 h 218152"/>
                <a:gd name="connsiteX4" fmla="*/ 38279 w 254215"/>
                <a:gd name="connsiteY4" fmla="*/ -1003 h 218152"/>
                <a:gd name="connsiteX5" fmla="*/ -2120 w 254215"/>
                <a:gd name="connsiteY5" fmla="*/ 211196 h 218152"/>
                <a:gd name="connsiteX6" fmla="*/ 29350 w 254215"/>
                <a:gd name="connsiteY6" fmla="*/ 217149 h 218152"/>
                <a:gd name="connsiteX7" fmla="*/ 44998 w 254215"/>
                <a:gd name="connsiteY7" fmla="*/ 134991 h 21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4215" h="218152">
                  <a:moveTo>
                    <a:pt x="242910" y="172754"/>
                  </a:moveTo>
                  <a:lnTo>
                    <a:pt x="252096" y="124870"/>
                  </a:lnTo>
                  <a:lnTo>
                    <a:pt x="54099" y="87108"/>
                  </a:lnTo>
                  <a:lnTo>
                    <a:pt x="69749" y="4950"/>
                  </a:lnTo>
                  <a:lnTo>
                    <a:pt x="38279" y="-1003"/>
                  </a:lnTo>
                  <a:lnTo>
                    <a:pt x="-2120" y="211196"/>
                  </a:lnTo>
                  <a:lnTo>
                    <a:pt x="29350" y="217149"/>
                  </a:lnTo>
                  <a:lnTo>
                    <a:pt x="44998" y="13499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任意多边形: 形状 331">
              <a:extLst>
                <a:ext uri="{FF2B5EF4-FFF2-40B4-BE49-F238E27FC236}">
                  <a16:creationId xmlns:a16="http://schemas.microsoft.com/office/drawing/2014/main" id="{9A17D755-1DE5-4188-BE50-5D7DDBE9BF40}"/>
                </a:ext>
              </a:extLst>
            </p:cNvPr>
            <p:cNvSpPr/>
            <p:nvPr/>
          </p:nvSpPr>
          <p:spPr>
            <a:xfrm rot="-4336199">
              <a:off x="2434054" y="-5582560"/>
              <a:ext cx="48563" cy="233547"/>
            </a:xfrm>
            <a:custGeom>
              <a:avLst/>
              <a:gdLst>
                <a:gd name="connsiteX0" fmla="*/ -2121 w 48563"/>
                <a:gd name="connsiteY0" fmla="*/ -658 h 233547"/>
                <a:gd name="connsiteX1" fmla="*/ 46443 w 48563"/>
                <a:gd name="connsiteY1" fmla="*/ -658 h 233547"/>
                <a:gd name="connsiteX2" fmla="*/ 46443 w 48563"/>
                <a:gd name="connsiteY2" fmla="*/ 232889 h 233547"/>
                <a:gd name="connsiteX3" fmla="*/ -2121 w 48563"/>
                <a:gd name="connsiteY3" fmla="*/ 232889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63" h="233547">
                  <a:moveTo>
                    <a:pt x="-2121" y="-658"/>
                  </a:moveTo>
                  <a:lnTo>
                    <a:pt x="46443" y="-658"/>
                  </a:lnTo>
                  <a:lnTo>
                    <a:pt x="46443" y="232889"/>
                  </a:lnTo>
                  <a:lnTo>
                    <a:pt x="-2121" y="23288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任意多边形: 形状 332">
              <a:extLst>
                <a:ext uri="{FF2B5EF4-FFF2-40B4-BE49-F238E27FC236}">
                  <a16:creationId xmlns:a16="http://schemas.microsoft.com/office/drawing/2014/main" id="{28E683FB-FA21-4A38-9A0F-361C776EF4C7}"/>
                </a:ext>
              </a:extLst>
            </p:cNvPr>
            <p:cNvSpPr/>
            <p:nvPr/>
          </p:nvSpPr>
          <p:spPr>
            <a:xfrm>
              <a:off x="2385866" y="-5814458"/>
              <a:ext cx="267481" cy="217728"/>
            </a:xfrm>
            <a:custGeom>
              <a:avLst/>
              <a:gdLst>
                <a:gd name="connsiteX0" fmla="*/ 245036 w 267481"/>
                <a:gd name="connsiteY0" fmla="*/ 216725 h 217728"/>
                <a:gd name="connsiteX1" fmla="*/ 265362 w 267481"/>
                <a:gd name="connsiteY1" fmla="*/ 172413 h 217728"/>
                <a:gd name="connsiteX2" fmla="*/ 82249 w 267481"/>
                <a:gd name="connsiteY2" fmla="*/ 88299 h 217728"/>
                <a:gd name="connsiteX3" fmla="*/ 117120 w 267481"/>
                <a:gd name="connsiteY3" fmla="*/ 12349 h 217728"/>
                <a:gd name="connsiteX4" fmla="*/ 88034 w 267481"/>
                <a:gd name="connsiteY4" fmla="*/ -1003 h 217728"/>
                <a:gd name="connsiteX5" fmla="*/ -2120 w 267481"/>
                <a:gd name="connsiteY5" fmla="*/ 195292 h 217728"/>
                <a:gd name="connsiteX6" fmla="*/ 26966 w 267481"/>
                <a:gd name="connsiteY6" fmla="*/ 208645 h 217728"/>
                <a:gd name="connsiteX7" fmla="*/ 61923 w 267481"/>
                <a:gd name="connsiteY7" fmla="*/ 132610 h 217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481" h="217728">
                  <a:moveTo>
                    <a:pt x="245036" y="216725"/>
                  </a:moveTo>
                  <a:lnTo>
                    <a:pt x="265362" y="172413"/>
                  </a:lnTo>
                  <a:lnTo>
                    <a:pt x="82249" y="88299"/>
                  </a:lnTo>
                  <a:lnTo>
                    <a:pt x="117120" y="12349"/>
                  </a:lnTo>
                  <a:lnTo>
                    <a:pt x="88034" y="-1003"/>
                  </a:lnTo>
                  <a:lnTo>
                    <a:pt x="-2120" y="195292"/>
                  </a:lnTo>
                  <a:lnTo>
                    <a:pt x="26966" y="208645"/>
                  </a:lnTo>
                  <a:lnTo>
                    <a:pt x="61923" y="13261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任意多边形: 形状 333">
              <a:extLst>
                <a:ext uri="{FF2B5EF4-FFF2-40B4-BE49-F238E27FC236}">
                  <a16:creationId xmlns:a16="http://schemas.microsoft.com/office/drawing/2014/main" id="{E3C956C2-4EB7-4E84-8CCA-AD291E747D32}"/>
                </a:ext>
              </a:extLst>
            </p:cNvPr>
            <p:cNvSpPr/>
            <p:nvPr/>
          </p:nvSpPr>
          <p:spPr>
            <a:xfrm>
              <a:off x="2526795" y="-6055065"/>
              <a:ext cx="270325" cy="254676"/>
            </a:xfrm>
            <a:custGeom>
              <a:avLst/>
              <a:gdLst>
                <a:gd name="connsiteX0" fmla="*/ 160409 w 270325"/>
                <a:gd name="connsiteY0" fmla="*/ 252621 h 254676"/>
                <a:gd name="connsiteX1" fmla="*/ 198341 w 270325"/>
                <a:gd name="connsiteY1" fmla="*/ 249559 h 254676"/>
                <a:gd name="connsiteX2" fmla="*/ 249371 w 270325"/>
                <a:gd name="connsiteY2" fmla="*/ 205843 h 254676"/>
                <a:gd name="connsiteX3" fmla="*/ 268169 w 270325"/>
                <a:gd name="connsiteY3" fmla="*/ 146308 h 254676"/>
                <a:gd name="connsiteX4" fmla="*/ 256091 w 270325"/>
                <a:gd name="connsiteY4" fmla="*/ 111268 h 254676"/>
                <a:gd name="connsiteX5" fmla="*/ 218499 w 270325"/>
                <a:gd name="connsiteY5" fmla="*/ 78863 h 254676"/>
                <a:gd name="connsiteX6" fmla="*/ 99429 w 270325"/>
                <a:gd name="connsiteY6" fmla="*/ -658 h 254676"/>
                <a:gd name="connsiteX7" fmla="*/ 75955 w 270325"/>
                <a:gd name="connsiteY7" fmla="*/ 34552 h 254676"/>
                <a:gd name="connsiteX8" fmla="*/ 198003 w 270325"/>
                <a:gd name="connsiteY8" fmla="*/ 115775 h 254676"/>
                <a:gd name="connsiteX9" fmla="*/ 230576 w 270325"/>
                <a:gd name="connsiteY9" fmla="*/ 150305 h 254676"/>
                <a:gd name="connsiteX10" fmla="*/ 223433 w 270325"/>
                <a:gd name="connsiteY10" fmla="*/ 186962 h 254676"/>
                <a:gd name="connsiteX11" fmla="*/ 190858 w 270325"/>
                <a:gd name="connsiteY11" fmla="*/ 208650 h 254676"/>
                <a:gd name="connsiteX12" fmla="*/ 143910 w 270325"/>
                <a:gd name="connsiteY12" fmla="*/ 190874 h 254676"/>
                <a:gd name="connsiteX13" fmla="*/ 24840 w 270325"/>
                <a:gd name="connsiteY13" fmla="*/ 111523 h 254676"/>
                <a:gd name="connsiteX14" fmla="*/ -2120 w 270325"/>
                <a:gd name="connsiteY14" fmla="*/ 152006 h 254676"/>
                <a:gd name="connsiteX15" fmla="*/ 116950 w 270325"/>
                <a:gd name="connsiteY15" fmla="*/ 231188 h 254676"/>
                <a:gd name="connsiteX16" fmla="*/ 160409 w 270325"/>
                <a:gd name="connsiteY16" fmla="*/ 252621 h 25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25" h="254676">
                  <a:moveTo>
                    <a:pt x="160409" y="252621"/>
                  </a:moveTo>
                  <a:cubicBezTo>
                    <a:pt x="173082" y="255232"/>
                    <a:pt x="186265" y="254169"/>
                    <a:pt x="198341" y="249559"/>
                  </a:cubicBezTo>
                  <a:cubicBezTo>
                    <a:pt x="219689" y="240960"/>
                    <a:pt x="237635" y="225609"/>
                    <a:pt x="249371" y="205843"/>
                  </a:cubicBezTo>
                  <a:cubicBezTo>
                    <a:pt x="262129" y="188680"/>
                    <a:pt x="268763" y="167698"/>
                    <a:pt x="268169" y="146308"/>
                  </a:cubicBezTo>
                  <a:cubicBezTo>
                    <a:pt x="267658" y="133695"/>
                    <a:pt x="263491" y="121507"/>
                    <a:pt x="256091" y="111268"/>
                  </a:cubicBezTo>
                  <a:cubicBezTo>
                    <a:pt x="245374" y="98485"/>
                    <a:pt x="232702" y="87539"/>
                    <a:pt x="218499" y="78863"/>
                  </a:cubicBezTo>
                  <a:lnTo>
                    <a:pt x="99429" y="-658"/>
                  </a:lnTo>
                  <a:lnTo>
                    <a:pt x="75955" y="34552"/>
                  </a:lnTo>
                  <a:lnTo>
                    <a:pt x="198003" y="115775"/>
                  </a:lnTo>
                  <a:cubicBezTo>
                    <a:pt x="215692" y="127572"/>
                    <a:pt x="226578" y="139079"/>
                    <a:pt x="230576" y="150305"/>
                  </a:cubicBezTo>
                  <a:cubicBezTo>
                    <a:pt x="234405" y="162952"/>
                    <a:pt x="231767" y="176688"/>
                    <a:pt x="223433" y="186962"/>
                  </a:cubicBezTo>
                  <a:cubicBezTo>
                    <a:pt x="216884" y="199150"/>
                    <a:pt x="204637" y="207272"/>
                    <a:pt x="190858" y="208650"/>
                  </a:cubicBezTo>
                  <a:cubicBezTo>
                    <a:pt x="178356" y="209330"/>
                    <a:pt x="162706" y="203402"/>
                    <a:pt x="143910" y="190874"/>
                  </a:cubicBezTo>
                  <a:lnTo>
                    <a:pt x="24840" y="111523"/>
                  </a:lnTo>
                  <a:lnTo>
                    <a:pt x="-2120" y="152006"/>
                  </a:lnTo>
                  <a:lnTo>
                    <a:pt x="116950" y="231188"/>
                  </a:lnTo>
                  <a:cubicBezTo>
                    <a:pt x="130048" y="240875"/>
                    <a:pt x="144761" y="248130"/>
                    <a:pt x="160409" y="25262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任意多边形: 形状 334">
              <a:extLst>
                <a:ext uri="{FF2B5EF4-FFF2-40B4-BE49-F238E27FC236}">
                  <a16:creationId xmlns:a16="http://schemas.microsoft.com/office/drawing/2014/main" id="{972E9994-39D5-40D8-9438-D0A50E7E76AD}"/>
                </a:ext>
              </a:extLst>
            </p:cNvPr>
            <p:cNvSpPr/>
            <p:nvPr/>
          </p:nvSpPr>
          <p:spPr>
            <a:xfrm>
              <a:off x="2689409" y="-6294140"/>
              <a:ext cx="261613" cy="255575"/>
            </a:xfrm>
            <a:custGeom>
              <a:avLst/>
              <a:gdLst>
                <a:gd name="connsiteX0" fmla="*/ 226495 w 261613"/>
                <a:gd name="connsiteY0" fmla="*/ 254572 h 255575"/>
                <a:gd name="connsiteX1" fmla="*/ 259494 w 261613"/>
                <a:gd name="connsiteY1" fmla="*/ 218595 h 255575"/>
                <a:gd name="connsiteX2" fmla="*/ 111082 w 261613"/>
                <a:gd name="connsiteY2" fmla="*/ 82260 h 255575"/>
                <a:gd name="connsiteX3" fmla="*/ 167725 w 261613"/>
                <a:gd name="connsiteY3" fmla="*/ 20684 h 255575"/>
                <a:gd name="connsiteX4" fmla="*/ 144082 w 261613"/>
                <a:gd name="connsiteY4" fmla="*/ -1003 h 255575"/>
                <a:gd name="connsiteX5" fmla="*/ -2120 w 261613"/>
                <a:gd name="connsiteY5" fmla="*/ 158040 h 255575"/>
                <a:gd name="connsiteX6" fmla="*/ 21524 w 261613"/>
                <a:gd name="connsiteY6" fmla="*/ 179728 h 255575"/>
                <a:gd name="connsiteX7" fmla="*/ 78084 w 261613"/>
                <a:gd name="connsiteY7" fmla="*/ 118151 h 25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613" h="255575">
                  <a:moveTo>
                    <a:pt x="226495" y="254572"/>
                  </a:moveTo>
                  <a:lnTo>
                    <a:pt x="259494" y="218595"/>
                  </a:lnTo>
                  <a:lnTo>
                    <a:pt x="111082" y="82260"/>
                  </a:lnTo>
                  <a:lnTo>
                    <a:pt x="167725" y="20684"/>
                  </a:lnTo>
                  <a:lnTo>
                    <a:pt x="144082" y="-1003"/>
                  </a:lnTo>
                  <a:lnTo>
                    <a:pt x="-2120" y="158040"/>
                  </a:lnTo>
                  <a:lnTo>
                    <a:pt x="21524" y="179728"/>
                  </a:lnTo>
                  <a:lnTo>
                    <a:pt x="78084" y="118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任意多边形: 形状 335">
              <a:extLst>
                <a:ext uri="{FF2B5EF4-FFF2-40B4-BE49-F238E27FC236}">
                  <a16:creationId xmlns:a16="http://schemas.microsoft.com/office/drawing/2014/main" id="{2DCFC0D0-7837-4EEF-A24B-C7C9F5C3B5EC}"/>
                </a:ext>
              </a:extLst>
            </p:cNvPr>
            <p:cNvSpPr/>
            <p:nvPr/>
          </p:nvSpPr>
          <p:spPr>
            <a:xfrm>
              <a:off x="2911391" y="-6453779"/>
              <a:ext cx="266462" cy="273265"/>
            </a:xfrm>
            <a:custGeom>
              <a:avLst/>
              <a:gdLst>
                <a:gd name="connsiteX0" fmla="*/ 243333 w 266462"/>
                <a:gd name="connsiteY0" fmla="*/ 149705 h 273265"/>
                <a:gd name="connsiteX1" fmla="*/ 162112 w 266462"/>
                <a:gd name="connsiteY1" fmla="*/ 215874 h 273265"/>
                <a:gd name="connsiteX2" fmla="*/ 116695 w 266462"/>
                <a:gd name="connsiteY2" fmla="*/ 160081 h 273265"/>
                <a:gd name="connsiteX3" fmla="*/ 178526 w 266462"/>
                <a:gd name="connsiteY3" fmla="*/ 109647 h 273265"/>
                <a:gd name="connsiteX4" fmla="*/ 158794 w 266462"/>
                <a:gd name="connsiteY4" fmla="*/ 85407 h 273265"/>
                <a:gd name="connsiteX5" fmla="*/ 96962 w 266462"/>
                <a:gd name="connsiteY5" fmla="*/ 135927 h 273265"/>
                <a:gd name="connsiteX6" fmla="*/ 55714 w 266462"/>
                <a:gd name="connsiteY6" fmla="*/ 85407 h 273265"/>
                <a:gd name="connsiteX7" fmla="*/ 131238 w 266462"/>
                <a:gd name="connsiteY7" fmla="*/ 23831 h 273265"/>
                <a:gd name="connsiteX8" fmla="*/ 110997 w 266462"/>
                <a:gd name="connsiteY8" fmla="*/ -1003 h 273265"/>
                <a:gd name="connsiteX9" fmla="*/ -2120 w 266462"/>
                <a:gd name="connsiteY9" fmla="*/ 91276 h 273265"/>
                <a:gd name="connsiteX10" fmla="*/ 145440 w 266462"/>
                <a:gd name="connsiteY10" fmla="*/ 272262 h 273265"/>
                <a:gd name="connsiteX11" fmla="*/ 264342 w 266462"/>
                <a:gd name="connsiteY11" fmla="*/ 175390 h 273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6462" h="273265">
                  <a:moveTo>
                    <a:pt x="243333" y="149705"/>
                  </a:moveTo>
                  <a:lnTo>
                    <a:pt x="162112" y="215874"/>
                  </a:lnTo>
                  <a:lnTo>
                    <a:pt x="116695" y="160081"/>
                  </a:lnTo>
                  <a:lnTo>
                    <a:pt x="178526" y="109647"/>
                  </a:lnTo>
                  <a:lnTo>
                    <a:pt x="158794" y="85407"/>
                  </a:lnTo>
                  <a:lnTo>
                    <a:pt x="96962" y="135927"/>
                  </a:lnTo>
                  <a:lnTo>
                    <a:pt x="55714" y="85407"/>
                  </a:lnTo>
                  <a:lnTo>
                    <a:pt x="131238" y="23831"/>
                  </a:lnTo>
                  <a:lnTo>
                    <a:pt x="110997" y="-1003"/>
                  </a:lnTo>
                  <a:lnTo>
                    <a:pt x="-2120" y="91276"/>
                  </a:lnTo>
                  <a:lnTo>
                    <a:pt x="145440" y="272262"/>
                  </a:lnTo>
                  <a:lnTo>
                    <a:pt x="264342" y="175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任意多边形: 形状 336">
              <a:extLst>
                <a:ext uri="{FF2B5EF4-FFF2-40B4-BE49-F238E27FC236}">
                  <a16:creationId xmlns:a16="http://schemas.microsoft.com/office/drawing/2014/main" id="{786D64E4-C0D3-443E-9D7C-183E23BCE7F6}"/>
                </a:ext>
              </a:extLst>
            </p:cNvPr>
            <p:cNvSpPr/>
            <p:nvPr/>
          </p:nvSpPr>
          <p:spPr>
            <a:xfrm>
              <a:off x="3264008" y="-6672017"/>
              <a:ext cx="176138" cy="274541"/>
            </a:xfrm>
            <a:custGeom>
              <a:avLst/>
              <a:gdLst>
                <a:gd name="connsiteX0" fmla="*/ -2120 w 176138"/>
                <a:gd name="connsiteY0" fmla="*/ 64485 h 274541"/>
                <a:gd name="connsiteX1" fmla="*/ 101981 w 176138"/>
                <a:gd name="connsiteY1" fmla="*/ 273538 h 274541"/>
                <a:gd name="connsiteX2" fmla="*/ 145528 w 176138"/>
                <a:gd name="connsiteY2" fmla="*/ 251850 h 274541"/>
                <a:gd name="connsiteX3" fmla="*/ 101640 w 176138"/>
                <a:gd name="connsiteY3" fmla="*/ 163909 h 274541"/>
                <a:gd name="connsiteX4" fmla="*/ 174018 w 176138"/>
                <a:gd name="connsiteY4" fmla="*/ 127847 h 274541"/>
                <a:gd name="connsiteX5" fmla="*/ 159645 w 176138"/>
                <a:gd name="connsiteY5" fmla="*/ 99015 h 274541"/>
                <a:gd name="connsiteX6" fmla="*/ 87353 w 176138"/>
                <a:gd name="connsiteY6" fmla="*/ 135077 h 274541"/>
                <a:gd name="connsiteX7" fmla="*/ 55629 w 176138"/>
                <a:gd name="connsiteY7" fmla="*/ 71544 h 274541"/>
                <a:gd name="connsiteX8" fmla="*/ 143655 w 176138"/>
                <a:gd name="connsiteY8" fmla="*/ 27658 h 274541"/>
                <a:gd name="connsiteX9" fmla="*/ 129367 w 176138"/>
                <a:gd name="connsiteY9" fmla="*/ -1003 h 27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138" h="274541">
                  <a:moveTo>
                    <a:pt x="-2120" y="64485"/>
                  </a:moveTo>
                  <a:lnTo>
                    <a:pt x="101981" y="273538"/>
                  </a:lnTo>
                  <a:lnTo>
                    <a:pt x="145528" y="251850"/>
                  </a:lnTo>
                  <a:lnTo>
                    <a:pt x="101640" y="163909"/>
                  </a:lnTo>
                  <a:lnTo>
                    <a:pt x="174018" y="127847"/>
                  </a:lnTo>
                  <a:lnTo>
                    <a:pt x="159645" y="99015"/>
                  </a:lnTo>
                  <a:lnTo>
                    <a:pt x="87353" y="135077"/>
                  </a:lnTo>
                  <a:lnTo>
                    <a:pt x="55629" y="71544"/>
                  </a:lnTo>
                  <a:lnTo>
                    <a:pt x="143655" y="27658"/>
                  </a:lnTo>
                  <a:lnTo>
                    <a:pt x="129367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任意多边形: 形状 337">
              <a:extLst>
                <a:ext uri="{FF2B5EF4-FFF2-40B4-BE49-F238E27FC236}">
                  <a16:creationId xmlns:a16="http://schemas.microsoft.com/office/drawing/2014/main" id="{14CEB9DA-689D-4CEB-8EA6-CA6CB07E650C}"/>
                </a:ext>
              </a:extLst>
            </p:cNvPr>
            <p:cNvSpPr/>
            <p:nvPr/>
          </p:nvSpPr>
          <p:spPr>
            <a:xfrm>
              <a:off x="3509248" y="-6758258"/>
              <a:ext cx="241255" cy="248104"/>
            </a:xfrm>
            <a:custGeom>
              <a:avLst/>
              <a:gdLst>
                <a:gd name="connsiteX0" fmla="*/ 62987 w 241255"/>
                <a:gd name="connsiteY0" fmla="*/ 234420 h 248104"/>
                <a:gd name="connsiteX1" fmla="*/ 154161 w 241255"/>
                <a:gd name="connsiteY1" fmla="*/ 240543 h 248104"/>
                <a:gd name="connsiteX2" fmla="*/ 227901 w 241255"/>
                <a:gd name="connsiteY2" fmla="*/ 182539 h 248104"/>
                <a:gd name="connsiteX3" fmla="*/ 231217 w 241255"/>
                <a:gd name="connsiteY3" fmla="*/ 86943 h 248104"/>
                <a:gd name="connsiteX4" fmla="*/ 173723 w 241255"/>
                <a:gd name="connsiteY4" fmla="*/ 11844 h 248104"/>
                <a:gd name="connsiteX5" fmla="*/ 81528 w 241255"/>
                <a:gd name="connsiteY5" fmla="*/ 6316 h 248104"/>
                <a:gd name="connsiteX6" fmla="*/ 9065 w 241255"/>
                <a:gd name="connsiteY6" fmla="*/ 64065 h 248104"/>
                <a:gd name="connsiteX7" fmla="*/ 5664 w 241255"/>
                <a:gd name="connsiteY7" fmla="*/ 159065 h 248104"/>
                <a:gd name="connsiteX8" fmla="*/ 62987 w 241255"/>
                <a:gd name="connsiteY8" fmla="*/ 234420 h 248104"/>
                <a:gd name="connsiteX9" fmla="*/ 52526 w 241255"/>
                <a:gd name="connsiteY9" fmla="*/ 75036 h 248104"/>
                <a:gd name="connsiteX10" fmla="*/ 128646 w 241255"/>
                <a:gd name="connsiteY10" fmla="*/ 37202 h 248104"/>
                <a:gd name="connsiteX11" fmla="*/ 145060 w 241255"/>
                <a:gd name="connsiteY11" fmla="*/ 45694 h 248104"/>
                <a:gd name="connsiteX12" fmla="*/ 182313 w 241255"/>
                <a:gd name="connsiteY12" fmla="*/ 102422 h 248104"/>
                <a:gd name="connsiteX13" fmla="*/ 185035 w 241255"/>
                <a:gd name="connsiteY13" fmla="*/ 171313 h 248104"/>
                <a:gd name="connsiteX14" fmla="*/ 145315 w 241255"/>
                <a:gd name="connsiteY14" fmla="*/ 209670 h 248104"/>
                <a:gd name="connsiteX15" fmla="*/ 92244 w 241255"/>
                <a:gd name="connsiteY15" fmla="*/ 200400 h 248104"/>
                <a:gd name="connsiteX16" fmla="*/ 54993 w 241255"/>
                <a:gd name="connsiteY16" fmla="*/ 143246 h 248104"/>
                <a:gd name="connsiteX17" fmla="*/ 52526 w 241255"/>
                <a:gd name="connsiteY17" fmla="*/ 75036 h 24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1255" h="248104">
                  <a:moveTo>
                    <a:pt x="62987" y="234420"/>
                  </a:moveTo>
                  <a:cubicBezTo>
                    <a:pt x="91139" y="249318"/>
                    <a:pt x="124308" y="251545"/>
                    <a:pt x="154161" y="240543"/>
                  </a:cubicBezTo>
                  <a:cubicBezTo>
                    <a:pt x="189628" y="229317"/>
                    <a:pt x="214121" y="209925"/>
                    <a:pt x="227901" y="182539"/>
                  </a:cubicBezTo>
                  <a:cubicBezTo>
                    <a:pt x="241678" y="155153"/>
                    <a:pt x="242784" y="123004"/>
                    <a:pt x="231217" y="86943"/>
                  </a:cubicBezTo>
                  <a:cubicBezTo>
                    <a:pt x="219649" y="50882"/>
                    <a:pt x="200768" y="26387"/>
                    <a:pt x="173723" y="11844"/>
                  </a:cubicBezTo>
                  <a:cubicBezTo>
                    <a:pt x="146677" y="-2700"/>
                    <a:pt x="115888" y="-4571"/>
                    <a:pt x="81528" y="6316"/>
                  </a:cubicBezTo>
                  <a:cubicBezTo>
                    <a:pt x="47169" y="17202"/>
                    <a:pt x="22759" y="36593"/>
                    <a:pt x="9065" y="64065"/>
                  </a:cubicBezTo>
                  <a:cubicBezTo>
                    <a:pt x="-4627" y="91536"/>
                    <a:pt x="-5734" y="123600"/>
                    <a:pt x="5664" y="159065"/>
                  </a:cubicBezTo>
                  <a:cubicBezTo>
                    <a:pt x="17061" y="194531"/>
                    <a:pt x="36027" y="219536"/>
                    <a:pt x="62987" y="234420"/>
                  </a:cubicBezTo>
                  <a:close/>
                  <a:moveTo>
                    <a:pt x="52526" y="75036"/>
                  </a:moveTo>
                  <a:cubicBezTo>
                    <a:pt x="63072" y="43558"/>
                    <a:pt x="97178" y="26620"/>
                    <a:pt x="128646" y="37202"/>
                  </a:cubicBezTo>
                  <a:cubicBezTo>
                    <a:pt x="134514" y="39174"/>
                    <a:pt x="140043" y="42037"/>
                    <a:pt x="145060" y="45694"/>
                  </a:cubicBezTo>
                  <a:cubicBezTo>
                    <a:pt x="163347" y="60051"/>
                    <a:pt x="176360" y="79966"/>
                    <a:pt x="182313" y="102422"/>
                  </a:cubicBezTo>
                  <a:cubicBezTo>
                    <a:pt x="190648" y="124492"/>
                    <a:pt x="191584" y="148656"/>
                    <a:pt x="185035" y="171313"/>
                  </a:cubicBezTo>
                  <a:cubicBezTo>
                    <a:pt x="179080" y="189934"/>
                    <a:pt x="164113" y="204327"/>
                    <a:pt x="145315" y="209670"/>
                  </a:cubicBezTo>
                  <a:cubicBezTo>
                    <a:pt x="127201" y="215778"/>
                    <a:pt x="107213" y="212287"/>
                    <a:pt x="92244" y="200400"/>
                  </a:cubicBezTo>
                  <a:cubicBezTo>
                    <a:pt x="73959" y="185856"/>
                    <a:pt x="60946" y="165812"/>
                    <a:pt x="54993" y="143246"/>
                  </a:cubicBezTo>
                  <a:cubicBezTo>
                    <a:pt x="46829" y="121370"/>
                    <a:pt x="45977" y="97444"/>
                    <a:pt x="52526" y="7503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任意多边形: 形状 338">
              <a:extLst>
                <a:ext uri="{FF2B5EF4-FFF2-40B4-BE49-F238E27FC236}">
                  <a16:creationId xmlns:a16="http://schemas.microsoft.com/office/drawing/2014/main" id="{900E47DB-9F21-4FDD-BFBB-E3C17C245ADA}"/>
                </a:ext>
              </a:extLst>
            </p:cNvPr>
            <p:cNvSpPr/>
            <p:nvPr/>
          </p:nvSpPr>
          <p:spPr>
            <a:xfrm>
              <a:off x="3820149" y="-6818121"/>
              <a:ext cx="220876" cy="245101"/>
            </a:xfrm>
            <a:custGeom>
              <a:avLst/>
              <a:gdLst>
                <a:gd name="connsiteX0" fmla="*/ 127666 w 220876"/>
                <a:gd name="connsiteY0" fmla="*/ 120441 h 245101"/>
                <a:gd name="connsiteX1" fmla="*/ 156755 w 220876"/>
                <a:gd name="connsiteY1" fmla="*/ 88802 h 245101"/>
                <a:gd name="connsiteX2" fmla="*/ 163048 w 220876"/>
                <a:gd name="connsiteY2" fmla="*/ 48063 h 245101"/>
                <a:gd name="connsiteX3" fmla="*/ 84462 w 220876"/>
                <a:gd name="connsiteY3" fmla="*/ 860 h 245101"/>
                <a:gd name="connsiteX4" fmla="*/ -2120 w 220876"/>
                <a:gd name="connsiteY4" fmla="*/ 13193 h 245101"/>
                <a:gd name="connsiteX5" fmla="*/ 30795 w 220876"/>
                <a:gd name="connsiteY5" fmla="*/ 244444 h 245101"/>
                <a:gd name="connsiteX6" fmla="*/ 76128 w 220876"/>
                <a:gd name="connsiteY6" fmla="*/ 237980 h 245101"/>
                <a:gd name="connsiteX7" fmla="*/ 62604 w 220876"/>
                <a:gd name="connsiteY7" fmla="*/ 143404 h 245101"/>
                <a:gd name="connsiteX8" fmla="*/ 89140 w 220876"/>
                <a:gd name="connsiteY8" fmla="*/ 139662 h 245101"/>
                <a:gd name="connsiteX9" fmla="*/ 160156 w 220876"/>
                <a:gd name="connsiteY9" fmla="*/ 225818 h 245101"/>
                <a:gd name="connsiteX10" fmla="*/ 218757 w 220876"/>
                <a:gd name="connsiteY10" fmla="*/ 217313 h 245101"/>
                <a:gd name="connsiteX11" fmla="*/ 69323 w 220876"/>
                <a:gd name="connsiteY11" fmla="*/ 110150 h 245101"/>
                <a:gd name="connsiteX12" fmla="*/ 58181 w 220876"/>
                <a:gd name="connsiteY12" fmla="*/ 111766 h 245101"/>
                <a:gd name="connsiteX13" fmla="*/ 47805 w 220876"/>
                <a:gd name="connsiteY13" fmla="*/ 38708 h 245101"/>
                <a:gd name="connsiteX14" fmla="*/ 64815 w 220876"/>
                <a:gd name="connsiteY14" fmla="*/ 36326 h 245101"/>
                <a:gd name="connsiteX15" fmla="*/ 115845 w 220876"/>
                <a:gd name="connsiteY15" fmla="*/ 60565 h 245101"/>
                <a:gd name="connsiteX16" fmla="*/ 69323 w 220876"/>
                <a:gd name="connsiteY16" fmla="*/ 110150 h 24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0876" h="245101">
                  <a:moveTo>
                    <a:pt x="127666" y="120441"/>
                  </a:moveTo>
                  <a:cubicBezTo>
                    <a:pt x="140170" y="112856"/>
                    <a:pt x="150206" y="101885"/>
                    <a:pt x="156755" y="88802"/>
                  </a:cubicBezTo>
                  <a:cubicBezTo>
                    <a:pt x="163048" y="76200"/>
                    <a:pt x="165175" y="61967"/>
                    <a:pt x="163048" y="48063"/>
                  </a:cubicBezTo>
                  <a:cubicBezTo>
                    <a:pt x="157349" y="9848"/>
                    <a:pt x="131155" y="-5887"/>
                    <a:pt x="84462" y="860"/>
                  </a:cubicBezTo>
                  <a:lnTo>
                    <a:pt x="-2120" y="13193"/>
                  </a:lnTo>
                  <a:lnTo>
                    <a:pt x="30795" y="244444"/>
                  </a:lnTo>
                  <a:lnTo>
                    <a:pt x="76128" y="237980"/>
                  </a:lnTo>
                  <a:lnTo>
                    <a:pt x="62604" y="143404"/>
                  </a:lnTo>
                  <a:lnTo>
                    <a:pt x="89140" y="139662"/>
                  </a:lnTo>
                  <a:lnTo>
                    <a:pt x="160156" y="225818"/>
                  </a:lnTo>
                  <a:lnTo>
                    <a:pt x="218757" y="217313"/>
                  </a:lnTo>
                  <a:close/>
                  <a:moveTo>
                    <a:pt x="69323" y="110150"/>
                  </a:moveTo>
                  <a:lnTo>
                    <a:pt x="58181" y="111766"/>
                  </a:lnTo>
                  <a:lnTo>
                    <a:pt x="47805" y="38708"/>
                  </a:lnTo>
                  <a:lnTo>
                    <a:pt x="64815" y="36326"/>
                  </a:lnTo>
                  <a:cubicBezTo>
                    <a:pt x="95943" y="31904"/>
                    <a:pt x="112953" y="39983"/>
                    <a:pt x="115845" y="60565"/>
                  </a:cubicBezTo>
                  <a:cubicBezTo>
                    <a:pt x="119672" y="88632"/>
                    <a:pt x="104192" y="105160"/>
                    <a:pt x="69323" y="11015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任意多边形: 形状 339">
              <a:extLst>
                <a:ext uri="{FF2B5EF4-FFF2-40B4-BE49-F238E27FC236}">
                  <a16:creationId xmlns:a16="http://schemas.microsoft.com/office/drawing/2014/main" id="{BFCE58CF-9C41-4A5B-8251-E1192E91F01E}"/>
                </a:ext>
              </a:extLst>
            </p:cNvPr>
            <p:cNvSpPr/>
            <p:nvPr/>
          </p:nvSpPr>
          <p:spPr>
            <a:xfrm>
              <a:off x="4231111" y="-6828169"/>
              <a:ext cx="229209" cy="246304"/>
            </a:xfrm>
            <a:custGeom>
              <a:avLst/>
              <a:gdLst>
                <a:gd name="connsiteX0" fmla="*/ 111508 w 229209"/>
                <a:gd name="connsiteY0" fmla="*/ -658 h 246304"/>
                <a:gd name="connsiteX1" fmla="*/ -2120 w 229209"/>
                <a:gd name="connsiteY1" fmla="*/ 222683 h 246304"/>
                <a:gd name="connsiteX2" fmla="*/ 33007 w 229209"/>
                <a:gd name="connsiteY2" fmla="*/ 226170 h 246304"/>
                <a:gd name="connsiteX3" fmla="*/ 63368 w 229209"/>
                <a:gd name="connsiteY3" fmla="*/ 166635 h 246304"/>
                <a:gd name="connsiteX4" fmla="*/ 159475 w 229209"/>
                <a:gd name="connsiteY4" fmla="*/ 176246 h 246304"/>
                <a:gd name="connsiteX5" fmla="*/ 177507 w 229209"/>
                <a:gd name="connsiteY5" fmla="*/ 240629 h 246304"/>
                <a:gd name="connsiteX6" fmla="*/ 227089 w 229209"/>
                <a:gd name="connsiteY6" fmla="*/ 245646 h 246304"/>
                <a:gd name="connsiteX7" fmla="*/ 159901 w 229209"/>
                <a:gd name="connsiteY7" fmla="*/ 4190 h 246304"/>
                <a:gd name="connsiteX8" fmla="*/ 78422 w 229209"/>
                <a:gd name="connsiteY8" fmla="*/ 136868 h 246304"/>
                <a:gd name="connsiteX9" fmla="*/ 123839 w 229209"/>
                <a:gd name="connsiteY9" fmla="*/ 47820 h 246304"/>
                <a:gd name="connsiteX10" fmla="*/ 150629 w 229209"/>
                <a:gd name="connsiteY10" fmla="*/ 144097 h 2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09" h="246304">
                  <a:moveTo>
                    <a:pt x="111508" y="-658"/>
                  </a:moveTo>
                  <a:lnTo>
                    <a:pt x="-2120" y="222683"/>
                  </a:lnTo>
                  <a:lnTo>
                    <a:pt x="33007" y="226170"/>
                  </a:lnTo>
                  <a:lnTo>
                    <a:pt x="63368" y="166635"/>
                  </a:lnTo>
                  <a:lnTo>
                    <a:pt x="159475" y="176246"/>
                  </a:lnTo>
                  <a:lnTo>
                    <a:pt x="177507" y="240629"/>
                  </a:lnTo>
                  <a:lnTo>
                    <a:pt x="227089" y="245646"/>
                  </a:lnTo>
                  <a:lnTo>
                    <a:pt x="159901" y="4190"/>
                  </a:lnTo>
                  <a:close/>
                  <a:moveTo>
                    <a:pt x="78422" y="136868"/>
                  </a:moveTo>
                  <a:lnTo>
                    <a:pt x="123839" y="47820"/>
                  </a:lnTo>
                  <a:lnTo>
                    <a:pt x="150629" y="14409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任意多边形: 形状 340">
              <a:extLst>
                <a:ext uri="{FF2B5EF4-FFF2-40B4-BE49-F238E27FC236}">
                  <a16:creationId xmlns:a16="http://schemas.microsoft.com/office/drawing/2014/main" id="{2FAF49E4-8D45-4236-9A29-B9358903DE82}"/>
                </a:ext>
              </a:extLst>
            </p:cNvPr>
            <p:cNvSpPr/>
            <p:nvPr/>
          </p:nvSpPr>
          <p:spPr>
            <a:xfrm rot="-4628399">
              <a:off x="4460795" y="-6697974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任意多边形: 形状 341">
              <a:extLst>
                <a:ext uri="{FF2B5EF4-FFF2-40B4-BE49-F238E27FC236}">
                  <a16:creationId xmlns:a16="http://schemas.microsoft.com/office/drawing/2014/main" id="{925BAC9D-E932-4930-9420-2147C8489156}"/>
                </a:ext>
              </a:extLst>
            </p:cNvPr>
            <p:cNvSpPr/>
            <p:nvPr/>
          </p:nvSpPr>
          <p:spPr>
            <a:xfrm rot="-4019400">
              <a:off x="4762627" y="-6600379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7 w 233547"/>
                <a:gd name="connsiteY1" fmla="*/ -658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7" y="-658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任意多边形: 形状 342">
              <a:extLst>
                <a:ext uri="{FF2B5EF4-FFF2-40B4-BE49-F238E27FC236}">
                  <a16:creationId xmlns:a16="http://schemas.microsoft.com/office/drawing/2014/main" id="{8979F3C0-27DE-4438-9CA8-2D1DF783BEFE}"/>
                </a:ext>
              </a:extLst>
            </p:cNvPr>
            <p:cNvSpPr/>
            <p:nvPr/>
          </p:nvSpPr>
          <p:spPr>
            <a:xfrm>
              <a:off x="4943831" y="-6621753"/>
              <a:ext cx="281940" cy="297504"/>
            </a:xfrm>
            <a:custGeom>
              <a:avLst/>
              <a:gdLst>
                <a:gd name="connsiteX0" fmla="*/ -2120 w 281940"/>
                <a:gd name="connsiteY0" fmla="*/ 200565 h 297504"/>
                <a:gd name="connsiteX1" fmla="*/ 31474 w 281940"/>
                <a:gd name="connsiteY1" fmla="*/ 220297 h 297504"/>
                <a:gd name="connsiteX2" fmla="*/ 112101 w 281940"/>
                <a:gd name="connsiteY2" fmla="*/ 82601 h 297504"/>
                <a:gd name="connsiteX3" fmla="*/ 124265 w 281940"/>
                <a:gd name="connsiteY3" fmla="*/ 274558 h 297504"/>
                <a:gd name="connsiteX4" fmla="*/ 161857 w 281940"/>
                <a:gd name="connsiteY4" fmla="*/ 296502 h 297504"/>
                <a:gd name="connsiteX5" fmla="*/ 279820 w 281940"/>
                <a:gd name="connsiteY5" fmla="*/ 94933 h 297504"/>
                <a:gd name="connsiteX6" fmla="*/ 246140 w 281940"/>
                <a:gd name="connsiteY6" fmla="*/ 75286 h 297504"/>
                <a:gd name="connsiteX7" fmla="*/ 165598 w 281940"/>
                <a:gd name="connsiteY7" fmla="*/ 212982 h 297504"/>
                <a:gd name="connsiteX8" fmla="*/ 152756 w 281940"/>
                <a:gd name="connsiteY8" fmla="*/ 20599 h 297504"/>
                <a:gd name="connsiteX9" fmla="*/ 115845 w 281940"/>
                <a:gd name="connsiteY9" fmla="*/ -1003 h 29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940" h="297504">
                  <a:moveTo>
                    <a:pt x="-2120" y="200565"/>
                  </a:moveTo>
                  <a:lnTo>
                    <a:pt x="31474" y="220297"/>
                  </a:lnTo>
                  <a:lnTo>
                    <a:pt x="112101" y="82601"/>
                  </a:lnTo>
                  <a:lnTo>
                    <a:pt x="124265" y="274558"/>
                  </a:lnTo>
                  <a:lnTo>
                    <a:pt x="161857" y="296502"/>
                  </a:lnTo>
                  <a:lnTo>
                    <a:pt x="279820" y="94933"/>
                  </a:lnTo>
                  <a:lnTo>
                    <a:pt x="246140" y="75286"/>
                  </a:lnTo>
                  <a:lnTo>
                    <a:pt x="165598" y="212982"/>
                  </a:lnTo>
                  <a:lnTo>
                    <a:pt x="152756" y="20599"/>
                  </a:lnTo>
                  <a:lnTo>
                    <a:pt x="115845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任意多边形: 形状 343">
              <a:extLst>
                <a:ext uri="{FF2B5EF4-FFF2-40B4-BE49-F238E27FC236}">
                  <a16:creationId xmlns:a16="http://schemas.microsoft.com/office/drawing/2014/main" id="{99515F00-7E5B-48DB-A033-04A7168512DF}"/>
                </a:ext>
              </a:extLst>
            </p:cNvPr>
            <p:cNvSpPr/>
            <p:nvPr/>
          </p:nvSpPr>
          <p:spPr>
            <a:xfrm>
              <a:off x="5297299" y="-6343639"/>
              <a:ext cx="331269" cy="331354"/>
            </a:xfrm>
            <a:custGeom>
              <a:avLst/>
              <a:gdLst>
                <a:gd name="connsiteX0" fmla="*/ 329149 w 331269"/>
                <a:gd name="connsiteY0" fmla="*/ 166800 h 331354"/>
                <a:gd name="connsiteX1" fmla="*/ 289602 w 331269"/>
                <a:gd name="connsiteY1" fmla="*/ 126486 h 331354"/>
                <a:gd name="connsiteX2" fmla="*/ 131749 w 331269"/>
                <a:gd name="connsiteY2" fmla="*/ 200140 h 331354"/>
                <a:gd name="connsiteX3" fmla="*/ 209739 w 331269"/>
                <a:gd name="connsiteY3" fmla="*/ 45009 h 331354"/>
                <a:gd name="connsiteX4" fmla="*/ 164662 w 331269"/>
                <a:gd name="connsiteY4" fmla="*/ -1003 h 331354"/>
                <a:gd name="connsiteX5" fmla="*/ -2120 w 331269"/>
                <a:gd name="connsiteY5" fmla="*/ 162548 h 331354"/>
                <a:gd name="connsiteX6" fmla="*/ 24670 w 331269"/>
                <a:gd name="connsiteY6" fmla="*/ 189764 h 331354"/>
                <a:gd name="connsiteX7" fmla="*/ 152160 w 331269"/>
                <a:gd name="connsiteY7" fmla="*/ 64740 h 331354"/>
                <a:gd name="connsiteX8" fmla="*/ 74936 w 331269"/>
                <a:gd name="connsiteY8" fmla="*/ 218766 h 331354"/>
                <a:gd name="connsiteX9" fmla="*/ 102322 w 331269"/>
                <a:gd name="connsiteY9" fmla="*/ 246662 h 331354"/>
                <a:gd name="connsiteX10" fmla="*/ 256857 w 331269"/>
                <a:gd name="connsiteY10" fmla="*/ 174880 h 331354"/>
                <a:gd name="connsiteX11" fmla="*/ 131067 w 331269"/>
                <a:gd name="connsiteY11" fmla="*/ 298288 h 331354"/>
                <a:gd name="connsiteX12" fmla="*/ 162450 w 331269"/>
                <a:gd name="connsiteY12" fmla="*/ 330351 h 33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69" h="331354">
                  <a:moveTo>
                    <a:pt x="329149" y="166800"/>
                  </a:moveTo>
                  <a:lnTo>
                    <a:pt x="289602" y="126486"/>
                  </a:lnTo>
                  <a:lnTo>
                    <a:pt x="131749" y="200140"/>
                  </a:lnTo>
                  <a:lnTo>
                    <a:pt x="209739" y="45009"/>
                  </a:lnTo>
                  <a:lnTo>
                    <a:pt x="164662" y="-1003"/>
                  </a:lnTo>
                  <a:lnTo>
                    <a:pt x="-2120" y="162548"/>
                  </a:lnTo>
                  <a:lnTo>
                    <a:pt x="24670" y="189764"/>
                  </a:lnTo>
                  <a:lnTo>
                    <a:pt x="152160" y="64740"/>
                  </a:lnTo>
                  <a:lnTo>
                    <a:pt x="74936" y="218766"/>
                  </a:lnTo>
                  <a:lnTo>
                    <a:pt x="102322" y="246662"/>
                  </a:lnTo>
                  <a:lnTo>
                    <a:pt x="256857" y="174880"/>
                  </a:lnTo>
                  <a:lnTo>
                    <a:pt x="131067" y="298288"/>
                  </a:lnTo>
                  <a:lnTo>
                    <a:pt x="162450" y="3303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任意多边形: 形状 344">
              <a:extLst>
                <a:ext uri="{FF2B5EF4-FFF2-40B4-BE49-F238E27FC236}">
                  <a16:creationId xmlns:a16="http://schemas.microsoft.com/office/drawing/2014/main" id="{76C6B59E-2899-4566-8151-C38207168AD0}"/>
                </a:ext>
              </a:extLst>
            </p:cNvPr>
            <p:cNvSpPr/>
            <p:nvPr/>
          </p:nvSpPr>
          <p:spPr>
            <a:xfrm>
              <a:off x="5517067" y="-6073946"/>
              <a:ext cx="274967" cy="259742"/>
            </a:xfrm>
            <a:custGeom>
              <a:avLst/>
              <a:gdLst>
                <a:gd name="connsiteX0" fmla="*/ 113123 w 274967"/>
                <a:gd name="connsiteY0" fmla="*/ 239688 h 259742"/>
                <a:gd name="connsiteX1" fmla="*/ 52909 w 274967"/>
                <a:gd name="connsiteY1" fmla="*/ 153958 h 259742"/>
                <a:gd name="connsiteX2" fmla="*/ 111763 w 274967"/>
                <a:gd name="connsiteY2" fmla="*/ 112623 h 259742"/>
                <a:gd name="connsiteX3" fmla="*/ 157689 w 274967"/>
                <a:gd name="connsiteY3" fmla="*/ 177942 h 259742"/>
                <a:gd name="connsiteX4" fmla="*/ 183289 w 274967"/>
                <a:gd name="connsiteY4" fmla="*/ 159996 h 259742"/>
                <a:gd name="connsiteX5" fmla="*/ 137363 w 274967"/>
                <a:gd name="connsiteY5" fmla="*/ 94678 h 259742"/>
                <a:gd name="connsiteX6" fmla="*/ 190690 w 274967"/>
                <a:gd name="connsiteY6" fmla="*/ 57171 h 259742"/>
                <a:gd name="connsiteX7" fmla="*/ 246651 w 274967"/>
                <a:gd name="connsiteY7" fmla="*/ 136863 h 259742"/>
                <a:gd name="connsiteX8" fmla="*/ 272847 w 274967"/>
                <a:gd name="connsiteY8" fmla="*/ 118407 h 259742"/>
                <a:gd name="connsiteX9" fmla="*/ 188904 w 274967"/>
                <a:gd name="connsiteY9" fmla="*/ -1003 h 259742"/>
                <a:gd name="connsiteX10" fmla="*/ -2120 w 274967"/>
                <a:gd name="connsiteY10" fmla="*/ 133291 h 259742"/>
                <a:gd name="connsiteX11" fmla="*/ 86078 w 274967"/>
                <a:gd name="connsiteY11" fmla="*/ 258739 h 25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967" h="259742">
                  <a:moveTo>
                    <a:pt x="113123" y="239688"/>
                  </a:moveTo>
                  <a:lnTo>
                    <a:pt x="52909" y="153958"/>
                  </a:lnTo>
                  <a:lnTo>
                    <a:pt x="111763" y="112623"/>
                  </a:lnTo>
                  <a:lnTo>
                    <a:pt x="157689" y="177942"/>
                  </a:lnTo>
                  <a:lnTo>
                    <a:pt x="183289" y="159996"/>
                  </a:lnTo>
                  <a:lnTo>
                    <a:pt x="137363" y="94678"/>
                  </a:lnTo>
                  <a:lnTo>
                    <a:pt x="190690" y="57171"/>
                  </a:lnTo>
                  <a:lnTo>
                    <a:pt x="246651" y="136863"/>
                  </a:lnTo>
                  <a:lnTo>
                    <a:pt x="272847" y="118407"/>
                  </a:lnTo>
                  <a:lnTo>
                    <a:pt x="188904" y="-1003"/>
                  </a:lnTo>
                  <a:lnTo>
                    <a:pt x="-2120" y="133291"/>
                  </a:lnTo>
                  <a:lnTo>
                    <a:pt x="86078" y="25873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任意多边形: 形状 345">
              <a:extLst>
                <a:ext uri="{FF2B5EF4-FFF2-40B4-BE49-F238E27FC236}">
                  <a16:creationId xmlns:a16="http://schemas.microsoft.com/office/drawing/2014/main" id="{7DDCFD53-F6CA-4133-A1D3-3EE9F53C5752}"/>
                </a:ext>
              </a:extLst>
            </p:cNvPr>
            <p:cNvSpPr/>
            <p:nvPr/>
          </p:nvSpPr>
          <p:spPr>
            <a:xfrm>
              <a:off x="5644389" y="-5853666"/>
              <a:ext cx="269503" cy="257007"/>
            </a:xfrm>
            <a:custGeom>
              <a:avLst/>
              <a:gdLst>
                <a:gd name="connsiteX0" fmla="*/ 40488 w 269503"/>
                <a:gd name="connsiteY0" fmla="*/ 189088 h 257007"/>
                <a:gd name="connsiteX1" fmla="*/ 107083 w 269503"/>
                <a:gd name="connsiteY1" fmla="*/ 251770 h 257007"/>
                <a:gd name="connsiteX2" fmla="*/ 201063 w 269503"/>
                <a:gd name="connsiteY2" fmla="*/ 239523 h 257007"/>
                <a:gd name="connsiteX3" fmla="*/ 262810 w 269503"/>
                <a:gd name="connsiteY3" fmla="*/ 176841 h 257007"/>
                <a:gd name="connsiteX4" fmla="*/ 251753 w 269503"/>
                <a:gd name="connsiteY4" fmla="*/ 89495 h 257007"/>
                <a:gd name="connsiteX5" fmla="*/ 207272 w 269503"/>
                <a:gd name="connsiteY5" fmla="*/ -658 h 257007"/>
                <a:gd name="connsiteX6" fmla="*/ -2120 w 269503"/>
                <a:gd name="connsiteY6" fmla="*/ 102762 h 257007"/>
                <a:gd name="connsiteX7" fmla="*/ 200042 w 269503"/>
                <a:gd name="connsiteY7" fmla="*/ 57091 h 257007"/>
                <a:gd name="connsiteX8" fmla="*/ 213055 w 269503"/>
                <a:gd name="connsiteY8" fmla="*/ 83456 h 257007"/>
                <a:gd name="connsiteX9" fmla="*/ 226749 w 269503"/>
                <a:gd name="connsiteY9" fmla="*/ 124365 h 257007"/>
                <a:gd name="connsiteX10" fmla="*/ 218925 w 269503"/>
                <a:gd name="connsiteY10" fmla="*/ 156259 h 257007"/>
                <a:gd name="connsiteX11" fmla="*/ 175719 w 269503"/>
                <a:gd name="connsiteY11" fmla="*/ 194446 h 257007"/>
                <a:gd name="connsiteX12" fmla="*/ 109550 w 269503"/>
                <a:gd name="connsiteY12" fmla="*/ 206098 h 257007"/>
                <a:gd name="connsiteX13" fmla="*/ 65154 w 269503"/>
                <a:gd name="connsiteY13" fmla="*/ 164254 h 257007"/>
                <a:gd name="connsiteX14" fmla="*/ 49078 w 269503"/>
                <a:gd name="connsiteY14" fmla="*/ 131679 h 25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503" h="257007">
                  <a:moveTo>
                    <a:pt x="40488" y="189088"/>
                  </a:moveTo>
                  <a:cubicBezTo>
                    <a:pt x="56734" y="221977"/>
                    <a:pt x="78931" y="242865"/>
                    <a:pt x="107083" y="251770"/>
                  </a:cubicBezTo>
                  <a:cubicBezTo>
                    <a:pt x="135235" y="260675"/>
                    <a:pt x="166618" y="256592"/>
                    <a:pt x="201063" y="239523"/>
                  </a:cubicBezTo>
                  <a:cubicBezTo>
                    <a:pt x="233553" y="223474"/>
                    <a:pt x="254135" y="202586"/>
                    <a:pt x="262810" y="176841"/>
                  </a:cubicBezTo>
                  <a:cubicBezTo>
                    <a:pt x="271485" y="151096"/>
                    <a:pt x="267829" y="121984"/>
                    <a:pt x="251753" y="89495"/>
                  </a:cubicBezTo>
                  <a:lnTo>
                    <a:pt x="207272" y="-658"/>
                  </a:lnTo>
                  <a:lnTo>
                    <a:pt x="-2120" y="102762"/>
                  </a:lnTo>
                  <a:close/>
                  <a:moveTo>
                    <a:pt x="200042" y="57091"/>
                  </a:moveTo>
                  <a:lnTo>
                    <a:pt x="213055" y="83456"/>
                  </a:lnTo>
                  <a:cubicBezTo>
                    <a:pt x="220029" y="96154"/>
                    <a:pt x="224708" y="110017"/>
                    <a:pt x="226749" y="124365"/>
                  </a:cubicBezTo>
                  <a:cubicBezTo>
                    <a:pt x="227430" y="135549"/>
                    <a:pt x="224708" y="146674"/>
                    <a:pt x="218925" y="156259"/>
                  </a:cubicBezTo>
                  <a:cubicBezTo>
                    <a:pt x="208717" y="173073"/>
                    <a:pt x="193663" y="186392"/>
                    <a:pt x="175719" y="194446"/>
                  </a:cubicBezTo>
                  <a:cubicBezTo>
                    <a:pt x="149863" y="207204"/>
                    <a:pt x="127834" y="211091"/>
                    <a:pt x="109550" y="206098"/>
                  </a:cubicBezTo>
                  <a:cubicBezTo>
                    <a:pt x="91265" y="201106"/>
                    <a:pt x="76466" y="187158"/>
                    <a:pt x="65154" y="164254"/>
                  </a:cubicBezTo>
                  <a:lnTo>
                    <a:pt x="49078" y="13167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任意多边形: 形状 346">
              <a:extLst>
                <a:ext uri="{FF2B5EF4-FFF2-40B4-BE49-F238E27FC236}">
                  <a16:creationId xmlns:a16="http://schemas.microsoft.com/office/drawing/2014/main" id="{9CDDF7F1-41C2-411E-9914-BC68FADE7947}"/>
                </a:ext>
              </a:extLst>
            </p:cNvPr>
            <p:cNvSpPr/>
            <p:nvPr/>
          </p:nvSpPr>
          <p:spPr>
            <a:xfrm rot="-1129199">
              <a:off x="5765266" y="-5523327"/>
              <a:ext cx="233547" cy="48563"/>
            </a:xfrm>
            <a:custGeom>
              <a:avLst/>
              <a:gdLst>
                <a:gd name="connsiteX0" fmla="*/ -2119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19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19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19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任意多边形: 形状 347">
              <a:extLst>
                <a:ext uri="{FF2B5EF4-FFF2-40B4-BE49-F238E27FC236}">
                  <a16:creationId xmlns:a16="http://schemas.microsoft.com/office/drawing/2014/main" id="{B1D397C9-F0B2-473E-BEB9-C4DF9CAA0D16}"/>
                </a:ext>
              </a:extLst>
            </p:cNvPr>
            <p:cNvSpPr/>
            <p:nvPr/>
          </p:nvSpPr>
          <p:spPr>
            <a:xfrm>
              <a:off x="5820889" y="-5387229"/>
              <a:ext cx="251335" cy="224423"/>
            </a:xfrm>
            <a:custGeom>
              <a:avLst/>
              <a:gdLst>
                <a:gd name="connsiteX0" fmla="*/ 96771 w 251335"/>
                <a:gd name="connsiteY0" fmla="*/ 2635 h 224423"/>
                <a:gd name="connsiteX1" fmla="*/ 14952 w 251335"/>
                <a:gd name="connsiteY1" fmla="*/ 52389 h 224423"/>
                <a:gd name="connsiteX2" fmla="*/ 1686 w 251335"/>
                <a:gd name="connsiteY2" fmla="*/ 147220 h 224423"/>
                <a:gd name="connsiteX3" fmla="*/ 32984 w 251335"/>
                <a:gd name="connsiteY3" fmla="*/ 223765 h 224423"/>
                <a:gd name="connsiteX4" fmla="*/ 68025 w 251335"/>
                <a:gd name="connsiteY4" fmla="*/ 216451 h 224423"/>
                <a:gd name="connsiteX5" fmla="*/ 36895 w 251335"/>
                <a:gd name="connsiteY5" fmla="*/ 152068 h 224423"/>
                <a:gd name="connsiteX6" fmla="*/ 47867 w 251335"/>
                <a:gd name="connsiteY6" fmla="*/ 88621 h 224423"/>
                <a:gd name="connsiteX7" fmla="*/ 108083 w 251335"/>
                <a:gd name="connsiteY7" fmla="*/ 54090 h 224423"/>
                <a:gd name="connsiteX8" fmla="*/ 177228 w 251335"/>
                <a:gd name="connsiteY8" fmla="*/ 60129 h 224423"/>
                <a:gd name="connsiteX9" fmla="*/ 211844 w 251335"/>
                <a:gd name="connsiteY9" fmla="*/ 111159 h 224423"/>
                <a:gd name="connsiteX10" fmla="*/ 211844 w 251335"/>
                <a:gd name="connsiteY10" fmla="*/ 184387 h 224423"/>
                <a:gd name="connsiteX11" fmla="*/ 249095 w 251335"/>
                <a:gd name="connsiteY11" fmla="*/ 176648 h 224423"/>
                <a:gd name="connsiteX12" fmla="*/ 242378 w 251335"/>
                <a:gd name="connsiteY12" fmla="*/ 100528 h 224423"/>
                <a:gd name="connsiteX13" fmla="*/ 192537 w 251335"/>
                <a:gd name="connsiteY13" fmla="*/ 16839 h 224423"/>
                <a:gd name="connsiteX14" fmla="*/ 96771 w 251335"/>
                <a:gd name="connsiteY14" fmla="*/ 2635 h 22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1335" h="224423">
                  <a:moveTo>
                    <a:pt x="96771" y="2635"/>
                  </a:moveTo>
                  <a:cubicBezTo>
                    <a:pt x="58924" y="10519"/>
                    <a:pt x="31709" y="27104"/>
                    <a:pt x="14952" y="52389"/>
                  </a:cubicBezTo>
                  <a:cubicBezTo>
                    <a:pt x="-1803" y="77675"/>
                    <a:pt x="-6225" y="109288"/>
                    <a:pt x="1686" y="147220"/>
                  </a:cubicBezTo>
                  <a:cubicBezTo>
                    <a:pt x="6617" y="174657"/>
                    <a:pt x="17248" y="200742"/>
                    <a:pt x="32984" y="223765"/>
                  </a:cubicBezTo>
                  <a:lnTo>
                    <a:pt x="68025" y="216451"/>
                  </a:lnTo>
                  <a:cubicBezTo>
                    <a:pt x="52801" y="197706"/>
                    <a:pt x="42084" y="175661"/>
                    <a:pt x="36895" y="152068"/>
                  </a:cubicBezTo>
                  <a:cubicBezTo>
                    <a:pt x="31028" y="130338"/>
                    <a:pt x="35025" y="107128"/>
                    <a:pt x="47867" y="88621"/>
                  </a:cubicBezTo>
                  <a:cubicBezTo>
                    <a:pt x="60369" y="71611"/>
                    <a:pt x="80442" y="59789"/>
                    <a:pt x="108083" y="54090"/>
                  </a:cubicBezTo>
                  <a:cubicBezTo>
                    <a:pt x="135725" y="48392"/>
                    <a:pt x="159113" y="50263"/>
                    <a:pt x="177228" y="60129"/>
                  </a:cubicBezTo>
                  <a:cubicBezTo>
                    <a:pt x="195939" y="70956"/>
                    <a:pt x="208696" y="89752"/>
                    <a:pt x="211844" y="111159"/>
                  </a:cubicBezTo>
                  <a:cubicBezTo>
                    <a:pt x="215841" y="135407"/>
                    <a:pt x="215841" y="160139"/>
                    <a:pt x="211844" y="184387"/>
                  </a:cubicBezTo>
                  <a:lnTo>
                    <a:pt x="249095" y="176648"/>
                  </a:lnTo>
                  <a:cubicBezTo>
                    <a:pt x="249776" y="151098"/>
                    <a:pt x="247565" y="125558"/>
                    <a:pt x="242378" y="100528"/>
                  </a:cubicBezTo>
                  <a:cubicBezTo>
                    <a:pt x="234296" y="61464"/>
                    <a:pt x="217627" y="33568"/>
                    <a:pt x="192537" y="16839"/>
                  </a:cubicBezTo>
                  <a:cubicBezTo>
                    <a:pt x="167448" y="109"/>
                    <a:pt x="135469" y="-4620"/>
                    <a:pt x="96771" y="2635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任意多边形: 形状 348">
              <a:extLst>
                <a:ext uri="{FF2B5EF4-FFF2-40B4-BE49-F238E27FC236}">
                  <a16:creationId xmlns:a16="http://schemas.microsoft.com/office/drawing/2014/main" id="{8B39CE4A-B433-4725-8885-B9C49A290E7B}"/>
                </a:ext>
              </a:extLst>
            </p:cNvPr>
            <p:cNvSpPr/>
            <p:nvPr/>
          </p:nvSpPr>
          <p:spPr>
            <a:xfrm rot="-285000">
              <a:off x="5855208" y="-5092962"/>
              <a:ext cx="233547" cy="48563"/>
            </a:xfrm>
            <a:custGeom>
              <a:avLst/>
              <a:gdLst>
                <a:gd name="connsiteX0" fmla="*/ -2121 w 233547"/>
                <a:gd name="connsiteY0" fmla="*/ -658 h 48563"/>
                <a:gd name="connsiteX1" fmla="*/ 231426 w 233547"/>
                <a:gd name="connsiteY1" fmla="*/ -658 h 48563"/>
                <a:gd name="connsiteX2" fmla="*/ 231426 w 233547"/>
                <a:gd name="connsiteY2" fmla="*/ 47905 h 48563"/>
                <a:gd name="connsiteX3" fmla="*/ -2121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1" y="-658"/>
                  </a:moveTo>
                  <a:lnTo>
                    <a:pt x="231426" y="-658"/>
                  </a:lnTo>
                  <a:lnTo>
                    <a:pt x="231426" y="47905"/>
                  </a:lnTo>
                  <a:lnTo>
                    <a:pt x="-2121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任意多边形: 形状 349">
              <a:extLst>
                <a:ext uri="{FF2B5EF4-FFF2-40B4-BE49-F238E27FC236}">
                  <a16:creationId xmlns:a16="http://schemas.microsoft.com/office/drawing/2014/main" id="{E28CE7DB-1888-49F6-A2EF-FA421AAD31E4}"/>
                </a:ext>
              </a:extLst>
            </p:cNvPr>
            <p:cNvSpPr/>
            <p:nvPr/>
          </p:nvSpPr>
          <p:spPr>
            <a:xfrm>
              <a:off x="5855907" y="-4938103"/>
              <a:ext cx="241456" cy="199782"/>
            </a:xfrm>
            <a:custGeom>
              <a:avLst/>
              <a:gdLst>
                <a:gd name="connsiteX0" fmla="*/ -2120 w 241456"/>
                <a:gd name="connsiteY0" fmla="*/ 188828 h 199782"/>
                <a:gd name="connsiteX1" fmla="*/ 231257 w 241456"/>
                <a:gd name="connsiteY1" fmla="*/ 198779 h 199782"/>
                <a:gd name="connsiteX2" fmla="*/ 232874 w 241456"/>
                <a:gd name="connsiteY2" fmla="*/ 159826 h 199782"/>
                <a:gd name="connsiteX3" fmla="*/ 73488 w 241456"/>
                <a:gd name="connsiteY3" fmla="*/ 153022 h 199782"/>
                <a:gd name="connsiteX4" fmla="*/ 237465 w 241456"/>
                <a:gd name="connsiteY4" fmla="*/ 51642 h 199782"/>
                <a:gd name="connsiteX5" fmla="*/ 239336 w 241456"/>
                <a:gd name="connsiteY5" fmla="*/ 8947 h 199782"/>
                <a:gd name="connsiteX6" fmla="*/ 5959 w 241456"/>
                <a:gd name="connsiteY6" fmla="*/ -1003 h 199782"/>
                <a:gd name="connsiteX7" fmla="*/ 4259 w 241456"/>
                <a:gd name="connsiteY7" fmla="*/ 37949 h 199782"/>
                <a:gd name="connsiteX8" fmla="*/ 163727 w 241456"/>
                <a:gd name="connsiteY8" fmla="*/ 44753 h 199782"/>
                <a:gd name="connsiteX9" fmla="*/ -249 w 241456"/>
                <a:gd name="connsiteY9" fmla="*/ 145283 h 199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456" h="199782">
                  <a:moveTo>
                    <a:pt x="-2120" y="188828"/>
                  </a:moveTo>
                  <a:lnTo>
                    <a:pt x="231257" y="198779"/>
                  </a:lnTo>
                  <a:lnTo>
                    <a:pt x="232874" y="159826"/>
                  </a:lnTo>
                  <a:lnTo>
                    <a:pt x="73488" y="153022"/>
                  </a:lnTo>
                  <a:lnTo>
                    <a:pt x="237465" y="51642"/>
                  </a:lnTo>
                  <a:lnTo>
                    <a:pt x="239336" y="8947"/>
                  </a:lnTo>
                  <a:lnTo>
                    <a:pt x="5959" y="-1003"/>
                  </a:lnTo>
                  <a:lnTo>
                    <a:pt x="4259" y="37949"/>
                  </a:lnTo>
                  <a:lnTo>
                    <a:pt x="163727" y="44753"/>
                  </a:lnTo>
                  <a:lnTo>
                    <a:pt x="-249" y="14528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任意多边形: 形状 350">
              <a:extLst>
                <a:ext uri="{FF2B5EF4-FFF2-40B4-BE49-F238E27FC236}">
                  <a16:creationId xmlns:a16="http://schemas.microsoft.com/office/drawing/2014/main" id="{4FD94324-48E2-4B03-89CF-A5256A613FD5}"/>
                </a:ext>
              </a:extLst>
            </p:cNvPr>
            <p:cNvSpPr/>
            <p:nvPr/>
          </p:nvSpPr>
          <p:spPr>
            <a:xfrm>
              <a:off x="5813553" y="-4656502"/>
              <a:ext cx="258636" cy="188215"/>
            </a:xfrm>
            <a:custGeom>
              <a:avLst/>
              <a:gdLst>
                <a:gd name="connsiteX0" fmla="*/ 30370 w 258636"/>
                <a:gd name="connsiteY0" fmla="*/ 155914 h 188215"/>
                <a:gd name="connsiteX1" fmla="*/ 50525 w 258636"/>
                <a:gd name="connsiteY1" fmla="*/ 53088 h 188215"/>
                <a:gd name="connsiteX2" fmla="*/ 121117 w 258636"/>
                <a:gd name="connsiteY2" fmla="*/ 66951 h 188215"/>
                <a:gd name="connsiteX3" fmla="*/ 105808 w 258636"/>
                <a:gd name="connsiteY3" fmla="*/ 145283 h 188215"/>
                <a:gd name="connsiteX4" fmla="*/ 136427 w 258636"/>
                <a:gd name="connsiteY4" fmla="*/ 151321 h 188215"/>
                <a:gd name="connsiteX5" fmla="*/ 151821 w 258636"/>
                <a:gd name="connsiteY5" fmla="*/ 72990 h 188215"/>
                <a:gd name="connsiteX6" fmla="*/ 215777 w 258636"/>
                <a:gd name="connsiteY6" fmla="*/ 85492 h 188215"/>
                <a:gd name="connsiteX7" fmla="*/ 196981 w 258636"/>
                <a:gd name="connsiteY7" fmla="*/ 181088 h 188215"/>
                <a:gd name="connsiteX8" fmla="*/ 228451 w 258636"/>
                <a:gd name="connsiteY8" fmla="*/ 187212 h 188215"/>
                <a:gd name="connsiteX9" fmla="*/ 256516 w 258636"/>
                <a:gd name="connsiteY9" fmla="*/ 43988 h 188215"/>
                <a:gd name="connsiteX10" fmla="*/ 27392 w 258636"/>
                <a:gd name="connsiteY10" fmla="*/ -1003 h 188215"/>
                <a:gd name="connsiteX11" fmla="*/ -2120 w 258636"/>
                <a:gd name="connsiteY11" fmla="*/ 149535 h 18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8636" h="188215">
                  <a:moveTo>
                    <a:pt x="30370" y="155914"/>
                  </a:moveTo>
                  <a:lnTo>
                    <a:pt x="50525" y="53088"/>
                  </a:lnTo>
                  <a:lnTo>
                    <a:pt x="121117" y="66951"/>
                  </a:lnTo>
                  <a:lnTo>
                    <a:pt x="105808" y="145283"/>
                  </a:lnTo>
                  <a:lnTo>
                    <a:pt x="136427" y="151321"/>
                  </a:lnTo>
                  <a:lnTo>
                    <a:pt x="151821" y="72990"/>
                  </a:lnTo>
                  <a:lnTo>
                    <a:pt x="215777" y="85492"/>
                  </a:lnTo>
                  <a:lnTo>
                    <a:pt x="196981" y="181088"/>
                  </a:lnTo>
                  <a:lnTo>
                    <a:pt x="228451" y="187212"/>
                  </a:lnTo>
                  <a:lnTo>
                    <a:pt x="256516" y="43988"/>
                  </a:lnTo>
                  <a:lnTo>
                    <a:pt x="27392" y="-1003"/>
                  </a:lnTo>
                  <a:lnTo>
                    <a:pt x="-2120" y="14953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303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CD3ECEB-804C-485A-B207-D84F290CB09F}"/>
              </a:ext>
            </a:extLst>
          </p:cNvPr>
          <p:cNvSpPr/>
          <p:nvPr userDrawn="1"/>
        </p:nvSpPr>
        <p:spPr>
          <a:xfrm>
            <a:off x="0" y="0"/>
            <a:ext cx="4267199" cy="6857998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4345B4-5AD8-4D9A-9409-B532BA7E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F734EE-3FED-406F-83A3-633C47E2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791953-7B80-4385-A178-C72CD796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7C14FC7-7929-4B62-9990-7C3120DE76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9235" y="1130300"/>
            <a:ext cx="4731329" cy="5166517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2800" spc="100" baseline="0">
                <a:solidFill>
                  <a:srgbClr val="0067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  <a:p>
            <a:pPr lvl="0"/>
            <a:r>
              <a:rPr lang="zh-CN" altLang="en-US"/>
              <a:t>请在此输入你的标题</a:t>
            </a:r>
            <a:endParaRPr lang="en-US" altLang="zh-CN"/>
          </a:p>
        </p:txBody>
      </p:sp>
      <p:pic>
        <p:nvPicPr>
          <p:cNvPr id="9" name="图片 8" descr="图片包含 游戏机, 标志&#10;&#10;描述已自动生成">
            <a:extLst>
              <a:ext uri="{FF2B5EF4-FFF2-40B4-BE49-F238E27FC236}">
                <a16:creationId xmlns:a16="http://schemas.microsoft.com/office/drawing/2014/main" id="{7A85926B-A319-4962-8607-357CA3684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biLevel thresh="25000"/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2" t="10731" r="31804" b="28177"/>
          <a:stretch/>
        </p:blipFill>
        <p:spPr>
          <a:xfrm>
            <a:off x="1660236" y="4113659"/>
            <a:ext cx="2606963" cy="2744341"/>
          </a:xfrm>
          <a:prstGeom prst="rect">
            <a:avLst/>
          </a:prstGeom>
        </p:spPr>
      </p:pic>
      <p:pic>
        <p:nvPicPr>
          <p:cNvPr id="12" name="图片 11" descr="图片包含 游戏机&#10;&#10;描述已自动生成">
            <a:extLst>
              <a:ext uri="{FF2B5EF4-FFF2-40B4-BE49-F238E27FC236}">
                <a16:creationId xmlns:a16="http://schemas.microsoft.com/office/drawing/2014/main" id="{345E2E08-40C8-4A38-909D-D3C8A6E72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138" y="372457"/>
            <a:ext cx="2259354" cy="53794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67A701A3-C073-44D0-9B10-4B952332B67C}"/>
              </a:ext>
            </a:extLst>
          </p:cNvPr>
          <p:cNvGrpSpPr/>
          <p:nvPr userDrawn="1"/>
        </p:nvGrpSpPr>
        <p:grpSpPr>
          <a:xfrm>
            <a:off x="8434265" y="378810"/>
            <a:ext cx="2588335" cy="526068"/>
            <a:chOff x="8434265" y="378810"/>
            <a:chExt cx="2588335" cy="526068"/>
          </a:xfrm>
        </p:grpSpPr>
        <p:grpSp>
          <p:nvGrpSpPr>
            <p:cNvPr id="69" name="图形 17">
              <a:extLst>
                <a:ext uri="{FF2B5EF4-FFF2-40B4-BE49-F238E27FC236}">
                  <a16:creationId xmlns:a16="http://schemas.microsoft.com/office/drawing/2014/main" id="{311DD678-90A3-44CF-8709-C910A420594C}"/>
                </a:ext>
              </a:extLst>
            </p:cNvPr>
            <p:cNvGrpSpPr/>
            <p:nvPr/>
          </p:nvGrpSpPr>
          <p:grpSpPr>
            <a:xfrm>
              <a:off x="8434265" y="378810"/>
              <a:ext cx="526068" cy="526068"/>
              <a:chOff x="2229720" y="-1443369"/>
              <a:chExt cx="680401" cy="680401"/>
            </a:xfrm>
            <a:solidFill>
              <a:srgbClr val="07679C"/>
            </a:solidFill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B1098BF-96B9-48E7-89C6-F88B58599B67}"/>
                  </a:ext>
                </a:extLst>
              </p:cNvPr>
              <p:cNvSpPr/>
              <p:nvPr/>
            </p:nvSpPr>
            <p:spPr>
              <a:xfrm>
                <a:off x="2312772" y="-1360261"/>
                <a:ext cx="514241" cy="514184"/>
              </a:xfrm>
              <a:custGeom>
                <a:avLst/>
                <a:gdLst>
                  <a:gd name="connsiteX0" fmla="*/ 254840 w 514241"/>
                  <a:gd name="connsiteY0" fmla="*/ 513975 h 514184"/>
                  <a:gd name="connsiteX1" fmla="*/ 511933 w 514241"/>
                  <a:gd name="connsiteY1" fmla="*/ 256883 h 514184"/>
                  <a:gd name="connsiteX2" fmla="*/ 254840 w 514241"/>
                  <a:gd name="connsiteY2" fmla="*/ -210 h 514184"/>
                  <a:gd name="connsiteX3" fmla="*/ -2309 w 514241"/>
                  <a:gd name="connsiteY3" fmla="*/ 256883 h 514184"/>
                  <a:gd name="connsiteX4" fmla="*/ 254840 w 514241"/>
                  <a:gd name="connsiteY4" fmla="*/ 513975 h 514184"/>
                  <a:gd name="connsiteX5" fmla="*/ 254840 w 514241"/>
                  <a:gd name="connsiteY5" fmla="*/ 1860 h 514184"/>
                  <a:gd name="connsiteX6" fmla="*/ 509877 w 514241"/>
                  <a:gd name="connsiteY6" fmla="*/ 256883 h 514184"/>
                  <a:gd name="connsiteX7" fmla="*/ 254840 w 514241"/>
                  <a:gd name="connsiteY7" fmla="*/ 511905 h 514184"/>
                  <a:gd name="connsiteX8" fmla="*/ -310 w 514241"/>
                  <a:gd name="connsiteY8" fmla="*/ 256883 h 514184"/>
                  <a:gd name="connsiteX9" fmla="*/ 254840 w 514241"/>
                  <a:gd name="connsiteY9" fmla="*/ 1860 h 5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4241" h="514184">
                    <a:moveTo>
                      <a:pt x="254840" y="513975"/>
                    </a:moveTo>
                    <a:cubicBezTo>
                      <a:pt x="396591" y="513975"/>
                      <a:pt x="511933" y="398647"/>
                      <a:pt x="511933" y="256883"/>
                    </a:cubicBezTo>
                    <a:cubicBezTo>
                      <a:pt x="511933" y="115118"/>
                      <a:pt x="396591" y="-210"/>
                      <a:pt x="254840" y="-210"/>
                    </a:cubicBezTo>
                    <a:cubicBezTo>
                      <a:pt x="113090" y="-210"/>
                      <a:pt x="-2309" y="115132"/>
                      <a:pt x="-2309" y="256883"/>
                    </a:cubicBezTo>
                    <a:cubicBezTo>
                      <a:pt x="-2309" y="398633"/>
                      <a:pt x="113090" y="513975"/>
                      <a:pt x="254840" y="513975"/>
                    </a:cubicBezTo>
                    <a:close/>
                    <a:moveTo>
                      <a:pt x="254840" y="1860"/>
                    </a:moveTo>
                    <a:cubicBezTo>
                      <a:pt x="395471" y="1860"/>
                      <a:pt x="509877" y="116252"/>
                      <a:pt x="509877" y="256883"/>
                    </a:cubicBezTo>
                    <a:cubicBezTo>
                      <a:pt x="509877" y="397513"/>
                      <a:pt x="395400" y="511905"/>
                      <a:pt x="254840" y="511905"/>
                    </a:cubicBezTo>
                    <a:cubicBezTo>
                      <a:pt x="114281" y="511905"/>
                      <a:pt x="-310" y="397513"/>
                      <a:pt x="-310" y="256883"/>
                    </a:cubicBezTo>
                    <a:cubicBezTo>
                      <a:pt x="-310" y="116252"/>
                      <a:pt x="114153" y="1860"/>
                      <a:pt x="254840" y="186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C07C98F1-C832-42A5-B6FB-07F7E82DD59A}"/>
                  </a:ext>
                </a:extLst>
              </p:cNvPr>
              <p:cNvSpPr/>
              <p:nvPr/>
            </p:nvSpPr>
            <p:spPr>
              <a:xfrm>
                <a:off x="2299972" y="-1373047"/>
                <a:ext cx="539756" cy="539756"/>
              </a:xfrm>
              <a:custGeom>
                <a:avLst/>
                <a:gdLst>
                  <a:gd name="connsiteX0" fmla="*/ -2309 w 539756"/>
                  <a:gd name="connsiteY0" fmla="*/ 269668 h 539756"/>
                  <a:gd name="connsiteX1" fmla="*/ 267569 w 539756"/>
                  <a:gd name="connsiteY1" fmla="*/ 539547 h 539756"/>
                  <a:gd name="connsiteX2" fmla="*/ 537448 w 539756"/>
                  <a:gd name="connsiteY2" fmla="*/ 269668 h 539756"/>
                  <a:gd name="connsiteX3" fmla="*/ 267640 w 539756"/>
                  <a:gd name="connsiteY3" fmla="*/ -210 h 539756"/>
                  <a:gd name="connsiteX4" fmla="*/ -2309 w 539756"/>
                  <a:gd name="connsiteY4" fmla="*/ 269668 h 539756"/>
                  <a:gd name="connsiteX5" fmla="*/ 267640 w 539756"/>
                  <a:gd name="connsiteY5" fmla="*/ 6013 h 539756"/>
                  <a:gd name="connsiteX6" fmla="*/ 531296 w 539756"/>
                  <a:gd name="connsiteY6" fmla="*/ 269668 h 539756"/>
                  <a:gd name="connsiteX7" fmla="*/ 267640 w 539756"/>
                  <a:gd name="connsiteY7" fmla="*/ 533324 h 539756"/>
                  <a:gd name="connsiteX8" fmla="*/ 3985 w 539756"/>
                  <a:gd name="connsiteY8" fmla="*/ 269668 h 539756"/>
                  <a:gd name="connsiteX9" fmla="*/ 267640 w 539756"/>
                  <a:gd name="connsiteY9" fmla="*/ 6013 h 539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9756" h="539756">
                    <a:moveTo>
                      <a:pt x="-2309" y="269668"/>
                    </a:moveTo>
                    <a:cubicBezTo>
                      <a:pt x="-2309" y="418506"/>
                      <a:pt x="118760" y="539547"/>
                      <a:pt x="267569" y="539547"/>
                    </a:cubicBezTo>
                    <a:cubicBezTo>
                      <a:pt x="416379" y="539547"/>
                      <a:pt x="537448" y="418506"/>
                      <a:pt x="537448" y="269668"/>
                    </a:cubicBezTo>
                    <a:cubicBezTo>
                      <a:pt x="537448" y="120831"/>
                      <a:pt x="416379" y="-210"/>
                      <a:pt x="267640" y="-210"/>
                    </a:cubicBezTo>
                    <a:cubicBezTo>
                      <a:pt x="118902" y="-210"/>
                      <a:pt x="-2309" y="120831"/>
                      <a:pt x="-2309" y="269668"/>
                    </a:cubicBezTo>
                    <a:close/>
                    <a:moveTo>
                      <a:pt x="267640" y="6013"/>
                    </a:moveTo>
                    <a:cubicBezTo>
                      <a:pt x="413062" y="6013"/>
                      <a:pt x="531296" y="124318"/>
                      <a:pt x="531296" y="269668"/>
                    </a:cubicBezTo>
                    <a:cubicBezTo>
                      <a:pt x="531296" y="415019"/>
                      <a:pt x="413005" y="533324"/>
                      <a:pt x="267640" y="533324"/>
                    </a:cubicBezTo>
                    <a:cubicBezTo>
                      <a:pt x="122275" y="533324"/>
                      <a:pt x="3985" y="415019"/>
                      <a:pt x="3985" y="269668"/>
                    </a:cubicBezTo>
                    <a:cubicBezTo>
                      <a:pt x="3985" y="124318"/>
                      <a:pt x="122162" y="6013"/>
                      <a:pt x="267640" y="601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362B5CFF-C74D-4391-9A55-3F533FE2467E}"/>
                  </a:ext>
                </a:extLst>
              </p:cNvPr>
              <p:cNvSpPr/>
              <p:nvPr/>
            </p:nvSpPr>
            <p:spPr>
              <a:xfrm>
                <a:off x="2229720" y="-1443369"/>
                <a:ext cx="680401" cy="680401"/>
              </a:xfrm>
              <a:custGeom>
                <a:avLst/>
                <a:gdLst>
                  <a:gd name="connsiteX0" fmla="*/ 337892 w 680401"/>
                  <a:gd name="connsiteY0" fmla="*/ -210 h 680401"/>
                  <a:gd name="connsiteX1" fmla="*/ -2309 w 680401"/>
                  <a:gd name="connsiteY1" fmla="*/ 339991 h 680401"/>
                  <a:gd name="connsiteX2" fmla="*/ 337892 w 680401"/>
                  <a:gd name="connsiteY2" fmla="*/ 680191 h 680401"/>
                  <a:gd name="connsiteX3" fmla="*/ 678093 w 680401"/>
                  <a:gd name="connsiteY3" fmla="*/ 339991 h 680401"/>
                  <a:gd name="connsiteX4" fmla="*/ 337892 w 680401"/>
                  <a:gd name="connsiteY4" fmla="*/ -210 h 680401"/>
                  <a:gd name="connsiteX5" fmla="*/ 337892 w 680401"/>
                  <a:gd name="connsiteY5" fmla="*/ 672423 h 680401"/>
                  <a:gd name="connsiteX6" fmla="*/ 5473 w 680401"/>
                  <a:gd name="connsiteY6" fmla="*/ 339991 h 680401"/>
                  <a:gd name="connsiteX7" fmla="*/ 337892 w 680401"/>
                  <a:gd name="connsiteY7" fmla="*/ 7558 h 680401"/>
                  <a:gd name="connsiteX8" fmla="*/ 670254 w 680401"/>
                  <a:gd name="connsiteY8" fmla="*/ 339991 h 680401"/>
                  <a:gd name="connsiteX9" fmla="*/ 337892 w 680401"/>
                  <a:gd name="connsiteY9" fmla="*/ 672423 h 680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401" h="680401">
                    <a:moveTo>
                      <a:pt x="337892" y="-210"/>
                    </a:moveTo>
                    <a:cubicBezTo>
                      <a:pt x="150313" y="-210"/>
                      <a:pt x="-2309" y="152398"/>
                      <a:pt x="-2309" y="339991"/>
                    </a:cubicBezTo>
                    <a:cubicBezTo>
                      <a:pt x="-2309" y="527583"/>
                      <a:pt x="150313" y="680191"/>
                      <a:pt x="337892" y="680191"/>
                    </a:cubicBezTo>
                    <a:cubicBezTo>
                      <a:pt x="525470" y="680191"/>
                      <a:pt x="678093" y="527583"/>
                      <a:pt x="678093" y="339991"/>
                    </a:cubicBezTo>
                    <a:cubicBezTo>
                      <a:pt x="678093" y="152398"/>
                      <a:pt x="525413" y="-210"/>
                      <a:pt x="337892" y="-210"/>
                    </a:cubicBezTo>
                    <a:close/>
                    <a:moveTo>
                      <a:pt x="337892" y="672423"/>
                    </a:moveTo>
                    <a:cubicBezTo>
                      <a:pt x="154594" y="672423"/>
                      <a:pt x="5473" y="523288"/>
                      <a:pt x="5473" y="339991"/>
                    </a:cubicBezTo>
                    <a:cubicBezTo>
                      <a:pt x="5473" y="156693"/>
                      <a:pt x="154523" y="7558"/>
                      <a:pt x="337892" y="7558"/>
                    </a:cubicBezTo>
                    <a:cubicBezTo>
                      <a:pt x="521260" y="7558"/>
                      <a:pt x="670254" y="156693"/>
                      <a:pt x="670254" y="339991"/>
                    </a:cubicBezTo>
                    <a:cubicBezTo>
                      <a:pt x="670254" y="523288"/>
                      <a:pt x="521132" y="672423"/>
                      <a:pt x="337892" y="67242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F3CE3730-3031-4F69-BBB2-E36CE727B9A6}"/>
                  </a:ext>
                </a:extLst>
              </p:cNvPr>
              <p:cNvSpPr/>
              <p:nvPr/>
            </p:nvSpPr>
            <p:spPr>
              <a:xfrm>
                <a:off x="2354361" y="-1179997"/>
                <a:ext cx="158689" cy="152537"/>
              </a:xfrm>
              <a:custGeom>
                <a:avLst/>
                <a:gdLst>
                  <a:gd name="connsiteX0" fmla="*/ 35208 w 158689"/>
                  <a:gd name="connsiteY0" fmla="*/ 152328 h 152537"/>
                  <a:gd name="connsiteX1" fmla="*/ 48390 w 158689"/>
                  <a:gd name="connsiteY1" fmla="*/ 115558 h 152537"/>
                  <a:gd name="connsiteX2" fmla="*/ 98513 w 158689"/>
                  <a:gd name="connsiteY2" fmla="*/ 115558 h 152537"/>
                  <a:gd name="connsiteX3" fmla="*/ 98513 w 158689"/>
                  <a:gd name="connsiteY3" fmla="*/ 115133 h 152537"/>
                  <a:gd name="connsiteX4" fmla="*/ 117210 w 158689"/>
                  <a:gd name="connsiteY4" fmla="*/ 126473 h 152537"/>
                  <a:gd name="connsiteX5" fmla="*/ 109527 w 158689"/>
                  <a:gd name="connsiteY5" fmla="*/ 152271 h 152537"/>
                  <a:gd name="connsiteX6" fmla="*/ 126466 w 158689"/>
                  <a:gd name="connsiteY6" fmla="*/ 152271 h 152537"/>
                  <a:gd name="connsiteX7" fmla="*/ 145744 w 158689"/>
                  <a:gd name="connsiteY7" fmla="*/ 145878 h 152537"/>
                  <a:gd name="connsiteX8" fmla="*/ 147828 w 158689"/>
                  <a:gd name="connsiteY8" fmla="*/ 152271 h 152537"/>
                  <a:gd name="connsiteX9" fmla="*/ 156461 w 158689"/>
                  <a:gd name="connsiteY9" fmla="*/ 152271 h 152537"/>
                  <a:gd name="connsiteX10" fmla="*/ 130535 w 158689"/>
                  <a:gd name="connsiteY10" fmla="*/ 122418 h 152537"/>
                  <a:gd name="connsiteX11" fmla="*/ 137452 w 158689"/>
                  <a:gd name="connsiteY11" fmla="*/ 93119 h 152537"/>
                  <a:gd name="connsiteX12" fmla="*/ 114772 w 158689"/>
                  <a:gd name="connsiteY12" fmla="*/ 73855 h 152537"/>
                  <a:gd name="connsiteX13" fmla="*/ 121462 w 158689"/>
                  <a:gd name="connsiteY13" fmla="*/ 44867 h 152537"/>
                  <a:gd name="connsiteX14" fmla="*/ 98499 w 158689"/>
                  <a:gd name="connsiteY14" fmla="*/ 25915 h 152537"/>
                  <a:gd name="connsiteX15" fmla="*/ 106324 w 158689"/>
                  <a:gd name="connsiteY15" fmla="*/ -210 h 152537"/>
                  <a:gd name="connsiteX16" fmla="*/ 97819 w 158689"/>
                  <a:gd name="connsiteY16" fmla="*/ -210 h 152537"/>
                  <a:gd name="connsiteX17" fmla="*/ 98343 w 158689"/>
                  <a:gd name="connsiteY17" fmla="*/ 1633 h 152537"/>
                  <a:gd name="connsiteX18" fmla="*/ 88010 w 158689"/>
                  <a:gd name="connsiteY18" fmla="*/ 5049 h 152537"/>
                  <a:gd name="connsiteX19" fmla="*/ 89895 w 158689"/>
                  <a:gd name="connsiteY19" fmla="*/ -210 h 152537"/>
                  <a:gd name="connsiteX20" fmla="*/ 61219 w 158689"/>
                  <a:gd name="connsiteY20" fmla="*/ -210 h 152537"/>
                  <a:gd name="connsiteX21" fmla="*/ 51565 w 158689"/>
                  <a:gd name="connsiteY21" fmla="*/ 6523 h 152537"/>
                  <a:gd name="connsiteX22" fmla="*/ -2229 w 158689"/>
                  <a:gd name="connsiteY22" fmla="*/ 152271 h 152537"/>
                  <a:gd name="connsiteX23" fmla="*/ 115523 w 158689"/>
                  <a:gd name="connsiteY23" fmla="*/ 117046 h 152537"/>
                  <a:gd name="connsiteX24" fmla="*/ 126778 w 158689"/>
                  <a:gd name="connsiteY24" fmla="*/ 113318 h 152537"/>
                  <a:gd name="connsiteX25" fmla="*/ 122526 w 158689"/>
                  <a:gd name="connsiteY25" fmla="*/ 119583 h 152537"/>
                  <a:gd name="connsiteX26" fmla="*/ 115523 w 158689"/>
                  <a:gd name="connsiteY26" fmla="*/ 117046 h 152537"/>
                  <a:gd name="connsiteX27" fmla="*/ 143023 w 158689"/>
                  <a:gd name="connsiteY27" fmla="*/ 141059 h 152537"/>
                  <a:gd name="connsiteX28" fmla="*/ 117423 w 158689"/>
                  <a:gd name="connsiteY28" fmla="*/ 149564 h 152537"/>
                  <a:gd name="connsiteX29" fmla="*/ 117423 w 158689"/>
                  <a:gd name="connsiteY29" fmla="*/ 145042 h 152537"/>
                  <a:gd name="connsiteX30" fmla="*/ 139947 w 158689"/>
                  <a:gd name="connsiteY30" fmla="*/ 137586 h 152537"/>
                  <a:gd name="connsiteX31" fmla="*/ 142980 w 158689"/>
                  <a:gd name="connsiteY31" fmla="*/ 141059 h 152537"/>
                  <a:gd name="connsiteX32" fmla="*/ 136049 w 158689"/>
                  <a:gd name="connsiteY32" fmla="*/ 134481 h 152537"/>
                  <a:gd name="connsiteX33" fmla="*/ 118755 w 158689"/>
                  <a:gd name="connsiteY33" fmla="*/ 140151 h 152537"/>
                  <a:gd name="connsiteX34" fmla="*/ 125417 w 158689"/>
                  <a:gd name="connsiteY34" fmla="*/ 129350 h 152537"/>
                  <a:gd name="connsiteX35" fmla="*/ 136006 w 158689"/>
                  <a:gd name="connsiteY35" fmla="*/ 134481 h 152537"/>
                  <a:gd name="connsiteX36" fmla="*/ 129386 w 158689"/>
                  <a:gd name="connsiteY36" fmla="*/ 108102 h 152537"/>
                  <a:gd name="connsiteX37" fmla="*/ 110236 w 158689"/>
                  <a:gd name="connsiteY37" fmla="*/ 114438 h 152537"/>
                  <a:gd name="connsiteX38" fmla="*/ 105672 w 158689"/>
                  <a:gd name="connsiteY38" fmla="*/ 110710 h 152537"/>
                  <a:gd name="connsiteX39" fmla="*/ 130591 w 158689"/>
                  <a:gd name="connsiteY39" fmla="*/ 102446 h 152537"/>
                  <a:gd name="connsiteX40" fmla="*/ 129344 w 158689"/>
                  <a:gd name="connsiteY40" fmla="*/ 108102 h 152537"/>
                  <a:gd name="connsiteX41" fmla="*/ 129656 w 158689"/>
                  <a:gd name="connsiteY41" fmla="*/ 95784 h 152537"/>
                  <a:gd name="connsiteX42" fmla="*/ 130279 w 158689"/>
                  <a:gd name="connsiteY42" fmla="*/ 98193 h 152537"/>
                  <a:gd name="connsiteX43" fmla="*/ 103347 w 158689"/>
                  <a:gd name="connsiteY43" fmla="*/ 107138 h 152537"/>
                  <a:gd name="connsiteX44" fmla="*/ 102383 w 158689"/>
                  <a:gd name="connsiteY44" fmla="*/ 104827 h 152537"/>
                  <a:gd name="connsiteX45" fmla="*/ 101759 w 158689"/>
                  <a:gd name="connsiteY45" fmla="*/ 102418 h 152537"/>
                  <a:gd name="connsiteX46" fmla="*/ 128763 w 158689"/>
                  <a:gd name="connsiteY46" fmla="*/ 93473 h 152537"/>
                  <a:gd name="connsiteX47" fmla="*/ 129613 w 158689"/>
                  <a:gd name="connsiteY47" fmla="*/ 95784 h 152537"/>
                  <a:gd name="connsiteX48" fmla="*/ 126424 w 158689"/>
                  <a:gd name="connsiteY48" fmla="*/ 89873 h 152537"/>
                  <a:gd name="connsiteX49" fmla="*/ 101348 w 158689"/>
                  <a:gd name="connsiteY49" fmla="*/ 98165 h 152537"/>
                  <a:gd name="connsiteX50" fmla="*/ 102553 w 158689"/>
                  <a:gd name="connsiteY50" fmla="*/ 92495 h 152537"/>
                  <a:gd name="connsiteX51" fmla="*/ 122030 w 158689"/>
                  <a:gd name="connsiteY51" fmla="*/ 86045 h 152537"/>
                  <a:gd name="connsiteX52" fmla="*/ 126381 w 158689"/>
                  <a:gd name="connsiteY52" fmla="*/ 89873 h 152537"/>
                  <a:gd name="connsiteX53" fmla="*/ 99123 w 158689"/>
                  <a:gd name="connsiteY53" fmla="*/ 68950 h 152537"/>
                  <a:gd name="connsiteX54" fmla="*/ 110803 w 158689"/>
                  <a:gd name="connsiteY54" fmla="*/ 65081 h 152537"/>
                  <a:gd name="connsiteX55" fmla="*/ 106423 w 158689"/>
                  <a:gd name="connsiteY55" fmla="*/ 71417 h 152537"/>
                  <a:gd name="connsiteX56" fmla="*/ 99080 w 158689"/>
                  <a:gd name="connsiteY56" fmla="*/ 68950 h 152537"/>
                  <a:gd name="connsiteX57" fmla="*/ 116884 w 158689"/>
                  <a:gd name="connsiteY57" fmla="*/ 83423 h 152537"/>
                  <a:gd name="connsiteX58" fmla="*/ 105190 w 158689"/>
                  <a:gd name="connsiteY58" fmla="*/ 87293 h 152537"/>
                  <a:gd name="connsiteX59" fmla="*/ 109584 w 158689"/>
                  <a:gd name="connsiteY59" fmla="*/ 80957 h 152537"/>
                  <a:gd name="connsiteX60" fmla="*/ 116841 w 158689"/>
                  <a:gd name="connsiteY60" fmla="*/ 83423 h 152537"/>
                  <a:gd name="connsiteX61" fmla="*/ 113397 w 158689"/>
                  <a:gd name="connsiteY61" fmla="*/ 59864 h 152537"/>
                  <a:gd name="connsiteX62" fmla="*/ 93920 w 158689"/>
                  <a:gd name="connsiteY62" fmla="*/ 66314 h 152537"/>
                  <a:gd name="connsiteX63" fmla="*/ 89569 w 158689"/>
                  <a:gd name="connsiteY63" fmla="*/ 62501 h 152537"/>
                  <a:gd name="connsiteX64" fmla="*/ 114616 w 158689"/>
                  <a:gd name="connsiteY64" fmla="*/ 54208 h 152537"/>
                  <a:gd name="connsiteX65" fmla="*/ 113354 w 158689"/>
                  <a:gd name="connsiteY65" fmla="*/ 59864 h 152537"/>
                  <a:gd name="connsiteX66" fmla="*/ 113666 w 158689"/>
                  <a:gd name="connsiteY66" fmla="*/ 47532 h 152537"/>
                  <a:gd name="connsiteX67" fmla="*/ 114290 w 158689"/>
                  <a:gd name="connsiteY67" fmla="*/ 49956 h 152537"/>
                  <a:gd name="connsiteX68" fmla="*/ 87357 w 158689"/>
                  <a:gd name="connsiteY68" fmla="*/ 58900 h 152537"/>
                  <a:gd name="connsiteX69" fmla="*/ 86408 w 158689"/>
                  <a:gd name="connsiteY69" fmla="*/ 56590 h 152537"/>
                  <a:gd name="connsiteX70" fmla="*/ 85798 w 158689"/>
                  <a:gd name="connsiteY70" fmla="*/ 54166 h 152537"/>
                  <a:gd name="connsiteX71" fmla="*/ 112731 w 158689"/>
                  <a:gd name="connsiteY71" fmla="*/ 45235 h 152537"/>
                  <a:gd name="connsiteX72" fmla="*/ 113624 w 158689"/>
                  <a:gd name="connsiteY72" fmla="*/ 47532 h 152537"/>
                  <a:gd name="connsiteX73" fmla="*/ 110236 w 158689"/>
                  <a:gd name="connsiteY73" fmla="*/ 41692 h 152537"/>
                  <a:gd name="connsiteX74" fmla="*/ 85415 w 158689"/>
                  <a:gd name="connsiteY74" fmla="*/ 49913 h 152537"/>
                  <a:gd name="connsiteX75" fmla="*/ 86620 w 158689"/>
                  <a:gd name="connsiteY75" fmla="*/ 44243 h 152537"/>
                  <a:gd name="connsiteX76" fmla="*/ 105572 w 158689"/>
                  <a:gd name="connsiteY76" fmla="*/ 37964 h 152537"/>
                  <a:gd name="connsiteX77" fmla="*/ 110193 w 158689"/>
                  <a:gd name="connsiteY77" fmla="*/ 41692 h 152537"/>
                  <a:gd name="connsiteX78" fmla="*/ 100200 w 158689"/>
                  <a:gd name="connsiteY78" fmla="*/ 35398 h 152537"/>
                  <a:gd name="connsiteX79" fmla="*/ 89214 w 158689"/>
                  <a:gd name="connsiteY79" fmla="*/ 39041 h 152537"/>
                  <a:gd name="connsiteX80" fmla="*/ 93467 w 158689"/>
                  <a:gd name="connsiteY80" fmla="*/ 32946 h 152537"/>
                  <a:gd name="connsiteX81" fmla="*/ 100157 w 158689"/>
                  <a:gd name="connsiteY81" fmla="*/ 35398 h 152537"/>
                  <a:gd name="connsiteX82" fmla="*/ 86223 w 158689"/>
                  <a:gd name="connsiteY82" fmla="*/ 9996 h 152537"/>
                  <a:gd name="connsiteX83" fmla="*/ 98740 w 158689"/>
                  <a:gd name="connsiteY83" fmla="*/ 5843 h 152537"/>
                  <a:gd name="connsiteX84" fmla="*/ 97620 w 158689"/>
                  <a:gd name="connsiteY84" fmla="*/ 11513 h 152537"/>
                  <a:gd name="connsiteX85" fmla="*/ 84083 w 158689"/>
                  <a:gd name="connsiteY85" fmla="*/ 15992 h 152537"/>
                  <a:gd name="connsiteX86" fmla="*/ 94955 w 158689"/>
                  <a:gd name="connsiteY86" fmla="*/ 16715 h 152537"/>
                  <a:gd name="connsiteX87" fmla="*/ 90391 w 158689"/>
                  <a:gd name="connsiteY87" fmla="*/ 23137 h 152537"/>
                  <a:gd name="connsiteX88" fmla="*/ 83672 w 158689"/>
                  <a:gd name="connsiteY88" fmla="*/ 20443 h 152537"/>
                  <a:gd name="connsiteX89" fmla="*/ 79901 w 158689"/>
                  <a:gd name="connsiteY89" fmla="*/ 27630 h 152537"/>
                  <a:gd name="connsiteX90" fmla="*/ 85245 w 158689"/>
                  <a:gd name="connsiteY90" fmla="*/ 29997 h 152537"/>
                  <a:gd name="connsiteX91" fmla="*/ 78456 w 158689"/>
                  <a:gd name="connsiteY91" fmla="*/ 59127 h 152537"/>
                  <a:gd name="connsiteX92" fmla="*/ 101136 w 158689"/>
                  <a:gd name="connsiteY92" fmla="*/ 78391 h 152537"/>
                  <a:gd name="connsiteX93" fmla="*/ 94544 w 158689"/>
                  <a:gd name="connsiteY93" fmla="*/ 90383 h 152537"/>
                  <a:gd name="connsiteX94" fmla="*/ 57406 w 158689"/>
                  <a:gd name="connsiteY94" fmla="*/ 90383 h 152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158689" h="152537">
                    <a:moveTo>
                      <a:pt x="35208" y="152328"/>
                    </a:moveTo>
                    <a:lnTo>
                      <a:pt x="48390" y="115558"/>
                    </a:lnTo>
                    <a:lnTo>
                      <a:pt x="98513" y="115558"/>
                    </a:lnTo>
                    <a:lnTo>
                      <a:pt x="98513" y="115133"/>
                    </a:lnTo>
                    <a:cubicBezTo>
                      <a:pt x="103205" y="121086"/>
                      <a:pt x="110122" y="124034"/>
                      <a:pt x="117210" y="126473"/>
                    </a:cubicBezTo>
                    <a:cubicBezTo>
                      <a:pt x="111965" y="133787"/>
                      <a:pt x="107472" y="142065"/>
                      <a:pt x="109527" y="152271"/>
                    </a:cubicBezTo>
                    <a:lnTo>
                      <a:pt x="126466" y="152271"/>
                    </a:lnTo>
                    <a:lnTo>
                      <a:pt x="145744" y="145878"/>
                    </a:lnTo>
                    <a:cubicBezTo>
                      <a:pt x="146651" y="147932"/>
                      <a:pt x="147360" y="150074"/>
                      <a:pt x="147828" y="152271"/>
                    </a:cubicBezTo>
                    <a:lnTo>
                      <a:pt x="156461" y="152271"/>
                    </a:lnTo>
                    <a:cubicBezTo>
                      <a:pt x="152463" y="133362"/>
                      <a:pt x="141322" y="126614"/>
                      <a:pt x="130535" y="122418"/>
                    </a:cubicBezTo>
                    <a:cubicBezTo>
                      <a:pt x="136389" y="114296"/>
                      <a:pt x="141393" y="105026"/>
                      <a:pt x="137452" y="93119"/>
                    </a:cubicBezTo>
                    <a:cubicBezTo>
                      <a:pt x="133511" y="81212"/>
                      <a:pt x="124198" y="76888"/>
                      <a:pt x="114772" y="73855"/>
                    </a:cubicBezTo>
                    <a:cubicBezTo>
                      <a:pt x="120527" y="65803"/>
                      <a:pt x="125361" y="56618"/>
                      <a:pt x="121462" y="44867"/>
                    </a:cubicBezTo>
                    <a:cubicBezTo>
                      <a:pt x="117692" y="33527"/>
                      <a:pt x="108237" y="29274"/>
                      <a:pt x="98499" y="25915"/>
                    </a:cubicBezTo>
                    <a:cubicBezTo>
                      <a:pt x="104098" y="17778"/>
                      <a:pt x="108421" y="8735"/>
                      <a:pt x="106324" y="-210"/>
                    </a:cubicBezTo>
                    <a:lnTo>
                      <a:pt x="97819" y="-210"/>
                    </a:lnTo>
                    <a:cubicBezTo>
                      <a:pt x="98031" y="396"/>
                      <a:pt x="98201" y="1011"/>
                      <a:pt x="98343" y="1633"/>
                    </a:cubicBezTo>
                    <a:lnTo>
                      <a:pt x="88010" y="5049"/>
                    </a:lnTo>
                    <a:lnTo>
                      <a:pt x="89895" y="-210"/>
                    </a:lnTo>
                    <a:lnTo>
                      <a:pt x="61219" y="-210"/>
                    </a:lnTo>
                    <a:cubicBezTo>
                      <a:pt x="56909" y="-208"/>
                      <a:pt x="53054" y="2479"/>
                      <a:pt x="51565" y="6523"/>
                    </a:cubicBezTo>
                    <a:lnTo>
                      <a:pt x="-2229" y="152271"/>
                    </a:lnTo>
                    <a:close/>
                    <a:moveTo>
                      <a:pt x="115523" y="117046"/>
                    </a:moveTo>
                    <a:lnTo>
                      <a:pt x="126778" y="113318"/>
                    </a:lnTo>
                    <a:cubicBezTo>
                      <a:pt x="125474" y="115478"/>
                      <a:pt x="124057" y="117569"/>
                      <a:pt x="122526" y="119583"/>
                    </a:cubicBezTo>
                    <a:cubicBezTo>
                      <a:pt x="119960" y="118747"/>
                      <a:pt x="117635" y="117925"/>
                      <a:pt x="115523" y="117046"/>
                    </a:cubicBezTo>
                    <a:close/>
                    <a:moveTo>
                      <a:pt x="143023" y="141059"/>
                    </a:moveTo>
                    <a:lnTo>
                      <a:pt x="117423" y="149564"/>
                    </a:lnTo>
                    <a:cubicBezTo>
                      <a:pt x="117210" y="148064"/>
                      <a:pt x="117210" y="146542"/>
                      <a:pt x="117423" y="145042"/>
                    </a:cubicBezTo>
                    <a:lnTo>
                      <a:pt x="139947" y="137586"/>
                    </a:lnTo>
                    <a:cubicBezTo>
                      <a:pt x="141067" y="138646"/>
                      <a:pt x="142073" y="139808"/>
                      <a:pt x="142980" y="141059"/>
                    </a:cubicBezTo>
                    <a:close/>
                    <a:moveTo>
                      <a:pt x="136049" y="134481"/>
                    </a:moveTo>
                    <a:lnTo>
                      <a:pt x="118755" y="140151"/>
                    </a:lnTo>
                    <a:cubicBezTo>
                      <a:pt x="120527" y="136290"/>
                      <a:pt x="122753" y="132661"/>
                      <a:pt x="125417" y="129350"/>
                    </a:cubicBezTo>
                    <a:cubicBezTo>
                      <a:pt x="129131" y="130658"/>
                      <a:pt x="132675" y="132379"/>
                      <a:pt x="136006" y="134481"/>
                    </a:cubicBezTo>
                    <a:close/>
                    <a:moveTo>
                      <a:pt x="129386" y="108102"/>
                    </a:moveTo>
                    <a:lnTo>
                      <a:pt x="110236" y="114438"/>
                    </a:lnTo>
                    <a:cubicBezTo>
                      <a:pt x="108535" y="113433"/>
                      <a:pt x="106990" y="112177"/>
                      <a:pt x="105672" y="110710"/>
                    </a:cubicBezTo>
                    <a:lnTo>
                      <a:pt x="130591" y="102446"/>
                    </a:lnTo>
                    <a:cubicBezTo>
                      <a:pt x="130464" y="104384"/>
                      <a:pt x="130053" y="106292"/>
                      <a:pt x="129344" y="108102"/>
                    </a:cubicBezTo>
                    <a:close/>
                    <a:moveTo>
                      <a:pt x="129656" y="95784"/>
                    </a:moveTo>
                    <a:cubicBezTo>
                      <a:pt x="129911" y="96573"/>
                      <a:pt x="130124" y="97378"/>
                      <a:pt x="130279" y="98193"/>
                    </a:cubicBezTo>
                    <a:lnTo>
                      <a:pt x="103347" y="107138"/>
                    </a:lnTo>
                    <a:cubicBezTo>
                      <a:pt x="102964" y="106395"/>
                      <a:pt x="102638" y="105623"/>
                      <a:pt x="102383" y="104827"/>
                    </a:cubicBezTo>
                    <a:cubicBezTo>
                      <a:pt x="102128" y="104038"/>
                      <a:pt x="101915" y="103233"/>
                      <a:pt x="101759" y="102418"/>
                    </a:cubicBezTo>
                    <a:lnTo>
                      <a:pt x="128763" y="93473"/>
                    </a:lnTo>
                    <a:cubicBezTo>
                      <a:pt x="129103" y="94222"/>
                      <a:pt x="129386" y="94994"/>
                      <a:pt x="129613" y="95784"/>
                    </a:cubicBezTo>
                    <a:close/>
                    <a:moveTo>
                      <a:pt x="126424" y="89873"/>
                    </a:moveTo>
                    <a:lnTo>
                      <a:pt x="101348" y="98165"/>
                    </a:lnTo>
                    <a:cubicBezTo>
                      <a:pt x="101462" y="96224"/>
                      <a:pt x="101859" y="94312"/>
                      <a:pt x="102553" y="92495"/>
                    </a:cubicBezTo>
                    <a:lnTo>
                      <a:pt x="122030" y="86045"/>
                    </a:lnTo>
                    <a:cubicBezTo>
                      <a:pt x="123674" y="87086"/>
                      <a:pt x="125134" y="88377"/>
                      <a:pt x="126381" y="89873"/>
                    </a:cubicBezTo>
                    <a:close/>
                    <a:moveTo>
                      <a:pt x="99123" y="68950"/>
                    </a:moveTo>
                    <a:lnTo>
                      <a:pt x="110803" y="65081"/>
                    </a:lnTo>
                    <a:cubicBezTo>
                      <a:pt x="109527" y="67178"/>
                      <a:pt x="107968" y="69262"/>
                      <a:pt x="106423" y="71417"/>
                    </a:cubicBezTo>
                    <a:cubicBezTo>
                      <a:pt x="103800" y="70651"/>
                      <a:pt x="101348" y="69872"/>
                      <a:pt x="99080" y="68950"/>
                    </a:cubicBezTo>
                    <a:close/>
                    <a:moveTo>
                      <a:pt x="116884" y="83423"/>
                    </a:moveTo>
                    <a:lnTo>
                      <a:pt x="105190" y="87293"/>
                    </a:lnTo>
                    <a:cubicBezTo>
                      <a:pt x="106465" y="85195"/>
                      <a:pt x="108025" y="83040"/>
                      <a:pt x="109584" y="80957"/>
                    </a:cubicBezTo>
                    <a:cubicBezTo>
                      <a:pt x="112107" y="81708"/>
                      <a:pt x="114559" y="82502"/>
                      <a:pt x="116841" y="83423"/>
                    </a:cubicBezTo>
                    <a:close/>
                    <a:moveTo>
                      <a:pt x="113397" y="59864"/>
                    </a:moveTo>
                    <a:lnTo>
                      <a:pt x="93920" y="66314"/>
                    </a:lnTo>
                    <a:cubicBezTo>
                      <a:pt x="92276" y="65273"/>
                      <a:pt x="90816" y="63988"/>
                      <a:pt x="89569" y="62501"/>
                    </a:cubicBezTo>
                    <a:lnTo>
                      <a:pt x="114616" y="54208"/>
                    </a:lnTo>
                    <a:cubicBezTo>
                      <a:pt x="114488" y="56147"/>
                      <a:pt x="114063" y="58054"/>
                      <a:pt x="113354" y="59864"/>
                    </a:cubicBezTo>
                    <a:close/>
                    <a:moveTo>
                      <a:pt x="113666" y="47532"/>
                    </a:moveTo>
                    <a:cubicBezTo>
                      <a:pt x="113935" y="48324"/>
                      <a:pt x="114134" y="49134"/>
                      <a:pt x="114290" y="49956"/>
                    </a:cubicBezTo>
                    <a:lnTo>
                      <a:pt x="87357" y="58900"/>
                    </a:lnTo>
                    <a:cubicBezTo>
                      <a:pt x="87003" y="58146"/>
                      <a:pt x="86691" y="57375"/>
                      <a:pt x="86408" y="56590"/>
                    </a:cubicBezTo>
                    <a:cubicBezTo>
                      <a:pt x="86153" y="55794"/>
                      <a:pt x="85954" y="54985"/>
                      <a:pt x="85798" y="54166"/>
                    </a:cubicBezTo>
                    <a:lnTo>
                      <a:pt x="112731" y="45235"/>
                    </a:lnTo>
                    <a:cubicBezTo>
                      <a:pt x="113085" y="45977"/>
                      <a:pt x="113383" y="46745"/>
                      <a:pt x="113624" y="47532"/>
                    </a:cubicBezTo>
                    <a:close/>
                    <a:moveTo>
                      <a:pt x="110236" y="41692"/>
                    </a:moveTo>
                    <a:lnTo>
                      <a:pt x="85415" y="49913"/>
                    </a:lnTo>
                    <a:cubicBezTo>
                      <a:pt x="85529" y="47973"/>
                      <a:pt x="85926" y="46059"/>
                      <a:pt x="86620" y="44243"/>
                    </a:cubicBezTo>
                    <a:lnTo>
                      <a:pt x="105572" y="37964"/>
                    </a:lnTo>
                    <a:cubicBezTo>
                      <a:pt x="107287" y="38970"/>
                      <a:pt x="108847" y="40227"/>
                      <a:pt x="110193" y="41692"/>
                    </a:cubicBezTo>
                    <a:close/>
                    <a:moveTo>
                      <a:pt x="100200" y="35398"/>
                    </a:moveTo>
                    <a:lnTo>
                      <a:pt x="89214" y="39041"/>
                    </a:lnTo>
                    <a:cubicBezTo>
                      <a:pt x="90433" y="37028"/>
                      <a:pt x="91879" y="35015"/>
                      <a:pt x="93467" y="32946"/>
                    </a:cubicBezTo>
                    <a:cubicBezTo>
                      <a:pt x="95749" y="33754"/>
                      <a:pt x="98031" y="34533"/>
                      <a:pt x="100157" y="35398"/>
                    </a:cubicBezTo>
                    <a:close/>
                    <a:moveTo>
                      <a:pt x="86223" y="9996"/>
                    </a:moveTo>
                    <a:lnTo>
                      <a:pt x="98740" y="5843"/>
                    </a:lnTo>
                    <a:cubicBezTo>
                      <a:pt x="98683" y="7782"/>
                      <a:pt x="98315" y="9699"/>
                      <a:pt x="97620" y="11513"/>
                    </a:cubicBezTo>
                    <a:lnTo>
                      <a:pt x="84083" y="15992"/>
                    </a:lnTo>
                    <a:close/>
                    <a:moveTo>
                      <a:pt x="94955" y="16715"/>
                    </a:moveTo>
                    <a:cubicBezTo>
                      <a:pt x="93637" y="18813"/>
                      <a:pt x="92120" y="20968"/>
                      <a:pt x="90391" y="23137"/>
                    </a:cubicBezTo>
                    <a:cubicBezTo>
                      <a:pt x="88109" y="22354"/>
                      <a:pt x="85869" y="21455"/>
                      <a:pt x="83672" y="20443"/>
                    </a:cubicBezTo>
                    <a:close/>
                    <a:moveTo>
                      <a:pt x="79901" y="27630"/>
                    </a:moveTo>
                    <a:cubicBezTo>
                      <a:pt x="81659" y="28509"/>
                      <a:pt x="83445" y="29289"/>
                      <a:pt x="85245" y="29997"/>
                    </a:cubicBezTo>
                    <a:cubicBezTo>
                      <a:pt x="79448" y="38077"/>
                      <a:pt x="74529" y="47305"/>
                      <a:pt x="78456" y="59127"/>
                    </a:cubicBezTo>
                    <a:cubicBezTo>
                      <a:pt x="82382" y="70949"/>
                      <a:pt x="91695" y="75372"/>
                      <a:pt x="101136" y="78391"/>
                    </a:cubicBezTo>
                    <a:cubicBezTo>
                      <a:pt x="98371" y="82051"/>
                      <a:pt x="96160" y="86089"/>
                      <a:pt x="94544" y="90383"/>
                    </a:cubicBezTo>
                    <a:lnTo>
                      <a:pt x="57406" y="9038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910D1548-B373-4CDB-808D-0C01A9CE6F04}"/>
                  </a:ext>
                </a:extLst>
              </p:cNvPr>
              <p:cNvSpPr/>
              <p:nvPr/>
            </p:nvSpPr>
            <p:spPr>
              <a:xfrm>
                <a:off x="2540276" y="-1179983"/>
                <a:ext cx="245106" cy="205622"/>
              </a:xfrm>
              <a:custGeom>
                <a:avLst/>
                <a:gdLst>
                  <a:gd name="connsiteX0" fmla="*/ 49282 w 245106"/>
                  <a:gd name="connsiteY0" fmla="*/ 168330 h 205622"/>
                  <a:gd name="connsiteX1" fmla="*/ 33760 w 245106"/>
                  <a:gd name="connsiteY1" fmla="*/ 192824 h 205622"/>
                  <a:gd name="connsiteX2" fmla="*/ 8245 w 245106"/>
                  <a:gd name="connsiteY2" fmla="*/ 192824 h 205622"/>
                  <a:gd name="connsiteX3" fmla="*/ -388 w 245106"/>
                  <a:gd name="connsiteY3" fmla="*/ 192456 h 205622"/>
                  <a:gd name="connsiteX4" fmla="*/ -756 w 245106"/>
                  <a:gd name="connsiteY4" fmla="*/ 201088 h 205622"/>
                  <a:gd name="connsiteX5" fmla="*/ 7877 w 245106"/>
                  <a:gd name="connsiteY5" fmla="*/ 201457 h 205622"/>
                  <a:gd name="connsiteX6" fmla="*/ 8245 w 245106"/>
                  <a:gd name="connsiteY6" fmla="*/ 201088 h 205622"/>
                  <a:gd name="connsiteX7" fmla="*/ 38466 w 245106"/>
                  <a:gd name="connsiteY7" fmla="*/ 201003 h 205622"/>
                  <a:gd name="connsiteX8" fmla="*/ 49324 w 245106"/>
                  <a:gd name="connsiteY8" fmla="*/ 182264 h 205622"/>
                  <a:gd name="connsiteX9" fmla="*/ 63159 w 245106"/>
                  <a:gd name="connsiteY9" fmla="*/ 205398 h 205622"/>
                  <a:gd name="connsiteX10" fmla="*/ 70133 w 245106"/>
                  <a:gd name="connsiteY10" fmla="*/ 205398 h 205622"/>
                  <a:gd name="connsiteX11" fmla="*/ 124338 w 245106"/>
                  <a:gd name="connsiteY11" fmla="*/ 36899 h 205622"/>
                  <a:gd name="connsiteX12" fmla="*/ 154715 w 245106"/>
                  <a:gd name="connsiteY12" fmla="*/ 152369 h 205622"/>
                  <a:gd name="connsiteX13" fmla="*/ 176942 w 245106"/>
                  <a:gd name="connsiteY13" fmla="*/ 152369 h 205622"/>
                  <a:gd name="connsiteX14" fmla="*/ 204909 w 245106"/>
                  <a:gd name="connsiteY14" fmla="*/ 65433 h 205622"/>
                  <a:gd name="connsiteX15" fmla="*/ 204909 w 245106"/>
                  <a:gd name="connsiteY15" fmla="*/ 152369 h 205622"/>
                  <a:gd name="connsiteX16" fmla="*/ 242743 w 245106"/>
                  <a:gd name="connsiteY16" fmla="*/ 152369 h 205622"/>
                  <a:gd name="connsiteX17" fmla="*/ 242743 w 245106"/>
                  <a:gd name="connsiteY17" fmla="*/ 10122 h 205622"/>
                  <a:gd name="connsiteX18" fmla="*/ 234861 w 245106"/>
                  <a:gd name="connsiteY18" fmla="*/ 115 h 205622"/>
                  <a:gd name="connsiteX19" fmla="*/ 234861 w 245106"/>
                  <a:gd name="connsiteY19" fmla="*/ 127690 h 205622"/>
                  <a:gd name="connsiteX20" fmla="*/ 236279 w 245106"/>
                  <a:gd name="connsiteY20" fmla="*/ 130128 h 205622"/>
                  <a:gd name="connsiteX21" fmla="*/ 233458 w 245106"/>
                  <a:gd name="connsiteY21" fmla="*/ 132980 h 205622"/>
                  <a:gd name="connsiteX22" fmla="*/ 230609 w 245106"/>
                  <a:gd name="connsiteY22" fmla="*/ 130162 h 205622"/>
                  <a:gd name="connsiteX23" fmla="*/ 232026 w 245106"/>
                  <a:gd name="connsiteY23" fmla="*/ 127690 h 205622"/>
                  <a:gd name="connsiteX24" fmla="*/ 232026 w 245106"/>
                  <a:gd name="connsiteY24" fmla="*/ -183 h 205622"/>
                  <a:gd name="connsiteX25" fmla="*/ 225123 w 245106"/>
                  <a:gd name="connsiteY25" fmla="*/ -183 h 205622"/>
                  <a:gd name="connsiteX26" fmla="*/ 225123 w 245106"/>
                  <a:gd name="connsiteY26" fmla="*/ 127619 h 205622"/>
                  <a:gd name="connsiteX27" fmla="*/ 226158 w 245106"/>
                  <a:gd name="connsiteY27" fmla="*/ 131492 h 205622"/>
                  <a:gd name="connsiteX28" fmla="*/ 222288 w 245106"/>
                  <a:gd name="connsiteY28" fmla="*/ 132530 h 205622"/>
                  <a:gd name="connsiteX29" fmla="*/ 220871 w 245106"/>
                  <a:gd name="connsiteY29" fmla="*/ 130057 h 205622"/>
                  <a:gd name="connsiteX30" fmla="*/ 222288 w 245106"/>
                  <a:gd name="connsiteY30" fmla="*/ 127619 h 205622"/>
                  <a:gd name="connsiteX31" fmla="*/ 222288 w 245106"/>
                  <a:gd name="connsiteY31" fmla="*/ -183 h 205622"/>
                  <a:gd name="connsiteX32" fmla="*/ 215385 w 245106"/>
                  <a:gd name="connsiteY32" fmla="*/ -183 h 205622"/>
                  <a:gd name="connsiteX33" fmla="*/ 215385 w 245106"/>
                  <a:gd name="connsiteY33" fmla="*/ 127619 h 205622"/>
                  <a:gd name="connsiteX34" fmla="*/ 216419 w 245106"/>
                  <a:gd name="connsiteY34" fmla="*/ 131492 h 205622"/>
                  <a:gd name="connsiteX35" fmla="*/ 212550 w 245106"/>
                  <a:gd name="connsiteY35" fmla="*/ 132530 h 205622"/>
                  <a:gd name="connsiteX36" fmla="*/ 211132 w 245106"/>
                  <a:gd name="connsiteY36" fmla="*/ 130057 h 205622"/>
                  <a:gd name="connsiteX37" fmla="*/ 212550 w 245106"/>
                  <a:gd name="connsiteY37" fmla="*/ 127619 h 205622"/>
                  <a:gd name="connsiteX38" fmla="*/ 212550 w 245106"/>
                  <a:gd name="connsiteY38" fmla="*/ -183 h 205622"/>
                  <a:gd name="connsiteX39" fmla="*/ 204668 w 245106"/>
                  <a:gd name="connsiteY39" fmla="*/ -183 h 205622"/>
                  <a:gd name="connsiteX40" fmla="*/ 204668 w 245106"/>
                  <a:gd name="connsiteY40" fmla="*/ -41 h 205622"/>
                  <a:gd name="connsiteX41" fmla="*/ 204342 w 245106"/>
                  <a:gd name="connsiteY41" fmla="*/ -225 h 205622"/>
                  <a:gd name="connsiteX42" fmla="*/ 168281 w 245106"/>
                  <a:gd name="connsiteY42" fmla="*/ 111871 h 205622"/>
                  <a:gd name="connsiteX43" fmla="*/ 137507 w 245106"/>
                  <a:gd name="connsiteY43" fmla="*/ -112 h 205622"/>
                  <a:gd name="connsiteX44" fmla="*/ 121546 w 245106"/>
                  <a:gd name="connsiteY44" fmla="*/ -112 h 205622"/>
                  <a:gd name="connsiteX45" fmla="*/ 62011 w 245106"/>
                  <a:gd name="connsiteY45" fmla="*/ 189181 h 205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45106" h="205622">
                    <a:moveTo>
                      <a:pt x="49282" y="168330"/>
                    </a:moveTo>
                    <a:lnTo>
                      <a:pt x="33760" y="192824"/>
                    </a:lnTo>
                    <a:lnTo>
                      <a:pt x="8245" y="192824"/>
                    </a:lnTo>
                    <a:cubicBezTo>
                      <a:pt x="5963" y="190340"/>
                      <a:pt x="2093" y="190174"/>
                      <a:pt x="-388" y="192456"/>
                    </a:cubicBezTo>
                    <a:cubicBezTo>
                      <a:pt x="-2868" y="194738"/>
                      <a:pt x="-3038" y="198604"/>
                      <a:pt x="-756" y="201088"/>
                    </a:cubicBezTo>
                    <a:cubicBezTo>
                      <a:pt x="1526" y="203573"/>
                      <a:pt x="5396" y="203739"/>
                      <a:pt x="7877" y="201457"/>
                    </a:cubicBezTo>
                    <a:cubicBezTo>
                      <a:pt x="8004" y="201339"/>
                      <a:pt x="8132" y="201216"/>
                      <a:pt x="8245" y="201088"/>
                    </a:cubicBezTo>
                    <a:lnTo>
                      <a:pt x="38466" y="201003"/>
                    </a:lnTo>
                    <a:lnTo>
                      <a:pt x="49324" y="182264"/>
                    </a:lnTo>
                    <a:lnTo>
                      <a:pt x="63159" y="205398"/>
                    </a:lnTo>
                    <a:lnTo>
                      <a:pt x="70133" y="205398"/>
                    </a:lnTo>
                    <a:lnTo>
                      <a:pt x="124338" y="36899"/>
                    </a:lnTo>
                    <a:lnTo>
                      <a:pt x="154715" y="152369"/>
                    </a:lnTo>
                    <a:lnTo>
                      <a:pt x="176942" y="152369"/>
                    </a:lnTo>
                    <a:lnTo>
                      <a:pt x="204909" y="65433"/>
                    </a:lnTo>
                    <a:lnTo>
                      <a:pt x="204909" y="152369"/>
                    </a:lnTo>
                    <a:lnTo>
                      <a:pt x="242743" y="152369"/>
                    </a:lnTo>
                    <a:lnTo>
                      <a:pt x="242743" y="10122"/>
                    </a:lnTo>
                    <a:cubicBezTo>
                      <a:pt x="242743" y="5368"/>
                      <a:pt x="239482" y="1233"/>
                      <a:pt x="234861" y="115"/>
                    </a:cubicBezTo>
                    <a:lnTo>
                      <a:pt x="234861" y="127690"/>
                    </a:lnTo>
                    <a:cubicBezTo>
                      <a:pt x="235726" y="128193"/>
                      <a:pt x="236279" y="129122"/>
                      <a:pt x="236279" y="130128"/>
                    </a:cubicBezTo>
                    <a:cubicBezTo>
                      <a:pt x="236293" y="131695"/>
                      <a:pt x="235031" y="132970"/>
                      <a:pt x="233458" y="132980"/>
                    </a:cubicBezTo>
                    <a:cubicBezTo>
                      <a:pt x="231899" y="132990"/>
                      <a:pt x="230623" y="131729"/>
                      <a:pt x="230609" y="130162"/>
                    </a:cubicBezTo>
                    <a:cubicBezTo>
                      <a:pt x="230609" y="129143"/>
                      <a:pt x="231147" y="128199"/>
                      <a:pt x="232026" y="127690"/>
                    </a:cubicBezTo>
                    <a:lnTo>
                      <a:pt x="232026" y="-183"/>
                    </a:lnTo>
                    <a:lnTo>
                      <a:pt x="225123" y="-183"/>
                    </a:lnTo>
                    <a:lnTo>
                      <a:pt x="225123" y="127619"/>
                    </a:lnTo>
                    <a:cubicBezTo>
                      <a:pt x="226484" y="128402"/>
                      <a:pt x="226938" y="130135"/>
                      <a:pt x="226158" y="131492"/>
                    </a:cubicBezTo>
                    <a:cubicBezTo>
                      <a:pt x="225378" y="132848"/>
                      <a:pt x="223649" y="133312"/>
                      <a:pt x="222288" y="132530"/>
                    </a:cubicBezTo>
                    <a:cubicBezTo>
                      <a:pt x="221409" y="132021"/>
                      <a:pt x="220871" y="131077"/>
                      <a:pt x="220871" y="130057"/>
                    </a:cubicBezTo>
                    <a:cubicBezTo>
                      <a:pt x="220871" y="129051"/>
                      <a:pt x="221409" y="128123"/>
                      <a:pt x="222288" y="127619"/>
                    </a:cubicBezTo>
                    <a:lnTo>
                      <a:pt x="222288" y="-183"/>
                    </a:lnTo>
                    <a:lnTo>
                      <a:pt x="215385" y="-183"/>
                    </a:lnTo>
                    <a:lnTo>
                      <a:pt x="215385" y="127619"/>
                    </a:lnTo>
                    <a:cubicBezTo>
                      <a:pt x="216745" y="128402"/>
                      <a:pt x="217199" y="130135"/>
                      <a:pt x="216419" y="131492"/>
                    </a:cubicBezTo>
                    <a:cubicBezTo>
                      <a:pt x="215640" y="132848"/>
                      <a:pt x="213910" y="133312"/>
                      <a:pt x="212550" y="132530"/>
                    </a:cubicBezTo>
                    <a:cubicBezTo>
                      <a:pt x="211671" y="132021"/>
                      <a:pt x="211132" y="131077"/>
                      <a:pt x="211132" y="130057"/>
                    </a:cubicBezTo>
                    <a:cubicBezTo>
                      <a:pt x="211132" y="129051"/>
                      <a:pt x="211671" y="128123"/>
                      <a:pt x="212550" y="127619"/>
                    </a:cubicBezTo>
                    <a:lnTo>
                      <a:pt x="212550" y="-183"/>
                    </a:lnTo>
                    <a:lnTo>
                      <a:pt x="204668" y="-183"/>
                    </a:lnTo>
                    <a:lnTo>
                      <a:pt x="204668" y="-41"/>
                    </a:lnTo>
                    <a:lnTo>
                      <a:pt x="204342" y="-225"/>
                    </a:lnTo>
                    <a:lnTo>
                      <a:pt x="168281" y="111871"/>
                    </a:lnTo>
                    <a:lnTo>
                      <a:pt x="137507" y="-112"/>
                    </a:lnTo>
                    <a:lnTo>
                      <a:pt x="121546" y="-112"/>
                    </a:lnTo>
                    <a:lnTo>
                      <a:pt x="62011" y="18918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764D1269-464D-49C1-9FAE-B9D91600DF25}"/>
                  </a:ext>
                </a:extLst>
              </p:cNvPr>
              <p:cNvSpPr/>
              <p:nvPr/>
            </p:nvSpPr>
            <p:spPr>
              <a:xfrm>
                <a:off x="2555930" y="-1210785"/>
                <a:ext cx="29455" cy="10050"/>
              </a:xfrm>
              <a:custGeom>
                <a:avLst/>
                <a:gdLst>
                  <a:gd name="connsiteX0" fmla="*/ 17635 w 29455"/>
                  <a:gd name="connsiteY0" fmla="*/ -150 h 10050"/>
                  <a:gd name="connsiteX1" fmla="*/ 16217 w 29455"/>
                  <a:gd name="connsiteY1" fmla="*/ -150 h 10050"/>
                  <a:gd name="connsiteX2" fmla="*/ -2054 w 29455"/>
                  <a:gd name="connsiteY2" fmla="*/ 3295 h 10050"/>
                  <a:gd name="connsiteX3" fmla="*/ -2309 w 29455"/>
                  <a:gd name="connsiteY3" fmla="*/ 7462 h 10050"/>
                  <a:gd name="connsiteX4" fmla="*/ -2309 w 29455"/>
                  <a:gd name="connsiteY4" fmla="*/ 7462 h 10050"/>
                  <a:gd name="connsiteX5" fmla="*/ 5218 w 29455"/>
                  <a:gd name="connsiteY5" fmla="*/ 9900 h 10050"/>
                  <a:gd name="connsiteX6" fmla="*/ 5218 w 29455"/>
                  <a:gd name="connsiteY6" fmla="*/ 9900 h 10050"/>
                  <a:gd name="connsiteX7" fmla="*/ 8124 w 29455"/>
                  <a:gd name="connsiteY7" fmla="*/ 5364 h 10050"/>
                  <a:gd name="connsiteX8" fmla="*/ 11384 w 29455"/>
                  <a:gd name="connsiteY8" fmla="*/ 5549 h 10050"/>
                  <a:gd name="connsiteX9" fmla="*/ 14431 w 29455"/>
                  <a:gd name="connsiteY9" fmla="*/ 5379 h 10050"/>
                  <a:gd name="connsiteX10" fmla="*/ 17337 w 29455"/>
                  <a:gd name="connsiteY10" fmla="*/ 9900 h 10050"/>
                  <a:gd name="connsiteX11" fmla="*/ 17337 w 29455"/>
                  <a:gd name="connsiteY11" fmla="*/ 9900 h 10050"/>
                  <a:gd name="connsiteX12" fmla="*/ 24864 w 29455"/>
                  <a:gd name="connsiteY12" fmla="*/ 7462 h 10050"/>
                  <a:gd name="connsiteX13" fmla="*/ 24864 w 29455"/>
                  <a:gd name="connsiteY13" fmla="*/ 7462 h 10050"/>
                  <a:gd name="connsiteX14" fmla="*/ 24553 w 29455"/>
                  <a:gd name="connsiteY14" fmla="*/ 2147 h 10050"/>
                  <a:gd name="connsiteX15" fmla="*/ 27146 w 29455"/>
                  <a:gd name="connsiteY15" fmla="*/ 488 h 10050"/>
                  <a:gd name="connsiteX16" fmla="*/ 17635 w 29455"/>
                  <a:gd name="connsiteY16" fmla="*/ -150 h 1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455" h="10050">
                    <a:moveTo>
                      <a:pt x="17635" y="-150"/>
                    </a:moveTo>
                    <a:lnTo>
                      <a:pt x="16217" y="-150"/>
                    </a:lnTo>
                    <a:cubicBezTo>
                      <a:pt x="7925" y="-150"/>
                      <a:pt x="2042" y="1268"/>
                      <a:pt x="-2054" y="3295"/>
                    </a:cubicBezTo>
                    <a:lnTo>
                      <a:pt x="-2309" y="7462"/>
                    </a:lnTo>
                    <a:lnTo>
                      <a:pt x="-2309" y="7462"/>
                    </a:lnTo>
                    <a:lnTo>
                      <a:pt x="5218" y="9900"/>
                    </a:lnTo>
                    <a:lnTo>
                      <a:pt x="5218" y="9900"/>
                    </a:lnTo>
                    <a:lnTo>
                      <a:pt x="8124" y="5364"/>
                    </a:lnTo>
                    <a:cubicBezTo>
                      <a:pt x="9201" y="5491"/>
                      <a:pt x="10292" y="5552"/>
                      <a:pt x="11384" y="5549"/>
                    </a:cubicBezTo>
                    <a:cubicBezTo>
                      <a:pt x="12404" y="5549"/>
                      <a:pt x="13425" y="5492"/>
                      <a:pt x="14431" y="5379"/>
                    </a:cubicBezTo>
                    <a:lnTo>
                      <a:pt x="17337" y="9900"/>
                    </a:lnTo>
                    <a:lnTo>
                      <a:pt x="17337" y="9900"/>
                    </a:lnTo>
                    <a:lnTo>
                      <a:pt x="24864" y="7462"/>
                    </a:lnTo>
                    <a:lnTo>
                      <a:pt x="24864" y="7462"/>
                    </a:lnTo>
                    <a:lnTo>
                      <a:pt x="24553" y="2147"/>
                    </a:lnTo>
                    <a:cubicBezTo>
                      <a:pt x="25445" y="1642"/>
                      <a:pt x="26310" y="1089"/>
                      <a:pt x="27146" y="488"/>
                    </a:cubicBezTo>
                    <a:cubicBezTo>
                      <a:pt x="23574" y="162"/>
                      <a:pt x="20739" y="-22"/>
                      <a:pt x="17635" y="-15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4740949C-8151-474F-ACED-EA2932DFB453}"/>
                  </a:ext>
                </a:extLst>
              </p:cNvPr>
              <p:cNvSpPr/>
              <p:nvPr/>
            </p:nvSpPr>
            <p:spPr>
              <a:xfrm>
                <a:off x="2537801" y="-1263786"/>
                <a:ext cx="63461" cy="36174"/>
              </a:xfrm>
              <a:custGeom>
                <a:avLst/>
                <a:gdLst>
                  <a:gd name="connsiteX0" fmla="*/ 15169 w 63461"/>
                  <a:gd name="connsiteY0" fmla="*/ 29358 h 36174"/>
                  <a:gd name="connsiteX1" fmla="*/ 32094 w 63461"/>
                  <a:gd name="connsiteY1" fmla="*/ 18140 h 36174"/>
                  <a:gd name="connsiteX2" fmla="*/ 41719 w 63461"/>
                  <a:gd name="connsiteY2" fmla="*/ 25105 h 36174"/>
                  <a:gd name="connsiteX3" fmla="*/ 47502 w 63461"/>
                  <a:gd name="connsiteY3" fmla="*/ 24850 h 36174"/>
                  <a:gd name="connsiteX4" fmla="*/ 49473 w 63461"/>
                  <a:gd name="connsiteY4" fmla="*/ 24850 h 36174"/>
                  <a:gd name="connsiteX5" fmla="*/ 58559 w 63461"/>
                  <a:gd name="connsiteY5" fmla="*/ 28337 h 36174"/>
                  <a:gd name="connsiteX6" fmla="*/ 61153 w 63461"/>
                  <a:gd name="connsiteY6" fmla="*/ 29755 h 36174"/>
                  <a:gd name="connsiteX7" fmla="*/ 61153 w 63461"/>
                  <a:gd name="connsiteY7" fmla="*/ 27373 h 36174"/>
                  <a:gd name="connsiteX8" fmla="*/ 61153 w 63461"/>
                  <a:gd name="connsiteY8" fmla="*/ 27373 h 36174"/>
                  <a:gd name="connsiteX9" fmla="*/ 56064 w 63461"/>
                  <a:gd name="connsiteY9" fmla="*/ 26041 h 36174"/>
                  <a:gd name="connsiteX10" fmla="*/ 54065 w 63461"/>
                  <a:gd name="connsiteY10" fmla="*/ 19917 h 36174"/>
                  <a:gd name="connsiteX11" fmla="*/ 57410 w 63461"/>
                  <a:gd name="connsiteY11" fmla="*/ 15849 h 36174"/>
                  <a:gd name="connsiteX12" fmla="*/ 57410 w 63461"/>
                  <a:gd name="connsiteY12" fmla="*/ 15849 h 36174"/>
                  <a:gd name="connsiteX13" fmla="*/ 52761 w 63461"/>
                  <a:gd name="connsiteY13" fmla="*/ 9442 h 36174"/>
                  <a:gd name="connsiteX14" fmla="*/ 52761 w 63461"/>
                  <a:gd name="connsiteY14" fmla="*/ 9442 h 36174"/>
                  <a:gd name="connsiteX15" fmla="*/ 47828 w 63461"/>
                  <a:gd name="connsiteY15" fmla="*/ 11384 h 36174"/>
                  <a:gd name="connsiteX16" fmla="*/ 42626 w 63461"/>
                  <a:gd name="connsiteY16" fmla="*/ 7628 h 36174"/>
                  <a:gd name="connsiteX17" fmla="*/ 42952 w 63461"/>
                  <a:gd name="connsiteY17" fmla="*/ 2312 h 36174"/>
                  <a:gd name="connsiteX18" fmla="*/ 35425 w 63461"/>
                  <a:gd name="connsiteY18" fmla="*/ -126 h 36174"/>
                  <a:gd name="connsiteX19" fmla="*/ 35425 w 63461"/>
                  <a:gd name="connsiteY19" fmla="*/ -126 h 36174"/>
                  <a:gd name="connsiteX20" fmla="*/ 32590 w 63461"/>
                  <a:gd name="connsiteY20" fmla="*/ 4396 h 36174"/>
                  <a:gd name="connsiteX21" fmla="*/ 29528 w 63461"/>
                  <a:gd name="connsiteY21" fmla="*/ 4226 h 36174"/>
                  <a:gd name="connsiteX22" fmla="*/ 26254 w 63461"/>
                  <a:gd name="connsiteY22" fmla="*/ 4424 h 36174"/>
                  <a:gd name="connsiteX23" fmla="*/ 23419 w 63461"/>
                  <a:gd name="connsiteY23" fmla="*/ -126 h 36174"/>
                  <a:gd name="connsiteX24" fmla="*/ 23419 w 63461"/>
                  <a:gd name="connsiteY24" fmla="*/ -126 h 36174"/>
                  <a:gd name="connsiteX25" fmla="*/ 15892 w 63461"/>
                  <a:gd name="connsiteY25" fmla="*/ 2312 h 36174"/>
                  <a:gd name="connsiteX26" fmla="*/ 16218 w 63461"/>
                  <a:gd name="connsiteY26" fmla="*/ 7741 h 36174"/>
                  <a:gd name="connsiteX27" fmla="*/ 11172 w 63461"/>
                  <a:gd name="connsiteY27" fmla="*/ 11441 h 36174"/>
                  <a:gd name="connsiteX28" fmla="*/ 6083 w 63461"/>
                  <a:gd name="connsiteY28" fmla="*/ 9442 h 36174"/>
                  <a:gd name="connsiteX29" fmla="*/ 1433 w 63461"/>
                  <a:gd name="connsiteY29" fmla="*/ 15849 h 36174"/>
                  <a:gd name="connsiteX30" fmla="*/ 1433 w 63461"/>
                  <a:gd name="connsiteY30" fmla="*/ 15849 h 36174"/>
                  <a:gd name="connsiteX31" fmla="*/ 4920 w 63461"/>
                  <a:gd name="connsiteY31" fmla="*/ 20102 h 36174"/>
                  <a:gd name="connsiteX32" fmla="*/ 3007 w 63461"/>
                  <a:gd name="connsiteY32" fmla="*/ 26027 h 36174"/>
                  <a:gd name="connsiteX33" fmla="*/ -2309 w 63461"/>
                  <a:gd name="connsiteY33" fmla="*/ 27444 h 36174"/>
                  <a:gd name="connsiteX34" fmla="*/ -2309 w 63461"/>
                  <a:gd name="connsiteY34" fmla="*/ 35368 h 36174"/>
                  <a:gd name="connsiteX35" fmla="*/ 328 w 63461"/>
                  <a:gd name="connsiteY35" fmla="*/ 36048 h 36174"/>
                  <a:gd name="connsiteX36" fmla="*/ 15169 w 63461"/>
                  <a:gd name="connsiteY36" fmla="*/ 29358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3461" h="36174">
                    <a:moveTo>
                      <a:pt x="15169" y="29358"/>
                    </a:moveTo>
                    <a:cubicBezTo>
                      <a:pt x="16742" y="21586"/>
                      <a:pt x="24326" y="16563"/>
                      <a:pt x="32094" y="18140"/>
                    </a:cubicBezTo>
                    <a:cubicBezTo>
                      <a:pt x="36162" y="18963"/>
                      <a:pt x="39663" y="21503"/>
                      <a:pt x="41719" y="25105"/>
                    </a:cubicBezTo>
                    <a:cubicBezTo>
                      <a:pt x="43561" y="24949"/>
                      <a:pt x="45461" y="24850"/>
                      <a:pt x="47502" y="24850"/>
                    </a:cubicBezTo>
                    <a:cubicBezTo>
                      <a:pt x="48154" y="24850"/>
                      <a:pt x="48806" y="24850"/>
                      <a:pt x="49473" y="24850"/>
                    </a:cubicBezTo>
                    <a:cubicBezTo>
                      <a:pt x="52875" y="24964"/>
                      <a:pt x="55894" y="26750"/>
                      <a:pt x="58559" y="28337"/>
                    </a:cubicBezTo>
                    <a:cubicBezTo>
                      <a:pt x="59423" y="28848"/>
                      <a:pt x="60316" y="29372"/>
                      <a:pt x="61153" y="29755"/>
                    </a:cubicBezTo>
                    <a:lnTo>
                      <a:pt x="61153" y="27373"/>
                    </a:lnTo>
                    <a:lnTo>
                      <a:pt x="61153" y="27373"/>
                    </a:lnTo>
                    <a:lnTo>
                      <a:pt x="56064" y="26041"/>
                    </a:lnTo>
                    <a:cubicBezTo>
                      <a:pt x="55639" y="23927"/>
                      <a:pt x="54972" y="21872"/>
                      <a:pt x="54065" y="19917"/>
                    </a:cubicBezTo>
                    <a:lnTo>
                      <a:pt x="57410" y="15849"/>
                    </a:lnTo>
                    <a:lnTo>
                      <a:pt x="57410" y="15849"/>
                    </a:lnTo>
                    <a:lnTo>
                      <a:pt x="52761" y="9442"/>
                    </a:lnTo>
                    <a:lnTo>
                      <a:pt x="52761" y="9442"/>
                    </a:lnTo>
                    <a:lnTo>
                      <a:pt x="47828" y="11384"/>
                    </a:lnTo>
                    <a:cubicBezTo>
                      <a:pt x="46241" y="9931"/>
                      <a:pt x="44497" y="8671"/>
                      <a:pt x="42626" y="7628"/>
                    </a:cubicBezTo>
                    <a:lnTo>
                      <a:pt x="42952" y="2312"/>
                    </a:lnTo>
                    <a:lnTo>
                      <a:pt x="35425" y="-126"/>
                    </a:lnTo>
                    <a:lnTo>
                      <a:pt x="35425" y="-126"/>
                    </a:lnTo>
                    <a:lnTo>
                      <a:pt x="32590" y="4396"/>
                    </a:lnTo>
                    <a:cubicBezTo>
                      <a:pt x="31569" y="4282"/>
                      <a:pt x="30549" y="4226"/>
                      <a:pt x="29528" y="4226"/>
                    </a:cubicBezTo>
                    <a:cubicBezTo>
                      <a:pt x="28437" y="4220"/>
                      <a:pt x="27345" y="4286"/>
                      <a:pt x="26254" y="4424"/>
                    </a:cubicBezTo>
                    <a:lnTo>
                      <a:pt x="23419" y="-126"/>
                    </a:lnTo>
                    <a:lnTo>
                      <a:pt x="23419" y="-126"/>
                    </a:lnTo>
                    <a:lnTo>
                      <a:pt x="15892" y="2312"/>
                    </a:lnTo>
                    <a:lnTo>
                      <a:pt x="16218" y="7741"/>
                    </a:lnTo>
                    <a:cubicBezTo>
                      <a:pt x="14403" y="8779"/>
                      <a:pt x="12702" y="10019"/>
                      <a:pt x="11172" y="11441"/>
                    </a:cubicBezTo>
                    <a:lnTo>
                      <a:pt x="6083" y="9442"/>
                    </a:lnTo>
                    <a:lnTo>
                      <a:pt x="1433" y="15849"/>
                    </a:lnTo>
                    <a:lnTo>
                      <a:pt x="1433" y="15849"/>
                    </a:lnTo>
                    <a:lnTo>
                      <a:pt x="4920" y="20102"/>
                    </a:lnTo>
                    <a:cubicBezTo>
                      <a:pt x="4056" y="21997"/>
                      <a:pt x="3418" y="23984"/>
                      <a:pt x="3007" y="26027"/>
                    </a:cubicBezTo>
                    <a:lnTo>
                      <a:pt x="-2309" y="27444"/>
                    </a:lnTo>
                    <a:lnTo>
                      <a:pt x="-2309" y="35368"/>
                    </a:lnTo>
                    <a:lnTo>
                      <a:pt x="328" y="36048"/>
                    </a:lnTo>
                    <a:cubicBezTo>
                      <a:pt x="4906" y="33084"/>
                      <a:pt x="9910" y="30829"/>
                      <a:pt x="15169" y="29358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434CEA0D-C27F-4B08-8252-1001CC8613AA}"/>
                  </a:ext>
                </a:extLst>
              </p:cNvPr>
              <p:cNvSpPr/>
              <p:nvPr/>
            </p:nvSpPr>
            <p:spPr>
              <a:xfrm>
                <a:off x="2524093" y="-1234968"/>
                <a:ext cx="101110" cy="207508"/>
              </a:xfrm>
              <a:custGeom>
                <a:avLst/>
                <a:gdLst>
                  <a:gd name="connsiteX0" fmla="*/ 12671 w 101110"/>
                  <a:gd name="connsiteY0" fmla="*/ 77458 h 207508"/>
                  <a:gd name="connsiteX1" fmla="*/ 24465 w 101110"/>
                  <a:gd name="connsiteY1" fmla="*/ 86487 h 207508"/>
                  <a:gd name="connsiteX2" fmla="*/ 24465 w 101110"/>
                  <a:gd name="connsiteY2" fmla="*/ 144052 h 207508"/>
                  <a:gd name="connsiteX3" fmla="*/ -2142 w 101110"/>
                  <a:gd name="connsiteY3" fmla="*/ 175747 h 207508"/>
                  <a:gd name="connsiteX4" fmla="*/ 7398 w 101110"/>
                  <a:gd name="connsiteY4" fmla="*/ 197605 h 207508"/>
                  <a:gd name="connsiteX5" fmla="*/ 24408 w 101110"/>
                  <a:gd name="connsiteY5" fmla="*/ 206238 h 207508"/>
                  <a:gd name="connsiteX6" fmla="*/ 24408 w 101110"/>
                  <a:gd name="connsiteY6" fmla="*/ 207315 h 207508"/>
                  <a:gd name="connsiteX7" fmla="*/ 62227 w 101110"/>
                  <a:gd name="connsiteY7" fmla="*/ 207315 h 207508"/>
                  <a:gd name="connsiteX8" fmla="*/ 62227 w 101110"/>
                  <a:gd name="connsiteY8" fmla="*/ 202354 h 207508"/>
                  <a:gd name="connsiteX9" fmla="*/ 67430 w 101110"/>
                  <a:gd name="connsiteY9" fmla="*/ 199930 h 207508"/>
                  <a:gd name="connsiteX10" fmla="*/ 83022 w 101110"/>
                  <a:gd name="connsiteY10" fmla="*/ 181261 h 207508"/>
                  <a:gd name="connsiteX11" fmla="*/ 71469 w 101110"/>
                  <a:gd name="connsiteY11" fmla="*/ 167441 h 207508"/>
                  <a:gd name="connsiteX12" fmla="*/ 63390 w 101110"/>
                  <a:gd name="connsiteY12" fmla="*/ 166775 h 207508"/>
                  <a:gd name="connsiteX13" fmla="*/ 63390 w 101110"/>
                  <a:gd name="connsiteY13" fmla="*/ 174457 h 207508"/>
                  <a:gd name="connsiteX14" fmla="*/ 64580 w 101110"/>
                  <a:gd name="connsiteY14" fmla="*/ 183529 h 207508"/>
                  <a:gd name="connsiteX15" fmla="*/ 62199 w 101110"/>
                  <a:gd name="connsiteY15" fmla="*/ 184706 h 207508"/>
                  <a:gd name="connsiteX16" fmla="*/ 62199 w 101110"/>
                  <a:gd name="connsiteY16" fmla="*/ 182055 h 207508"/>
                  <a:gd name="connsiteX17" fmla="*/ 62270 w 101110"/>
                  <a:gd name="connsiteY17" fmla="*/ 182055 h 207508"/>
                  <a:gd name="connsiteX18" fmla="*/ 62270 w 101110"/>
                  <a:gd name="connsiteY18" fmla="*/ 148701 h 207508"/>
                  <a:gd name="connsiteX19" fmla="*/ 87870 w 101110"/>
                  <a:gd name="connsiteY19" fmla="*/ 115447 h 207508"/>
                  <a:gd name="connsiteX20" fmla="*/ 62199 w 101110"/>
                  <a:gd name="connsiteY20" fmla="*/ 83383 h 207508"/>
                  <a:gd name="connsiteX21" fmla="*/ 62199 w 101110"/>
                  <a:gd name="connsiteY21" fmla="*/ 54834 h 207508"/>
                  <a:gd name="connsiteX22" fmla="*/ 24380 w 101110"/>
                  <a:gd name="connsiteY22" fmla="*/ 54834 h 207508"/>
                  <a:gd name="connsiteX23" fmla="*/ 24380 w 101110"/>
                  <a:gd name="connsiteY23" fmla="*/ 63339 h 207508"/>
                  <a:gd name="connsiteX24" fmla="*/ 15946 w 101110"/>
                  <a:gd name="connsiteY24" fmla="*/ 44699 h 207508"/>
                  <a:gd name="connsiteX25" fmla="*/ 47896 w 101110"/>
                  <a:gd name="connsiteY25" fmla="*/ 20276 h 207508"/>
                  <a:gd name="connsiteX26" fmla="*/ 49441 w 101110"/>
                  <a:gd name="connsiteY26" fmla="*/ 20276 h 207508"/>
                  <a:gd name="connsiteX27" fmla="*/ 60526 w 101110"/>
                  <a:gd name="connsiteY27" fmla="*/ 21055 h 207508"/>
                  <a:gd name="connsiteX28" fmla="*/ 81789 w 101110"/>
                  <a:gd name="connsiteY28" fmla="*/ 19411 h 207508"/>
                  <a:gd name="connsiteX29" fmla="*/ 83816 w 101110"/>
                  <a:gd name="connsiteY29" fmla="*/ 18362 h 207508"/>
                  <a:gd name="connsiteX30" fmla="*/ 94986 w 101110"/>
                  <a:gd name="connsiteY30" fmla="*/ 28525 h 207508"/>
                  <a:gd name="connsiteX31" fmla="*/ 94830 w 101110"/>
                  <a:gd name="connsiteY31" fmla="*/ 23153 h 207508"/>
                  <a:gd name="connsiteX32" fmla="*/ 98799 w 101110"/>
                  <a:gd name="connsiteY32" fmla="*/ 23904 h 207508"/>
                  <a:gd name="connsiteX33" fmla="*/ 86920 w 101110"/>
                  <a:gd name="connsiteY33" fmla="*/ 15399 h 207508"/>
                  <a:gd name="connsiteX34" fmla="*/ 86424 w 101110"/>
                  <a:gd name="connsiteY34" fmla="*/ 8553 h 207508"/>
                  <a:gd name="connsiteX35" fmla="*/ 77097 w 101110"/>
                  <a:gd name="connsiteY35" fmla="*/ 5718 h 207508"/>
                  <a:gd name="connsiteX36" fmla="*/ 62993 w 101110"/>
                  <a:gd name="connsiteY36" fmla="*/ -165 h 207508"/>
                  <a:gd name="connsiteX37" fmla="*/ 38824 w 101110"/>
                  <a:gd name="connsiteY37" fmla="*/ 2429 h 207508"/>
                  <a:gd name="connsiteX38" fmla="*/ 37265 w 101110"/>
                  <a:gd name="connsiteY38" fmla="*/ 2614 h 207508"/>
                  <a:gd name="connsiteX39" fmla="*/ -2312 w 101110"/>
                  <a:gd name="connsiteY39" fmla="*/ 44770 h 207508"/>
                  <a:gd name="connsiteX40" fmla="*/ 12671 w 101110"/>
                  <a:gd name="connsiteY40" fmla="*/ 77458 h 207508"/>
                  <a:gd name="connsiteX41" fmla="*/ 24465 w 101110"/>
                  <a:gd name="connsiteY41" fmla="*/ 187201 h 207508"/>
                  <a:gd name="connsiteX42" fmla="*/ 20298 w 101110"/>
                  <a:gd name="connsiteY42" fmla="*/ 184196 h 207508"/>
                  <a:gd name="connsiteX43" fmla="*/ 16470 w 101110"/>
                  <a:gd name="connsiteY43" fmla="*/ 175691 h 207508"/>
                  <a:gd name="connsiteX44" fmla="*/ 24465 w 101110"/>
                  <a:gd name="connsiteY44" fmla="*/ 164833 h 207508"/>
                  <a:gd name="connsiteX45" fmla="*/ 62284 w 101110"/>
                  <a:gd name="connsiteY45" fmla="*/ 104532 h 207508"/>
                  <a:gd name="connsiteX46" fmla="*/ 69371 w 101110"/>
                  <a:gd name="connsiteY46" fmla="*/ 115447 h 207508"/>
                  <a:gd name="connsiteX47" fmla="*/ 62383 w 101110"/>
                  <a:gd name="connsiteY47" fmla="*/ 127226 h 207508"/>
                  <a:gd name="connsiteX48" fmla="*/ 62383 w 101110"/>
                  <a:gd name="connsiteY48" fmla="*/ 119161 h 207508"/>
                  <a:gd name="connsiteX49" fmla="*/ 62312 w 101110"/>
                  <a:gd name="connsiteY49" fmla="*/ 119161 h 207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01110" h="207508">
                    <a:moveTo>
                      <a:pt x="12671" y="77458"/>
                    </a:moveTo>
                    <a:cubicBezTo>
                      <a:pt x="16286" y="80857"/>
                      <a:pt x="20241" y="83882"/>
                      <a:pt x="24465" y="86487"/>
                    </a:cubicBezTo>
                    <a:lnTo>
                      <a:pt x="24465" y="144052"/>
                    </a:lnTo>
                    <a:cubicBezTo>
                      <a:pt x="10517" y="150346"/>
                      <a:pt x="-2142" y="159233"/>
                      <a:pt x="-2142" y="175747"/>
                    </a:cubicBezTo>
                    <a:cubicBezTo>
                      <a:pt x="-2184" y="184052"/>
                      <a:pt x="1275" y="191992"/>
                      <a:pt x="7398" y="197605"/>
                    </a:cubicBezTo>
                    <a:cubicBezTo>
                      <a:pt x="12133" y="202046"/>
                      <a:pt x="18030" y="205041"/>
                      <a:pt x="24408" y="206238"/>
                    </a:cubicBezTo>
                    <a:lnTo>
                      <a:pt x="24408" y="207315"/>
                    </a:lnTo>
                    <a:lnTo>
                      <a:pt x="62227" y="207315"/>
                    </a:lnTo>
                    <a:lnTo>
                      <a:pt x="62227" y="202354"/>
                    </a:lnTo>
                    <a:cubicBezTo>
                      <a:pt x="64027" y="201689"/>
                      <a:pt x="65771" y="200878"/>
                      <a:pt x="67430" y="199930"/>
                    </a:cubicBezTo>
                    <a:cubicBezTo>
                      <a:pt x="73015" y="196556"/>
                      <a:pt x="82526" y="189455"/>
                      <a:pt x="83022" y="181261"/>
                    </a:cubicBezTo>
                    <a:cubicBezTo>
                      <a:pt x="83575" y="172586"/>
                      <a:pt x="76657" y="168390"/>
                      <a:pt x="71469" y="167441"/>
                    </a:cubicBezTo>
                    <a:cubicBezTo>
                      <a:pt x="68805" y="167008"/>
                      <a:pt x="66097" y="166786"/>
                      <a:pt x="63390" y="166775"/>
                    </a:cubicBezTo>
                    <a:lnTo>
                      <a:pt x="63390" y="174457"/>
                    </a:lnTo>
                    <a:cubicBezTo>
                      <a:pt x="68507" y="174245"/>
                      <a:pt x="74021" y="178511"/>
                      <a:pt x="64580" y="183529"/>
                    </a:cubicBezTo>
                    <a:cubicBezTo>
                      <a:pt x="63801" y="183940"/>
                      <a:pt x="63007" y="184323"/>
                      <a:pt x="62199" y="184706"/>
                    </a:cubicBezTo>
                    <a:lnTo>
                      <a:pt x="62199" y="182055"/>
                    </a:lnTo>
                    <a:lnTo>
                      <a:pt x="62270" y="182055"/>
                    </a:lnTo>
                    <a:lnTo>
                      <a:pt x="62270" y="148701"/>
                    </a:lnTo>
                    <a:cubicBezTo>
                      <a:pt x="75991" y="142053"/>
                      <a:pt x="87870" y="132556"/>
                      <a:pt x="87870" y="115447"/>
                    </a:cubicBezTo>
                    <a:cubicBezTo>
                      <a:pt x="87870" y="98621"/>
                      <a:pt x="75693" y="89662"/>
                      <a:pt x="62199" y="83383"/>
                    </a:cubicBezTo>
                    <a:lnTo>
                      <a:pt x="62199" y="54834"/>
                    </a:lnTo>
                    <a:lnTo>
                      <a:pt x="24380" y="54834"/>
                    </a:lnTo>
                    <a:lnTo>
                      <a:pt x="24380" y="63339"/>
                    </a:lnTo>
                    <a:cubicBezTo>
                      <a:pt x="19334" y="58293"/>
                      <a:pt x="15946" y="52127"/>
                      <a:pt x="15946" y="44699"/>
                    </a:cubicBezTo>
                    <a:cubicBezTo>
                      <a:pt x="15946" y="28582"/>
                      <a:pt x="26690" y="20361"/>
                      <a:pt x="47896" y="20276"/>
                    </a:cubicBezTo>
                    <a:lnTo>
                      <a:pt x="49441" y="20276"/>
                    </a:lnTo>
                    <a:cubicBezTo>
                      <a:pt x="52716" y="20403"/>
                      <a:pt x="55934" y="20616"/>
                      <a:pt x="60526" y="21055"/>
                    </a:cubicBezTo>
                    <a:cubicBezTo>
                      <a:pt x="67288" y="21721"/>
                      <a:pt x="75098" y="22189"/>
                      <a:pt x="81789" y="19411"/>
                    </a:cubicBezTo>
                    <a:cubicBezTo>
                      <a:pt x="82483" y="19110"/>
                      <a:pt x="83164" y="18759"/>
                      <a:pt x="83816" y="18362"/>
                    </a:cubicBezTo>
                    <a:cubicBezTo>
                      <a:pt x="87983" y="20885"/>
                      <a:pt x="92633" y="24386"/>
                      <a:pt x="94986" y="28525"/>
                    </a:cubicBezTo>
                    <a:lnTo>
                      <a:pt x="94830" y="23153"/>
                    </a:lnTo>
                    <a:lnTo>
                      <a:pt x="98799" y="23904"/>
                    </a:lnTo>
                    <a:cubicBezTo>
                      <a:pt x="98799" y="23904"/>
                      <a:pt x="94008" y="16888"/>
                      <a:pt x="86920" y="15399"/>
                    </a:cubicBezTo>
                    <a:cubicBezTo>
                      <a:pt x="88267" y="13253"/>
                      <a:pt x="88068" y="10483"/>
                      <a:pt x="86424" y="8553"/>
                    </a:cubicBezTo>
                    <a:cubicBezTo>
                      <a:pt x="84426" y="5817"/>
                      <a:pt x="79677" y="5930"/>
                      <a:pt x="77097" y="5718"/>
                    </a:cubicBezTo>
                    <a:cubicBezTo>
                      <a:pt x="72391" y="5264"/>
                      <a:pt x="67727" y="48"/>
                      <a:pt x="62993" y="-165"/>
                    </a:cubicBezTo>
                    <a:cubicBezTo>
                      <a:pt x="53495" y="-462"/>
                      <a:pt x="46550" y="1635"/>
                      <a:pt x="38824" y="2429"/>
                    </a:cubicBezTo>
                    <a:lnTo>
                      <a:pt x="37265" y="2614"/>
                    </a:lnTo>
                    <a:cubicBezTo>
                      <a:pt x="22565" y="4371"/>
                      <a:pt x="-2312" y="15215"/>
                      <a:pt x="-2312" y="44770"/>
                    </a:cubicBezTo>
                    <a:cubicBezTo>
                      <a:pt x="-2241" y="56975"/>
                      <a:pt x="2777" y="67989"/>
                      <a:pt x="12671" y="77458"/>
                    </a:cubicBezTo>
                    <a:close/>
                    <a:moveTo>
                      <a:pt x="24465" y="187201"/>
                    </a:moveTo>
                    <a:cubicBezTo>
                      <a:pt x="22948" y="186391"/>
                      <a:pt x="21545" y="185381"/>
                      <a:pt x="20298" y="184196"/>
                    </a:cubicBezTo>
                    <a:cubicBezTo>
                      <a:pt x="17845" y="182051"/>
                      <a:pt x="16456" y="178947"/>
                      <a:pt x="16470" y="175691"/>
                    </a:cubicBezTo>
                    <a:cubicBezTo>
                      <a:pt x="16470" y="171325"/>
                      <a:pt x="19305" y="167979"/>
                      <a:pt x="24465" y="164833"/>
                    </a:cubicBezTo>
                    <a:close/>
                    <a:moveTo>
                      <a:pt x="62284" y="104532"/>
                    </a:moveTo>
                    <a:cubicBezTo>
                      <a:pt x="67118" y="107764"/>
                      <a:pt x="69371" y="111067"/>
                      <a:pt x="69371" y="115447"/>
                    </a:cubicBezTo>
                    <a:cubicBezTo>
                      <a:pt x="69371" y="120224"/>
                      <a:pt x="66848" y="123952"/>
                      <a:pt x="62383" y="127226"/>
                    </a:cubicBezTo>
                    <a:lnTo>
                      <a:pt x="62383" y="119161"/>
                    </a:lnTo>
                    <a:lnTo>
                      <a:pt x="62312" y="11916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3331088A-093A-4683-A243-2B5A0A24EE80}"/>
                  </a:ext>
                </a:extLst>
              </p:cNvPr>
              <p:cNvSpPr/>
              <p:nvPr/>
            </p:nvSpPr>
            <p:spPr>
              <a:xfrm>
                <a:off x="2324452" y="-941984"/>
                <a:ext cx="25770" cy="25444"/>
              </a:xfrm>
              <a:custGeom>
                <a:avLst/>
                <a:gdLst>
                  <a:gd name="connsiteX0" fmla="*/ -2172 w 25770"/>
                  <a:gd name="connsiteY0" fmla="*/ 10447 h 25444"/>
                  <a:gd name="connsiteX1" fmla="*/ 7892 w 25770"/>
                  <a:gd name="connsiteY1" fmla="*/ 25132 h 25444"/>
                  <a:gd name="connsiteX2" fmla="*/ 23598 w 25770"/>
                  <a:gd name="connsiteY2" fmla="*/ 14373 h 25444"/>
                  <a:gd name="connsiteX3" fmla="*/ 13533 w 25770"/>
                  <a:gd name="connsiteY3" fmla="*/ -312 h 25444"/>
                  <a:gd name="connsiteX4" fmla="*/ 8757 w 25770"/>
                  <a:gd name="connsiteY4" fmla="*/ 18399 h 25444"/>
                  <a:gd name="connsiteX5" fmla="*/ 4419 w 25770"/>
                  <a:gd name="connsiteY5" fmla="*/ 12077 h 25444"/>
                  <a:gd name="connsiteX6" fmla="*/ 12626 w 25770"/>
                  <a:gd name="connsiteY6" fmla="*/ 6407 h 25444"/>
                  <a:gd name="connsiteX7" fmla="*/ 16964 w 25770"/>
                  <a:gd name="connsiteY7" fmla="*/ 12715 h 2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70" h="25444">
                    <a:moveTo>
                      <a:pt x="-2172" y="10447"/>
                    </a:moveTo>
                    <a:lnTo>
                      <a:pt x="7892" y="25132"/>
                    </a:lnTo>
                    <a:lnTo>
                      <a:pt x="23598" y="14373"/>
                    </a:lnTo>
                    <a:lnTo>
                      <a:pt x="13533" y="-312"/>
                    </a:lnTo>
                    <a:close/>
                    <a:moveTo>
                      <a:pt x="8757" y="18399"/>
                    </a:moveTo>
                    <a:lnTo>
                      <a:pt x="4419" y="12077"/>
                    </a:lnTo>
                    <a:lnTo>
                      <a:pt x="12626" y="6407"/>
                    </a:lnTo>
                    <a:lnTo>
                      <a:pt x="16964" y="1271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4F0470D3-4684-43B1-9BCB-77134AA7BAC4}"/>
                  </a:ext>
                </a:extLst>
              </p:cNvPr>
              <p:cNvSpPr/>
              <p:nvPr/>
            </p:nvSpPr>
            <p:spPr>
              <a:xfrm>
                <a:off x="2293848" y="-960440"/>
                <a:ext cx="44892" cy="54403"/>
              </a:xfrm>
              <a:custGeom>
                <a:avLst/>
                <a:gdLst>
                  <a:gd name="connsiteX0" fmla="*/ 27721 w 44892"/>
                  <a:gd name="connsiteY0" fmla="*/ 27062 h 54403"/>
                  <a:gd name="connsiteX1" fmla="*/ 27097 w 44892"/>
                  <a:gd name="connsiteY1" fmla="*/ 16218 h 54403"/>
                  <a:gd name="connsiteX2" fmla="*/ 27551 w 44892"/>
                  <a:gd name="connsiteY2" fmla="*/ 16091 h 54403"/>
                  <a:gd name="connsiteX3" fmla="*/ 33094 w 44892"/>
                  <a:gd name="connsiteY3" fmla="*/ 24170 h 54403"/>
                  <a:gd name="connsiteX4" fmla="*/ 36992 w 44892"/>
                  <a:gd name="connsiteY4" fmla="*/ 21491 h 54403"/>
                  <a:gd name="connsiteX5" fmla="*/ 32045 w 44892"/>
                  <a:gd name="connsiteY5" fmla="*/ 14276 h 54403"/>
                  <a:gd name="connsiteX6" fmla="*/ 35035 w 44892"/>
                  <a:gd name="connsiteY6" fmla="*/ 12660 h 54403"/>
                  <a:gd name="connsiteX7" fmla="*/ 38990 w 44892"/>
                  <a:gd name="connsiteY7" fmla="*/ 18444 h 54403"/>
                  <a:gd name="connsiteX8" fmla="*/ 42732 w 44892"/>
                  <a:gd name="connsiteY8" fmla="*/ 15878 h 54403"/>
                  <a:gd name="connsiteX9" fmla="*/ 35163 w 44892"/>
                  <a:gd name="connsiteY9" fmla="*/ 4850 h 54403"/>
                  <a:gd name="connsiteX10" fmla="*/ 37913 w 44892"/>
                  <a:gd name="connsiteY10" fmla="*/ 4297 h 54403"/>
                  <a:gd name="connsiteX11" fmla="*/ 36141 w 44892"/>
                  <a:gd name="connsiteY11" fmla="*/ -154 h 54403"/>
                  <a:gd name="connsiteX12" fmla="*/ 25722 w 44892"/>
                  <a:gd name="connsiteY12" fmla="*/ -310 h 54403"/>
                  <a:gd name="connsiteX13" fmla="*/ 24589 w 44892"/>
                  <a:gd name="connsiteY13" fmla="*/ 3418 h 54403"/>
                  <a:gd name="connsiteX14" fmla="*/ 23355 w 44892"/>
                  <a:gd name="connsiteY14" fmla="*/ 1604 h 54403"/>
                  <a:gd name="connsiteX15" fmla="*/ 19457 w 44892"/>
                  <a:gd name="connsiteY15" fmla="*/ 4283 h 54403"/>
                  <a:gd name="connsiteX16" fmla="*/ 24489 w 44892"/>
                  <a:gd name="connsiteY16" fmla="*/ 11611 h 54403"/>
                  <a:gd name="connsiteX17" fmla="*/ 12256 w 44892"/>
                  <a:gd name="connsiteY17" fmla="*/ 7940 h 54403"/>
                  <a:gd name="connsiteX18" fmla="*/ 10740 w 44892"/>
                  <a:gd name="connsiteY18" fmla="*/ 13199 h 54403"/>
                  <a:gd name="connsiteX19" fmla="*/ 14538 w 44892"/>
                  <a:gd name="connsiteY19" fmla="*/ 15127 h 54403"/>
                  <a:gd name="connsiteX20" fmla="*/ -2160 w 44892"/>
                  <a:gd name="connsiteY20" fmla="*/ 26552 h 54403"/>
                  <a:gd name="connsiteX21" fmla="*/ 789 w 44892"/>
                  <a:gd name="connsiteY21" fmla="*/ 30804 h 54403"/>
                  <a:gd name="connsiteX22" fmla="*/ 2305 w 44892"/>
                  <a:gd name="connsiteY22" fmla="*/ 29770 h 54403"/>
                  <a:gd name="connsiteX23" fmla="*/ 15290 w 44892"/>
                  <a:gd name="connsiteY23" fmla="*/ 48707 h 54403"/>
                  <a:gd name="connsiteX24" fmla="*/ 13773 w 44892"/>
                  <a:gd name="connsiteY24" fmla="*/ 49756 h 54403"/>
                  <a:gd name="connsiteX25" fmla="*/ 16764 w 44892"/>
                  <a:gd name="connsiteY25" fmla="*/ 54094 h 54403"/>
                  <a:gd name="connsiteX26" fmla="*/ 34440 w 44892"/>
                  <a:gd name="connsiteY26" fmla="*/ 41988 h 54403"/>
                  <a:gd name="connsiteX27" fmla="*/ 23639 w 44892"/>
                  <a:gd name="connsiteY27" fmla="*/ 26240 h 54403"/>
                  <a:gd name="connsiteX28" fmla="*/ 30003 w 44892"/>
                  <a:gd name="connsiteY28" fmla="*/ 5318 h 54403"/>
                  <a:gd name="connsiteX29" fmla="*/ 32271 w 44892"/>
                  <a:gd name="connsiteY29" fmla="*/ 8635 h 54403"/>
                  <a:gd name="connsiteX30" fmla="*/ 29238 w 44892"/>
                  <a:gd name="connsiteY30" fmla="*/ 10180 h 54403"/>
                  <a:gd name="connsiteX31" fmla="*/ 25581 w 44892"/>
                  <a:gd name="connsiteY31" fmla="*/ 4850 h 54403"/>
                  <a:gd name="connsiteX32" fmla="*/ 30003 w 44892"/>
                  <a:gd name="connsiteY32" fmla="*/ 5247 h 54403"/>
                  <a:gd name="connsiteX33" fmla="*/ 22987 w 44892"/>
                  <a:gd name="connsiteY33" fmla="*/ 16984 h 54403"/>
                  <a:gd name="connsiteX34" fmla="*/ 22746 w 44892"/>
                  <a:gd name="connsiteY34" fmla="*/ 24993 h 54403"/>
                  <a:gd name="connsiteX35" fmla="*/ 16509 w 44892"/>
                  <a:gd name="connsiteY35" fmla="*/ 15878 h 54403"/>
                  <a:gd name="connsiteX36" fmla="*/ 23015 w 44892"/>
                  <a:gd name="connsiteY36" fmla="*/ 16913 h 54403"/>
                  <a:gd name="connsiteX37" fmla="*/ 19074 w 44892"/>
                  <a:gd name="connsiteY37" fmla="*/ 46184 h 54403"/>
                  <a:gd name="connsiteX38" fmla="*/ 6076 w 44892"/>
                  <a:gd name="connsiteY38" fmla="*/ 27232 h 54403"/>
                  <a:gd name="connsiteX39" fmla="*/ 8457 w 44892"/>
                  <a:gd name="connsiteY39" fmla="*/ 25602 h 54403"/>
                  <a:gd name="connsiteX40" fmla="*/ 21456 w 44892"/>
                  <a:gd name="connsiteY40" fmla="*/ 44554 h 54403"/>
                  <a:gd name="connsiteX41" fmla="*/ 27693 w 44892"/>
                  <a:gd name="connsiteY41" fmla="*/ 40287 h 54403"/>
                  <a:gd name="connsiteX42" fmla="*/ 25141 w 44892"/>
                  <a:gd name="connsiteY42" fmla="*/ 42031 h 54403"/>
                  <a:gd name="connsiteX43" fmla="*/ 12157 w 44892"/>
                  <a:gd name="connsiteY43" fmla="*/ 23079 h 54403"/>
                  <a:gd name="connsiteX44" fmla="*/ 14694 w 44892"/>
                  <a:gd name="connsiteY44" fmla="*/ 21335 h 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4892" h="54403">
                    <a:moveTo>
                      <a:pt x="27721" y="27062"/>
                    </a:moveTo>
                    <a:cubicBezTo>
                      <a:pt x="27820" y="23436"/>
                      <a:pt x="27608" y="19809"/>
                      <a:pt x="27097" y="16218"/>
                    </a:cubicBezTo>
                    <a:lnTo>
                      <a:pt x="27551" y="16091"/>
                    </a:lnTo>
                    <a:lnTo>
                      <a:pt x="33094" y="24170"/>
                    </a:lnTo>
                    <a:lnTo>
                      <a:pt x="36992" y="21491"/>
                    </a:lnTo>
                    <a:lnTo>
                      <a:pt x="32045" y="14276"/>
                    </a:lnTo>
                    <a:cubicBezTo>
                      <a:pt x="33037" y="13780"/>
                      <a:pt x="33986" y="13241"/>
                      <a:pt x="35035" y="12660"/>
                    </a:cubicBezTo>
                    <a:lnTo>
                      <a:pt x="38990" y="18444"/>
                    </a:lnTo>
                    <a:lnTo>
                      <a:pt x="42732" y="15878"/>
                    </a:lnTo>
                    <a:lnTo>
                      <a:pt x="35163" y="4850"/>
                    </a:lnTo>
                    <a:cubicBezTo>
                      <a:pt x="36042" y="4722"/>
                      <a:pt x="36978" y="4510"/>
                      <a:pt x="37913" y="4297"/>
                    </a:cubicBezTo>
                    <a:lnTo>
                      <a:pt x="36141" y="-154"/>
                    </a:lnTo>
                    <a:cubicBezTo>
                      <a:pt x="32697" y="508"/>
                      <a:pt x="29153" y="456"/>
                      <a:pt x="25722" y="-310"/>
                    </a:cubicBezTo>
                    <a:lnTo>
                      <a:pt x="24589" y="3418"/>
                    </a:lnTo>
                    <a:lnTo>
                      <a:pt x="23355" y="1604"/>
                    </a:lnTo>
                    <a:lnTo>
                      <a:pt x="19457" y="4283"/>
                    </a:lnTo>
                    <a:lnTo>
                      <a:pt x="24489" y="11611"/>
                    </a:lnTo>
                    <a:cubicBezTo>
                      <a:pt x="21073" y="12093"/>
                      <a:pt x="16976" y="10860"/>
                      <a:pt x="12256" y="7940"/>
                    </a:cubicBezTo>
                    <a:lnTo>
                      <a:pt x="10740" y="13199"/>
                    </a:lnTo>
                    <a:cubicBezTo>
                      <a:pt x="12001" y="13893"/>
                      <a:pt x="13291" y="14531"/>
                      <a:pt x="14538" y="15127"/>
                    </a:cubicBezTo>
                    <a:lnTo>
                      <a:pt x="-2160" y="26552"/>
                    </a:lnTo>
                    <a:lnTo>
                      <a:pt x="789" y="30804"/>
                    </a:lnTo>
                    <a:lnTo>
                      <a:pt x="2305" y="29770"/>
                    </a:lnTo>
                    <a:lnTo>
                      <a:pt x="15290" y="48707"/>
                    </a:lnTo>
                    <a:lnTo>
                      <a:pt x="13773" y="49756"/>
                    </a:lnTo>
                    <a:lnTo>
                      <a:pt x="16764" y="54094"/>
                    </a:lnTo>
                    <a:lnTo>
                      <a:pt x="34440" y="41988"/>
                    </a:lnTo>
                    <a:lnTo>
                      <a:pt x="23639" y="26240"/>
                    </a:lnTo>
                    <a:close/>
                    <a:moveTo>
                      <a:pt x="30003" y="5318"/>
                    </a:moveTo>
                    <a:lnTo>
                      <a:pt x="32271" y="8635"/>
                    </a:lnTo>
                    <a:cubicBezTo>
                      <a:pt x="31237" y="9230"/>
                      <a:pt x="30244" y="9726"/>
                      <a:pt x="29238" y="10180"/>
                    </a:cubicBezTo>
                    <a:lnTo>
                      <a:pt x="25581" y="4850"/>
                    </a:lnTo>
                    <a:cubicBezTo>
                      <a:pt x="27041" y="5111"/>
                      <a:pt x="28515" y="5244"/>
                      <a:pt x="30003" y="5247"/>
                    </a:cubicBezTo>
                    <a:close/>
                    <a:moveTo>
                      <a:pt x="22987" y="16984"/>
                    </a:moveTo>
                    <a:cubicBezTo>
                      <a:pt x="23128" y="19656"/>
                      <a:pt x="23043" y="22335"/>
                      <a:pt x="22746" y="24993"/>
                    </a:cubicBezTo>
                    <a:lnTo>
                      <a:pt x="16509" y="15878"/>
                    </a:lnTo>
                    <a:cubicBezTo>
                      <a:pt x="18606" y="16578"/>
                      <a:pt x="20804" y="16927"/>
                      <a:pt x="23015" y="16913"/>
                    </a:cubicBezTo>
                    <a:close/>
                    <a:moveTo>
                      <a:pt x="19074" y="46184"/>
                    </a:moveTo>
                    <a:lnTo>
                      <a:pt x="6076" y="27232"/>
                    </a:lnTo>
                    <a:lnTo>
                      <a:pt x="8457" y="25602"/>
                    </a:lnTo>
                    <a:lnTo>
                      <a:pt x="21456" y="44554"/>
                    </a:lnTo>
                    <a:close/>
                    <a:moveTo>
                      <a:pt x="27693" y="40287"/>
                    </a:moveTo>
                    <a:lnTo>
                      <a:pt x="25141" y="42031"/>
                    </a:lnTo>
                    <a:lnTo>
                      <a:pt x="12157" y="23079"/>
                    </a:lnTo>
                    <a:lnTo>
                      <a:pt x="14694" y="213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AE8429E2-3625-4515-B266-DEE7229B02A7}"/>
                  </a:ext>
                </a:extLst>
              </p:cNvPr>
              <p:cNvSpPr/>
              <p:nvPr/>
            </p:nvSpPr>
            <p:spPr>
              <a:xfrm>
                <a:off x="2367828" y="-891861"/>
                <a:ext cx="49499" cy="47188"/>
              </a:xfrm>
              <a:custGeom>
                <a:avLst/>
                <a:gdLst>
                  <a:gd name="connsiteX0" fmla="*/ 42730 w 49499"/>
                  <a:gd name="connsiteY0" fmla="*/ 17583 h 47188"/>
                  <a:gd name="connsiteX1" fmla="*/ 38676 w 49499"/>
                  <a:gd name="connsiteY1" fmla="*/ 14521 h 47188"/>
                  <a:gd name="connsiteX2" fmla="*/ 37259 w 49499"/>
                  <a:gd name="connsiteY2" fmla="*/ 16350 h 47188"/>
                  <a:gd name="connsiteX3" fmla="*/ 31716 w 49499"/>
                  <a:gd name="connsiteY3" fmla="*/ 12098 h 47188"/>
                  <a:gd name="connsiteX4" fmla="*/ 29548 w 49499"/>
                  <a:gd name="connsiteY4" fmla="*/ 14933 h 47188"/>
                  <a:gd name="connsiteX5" fmla="*/ 35104 w 49499"/>
                  <a:gd name="connsiteY5" fmla="*/ 19185 h 47188"/>
                  <a:gd name="connsiteX6" fmla="*/ 34027 w 49499"/>
                  <a:gd name="connsiteY6" fmla="*/ 20603 h 47188"/>
                  <a:gd name="connsiteX7" fmla="*/ 29108 w 49499"/>
                  <a:gd name="connsiteY7" fmla="*/ 16889 h 47188"/>
                  <a:gd name="connsiteX8" fmla="*/ 26953 w 49499"/>
                  <a:gd name="connsiteY8" fmla="*/ 19724 h 47188"/>
                  <a:gd name="connsiteX9" fmla="*/ 31858 w 49499"/>
                  <a:gd name="connsiteY9" fmla="*/ 23452 h 47188"/>
                  <a:gd name="connsiteX10" fmla="*/ 30752 w 49499"/>
                  <a:gd name="connsiteY10" fmla="*/ 24869 h 47188"/>
                  <a:gd name="connsiteX11" fmla="*/ 25011 w 49499"/>
                  <a:gd name="connsiteY11" fmla="*/ 20518 h 47188"/>
                  <a:gd name="connsiteX12" fmla="*/ 22843 w 49499"/>
                  <a:gd name="connsiteY12" fmla="*/ 23353 h 47188"/>
                  <a:gd name="connsiteX13" fmla="*/ 28598 w 49499"/>
                  <a:gd name="connsiteY13" fmla="*/ 27704 h 47188"/>
                  <a:gd name="connsiteX14" fmla="*/ 27393 w 49499"/>
                  <a:gd name="connsiteY14" fmla="*/ 29292 h 47188"/>
                  <a:gd name="connsiteX15" fmla="*/ 15273 w 49499"/>
                  <a:gd name="connsiteY15" fmla="*/ 20106 h 47188"/>
                  <a:gd name="connsiteX16" fmla="*/ 16464 w 49499"/>
                  <a:gd name="connsiteY16" fmla="*/ 18519 h 47188"/>
                  <a:gd name="connsiteX17" fmla="*/ 21695 w 49499"/>
                  <a:gd name="connsiteY17" fmla="*/ 22474 h 47188"/>
                  <a:gd name="connsiteX18" fmla="*/ 23863 w 49499"/>
                  <a:gd name="connsiteY18" fmla="*/ 19639 h 47188"/>
                  <a:gd name="connsiteX19" fmla="*/ 18619 w 49499"/>
                  <a:gd name="connsiteY19" fmla="*/ 15684 h 47188"/>
                  <a:gd name="connsiteX20" fmla="*/ 19738 w 49499"/>
                  <a:gd name="connsiteY20" fmla="*/ 14266 h 47188"/>
                  <a:gd name="connsiteX21" fmla="*/ 24416 w 49499"/>
                  <a:gd name="connsiteY21" fmla="*/ 17810 h 47188"/>
                  <a:gd name="connsiteX22" fmla="*/ 26571 w 49499"/>
                  <a:gd name="connsiteY22" fmla="*/ 14975 h 47188"/>
                  <a:gd name="connsiteX23" fmla="*/ 21893 w 49499"/>
                  <a:gd name="connsiteY23" fmla="*/ 11446 h 47188"/>
                  <a:gd name="connsiteX24" fmla="*/ 22970 w 49499"/>
                  <a:gd name="connsiteY24" fmla="*/ 10028 h 47188"/>
                  <a:gd name="connsiteX25" fmla="*/ 28243 w 49499"/>
                  <a:gd name="connsiteY25" fmla="*/ 14011 h 47188"/>
                  <a:gd name="connsiteX26" fmla="*/ 30398 w 49499"/>
                  <a:gd name="connsiteY26" fmla="*/ 11176 h 47188"/>
                  <a:gd name="connsiteX27" fmla="*/ 25125 w 49499"/>
                  <a:gd name="connsiteY27" fmla="*/ 7179 h 47188"/>
                  <a:gd name="connsiteX28" fmla="*/ 26542 w 49499"/>
                  <a:gd name="connsiteY28" fmla="*/ 5364 h 47188"/>
                  <a:gd name="connsiteX29" fmla="*/ 22488 w 49499"/>
                  <a:gd name="connsiteY29" fmla="*/ 2303 h 47188"/>
                  <a:gd name="connsiteX30" fmla="*/ 21071 w 49499"/>
                  <a:gd name="connsiteY30" fmla="*/ 4117 h 47188"/>
                  <a:gd name="connsiteX31" fmla="*/ 15160 w 49499"/>
                  <a:gd name="connsiteY31" fmla="*/ -348 h 47188"/>
                  <a:gd name="connsiteX32" fmla="*/ 13005 w 49499"/>
                  <a:gd name="connsiteY32" fmla="*/ 2487 h 47188"/>
                  <a:gd name="connsiteX33" fmla="*/ 18916 w 49499"/>
                  <a:gd name="connsiteY33" fmla="*/ 6952 h 47188"/>
                  <a:gd name="connsiteX34" fmla="*/ 17839 w 49499"/>
                  <a:gd name="connsiteY34" fmla="*/ 8370 h 47188"/>
                  <a:gd name="connsiteX35" fmla="*/ 12636 w 49499"/>
                  <a:gd name="connsiteY35" fmla="*/ 4429 h 47188"/>
                  <a:gd name="connsiteX36" fmla="*/ 10482 w 49499"/>
                  <a:gd name="connsiteY36" fmla="*/ 7264 h 47188"/>
                  <a:gd name="connsiteX37" fmla="*/ 15670 w 49499"/>
                  <a:gd name="connsiteY37" fmla="*/ 11190 h 47188"/>
                  <a:gd name="connsiteX38" fmla="*/ 14564 w 49499"/>
                  <a:gd name="connsiteY38" fmla="*/ 12608 h 47188"/>
                  <a:gd name="connsiteX39" fmla="*/ 7902 w 49499"/>
                  <a:gd name="connsiteY39" fmla="*/ 7562 h 47188"/>
                  <a:gd name="connsiteX40" fmla="*/ 5748 w 49499"/>
                  <a:gd name="connsiteY40" fmla="*/ 10397 h 47188"/>
                  <a:gd name="connsiteX41" fmla="*/ 12410 w 49499"/>
                  <a:gd name="connsiteY41" fmla="*/ 15429 h 47188"/>
                  <a:gd name="connsiteX42" fmla="*/ 11205 w 49499"/>
                  <a:gd name="connsiteY42" fmla="*/ 17016 h 47188"/>
                  <a:gd name="connsiteX43" fmla="*/ 6952 w 49499"/>
                  <a:gd name="connsiteY43" fmla="*/ 13841 h 47188"/>
                  <a:gd name="connsiteX44" fmla="*/ 4727 w 49499"/>
                  <a:gd name="connsiteY44" fmla="*/ 16775 h 47188"/>
                  <a:gd name="connsiteX45" fmla="*/ 28825 w 49499"/>
                  <a:gd name="connsiteY45" fmla="*/ 34976 h 47188"/>
                  <a:gd name="connsiteX46" fmla="*/ 27691 w 49499"/>
                  <a:gd name="connsiteY46" fmla="*/ 36493 h 47188"/>
                  <a:gd name="connsiteX47" fmla="*/ 5010 w 49499"/>
                  <a:gd name="connsiteY47" fmla="*/ 19398 h 47188"/>
                  <a:gd name="connsiteX48" fmla="*/ 2941 w 49499"/>
                  <a:gd name="connsiteY48" fmla="*/ 22133 h 47188"/>
                  <a:gd name="connsiteX49" fmla="*/ 25706 w 49499"/>
                  <a:gd name="connsiteY49" fmla="*/ 39356 h 47188"/>
                  <a:gd name="connsiteX50" fmla="*/ 24558 w 49499"/>
                  <a:gd name="connsiteY50" fmla="*/ 40859 h 47188"/>
                  <a:gd name="connsiteX51" fmla="*/ 21 w 49499"/>
                  <a:gd name="connsiteY51" fmla="*/ 22304 h 47188"/>
                  <a:gd name="connsiteX52" fmla="*/ -2205 w 49499"/>
                  <a:gd name="connsiteY52" fmla="*/ 25238 h 47188"/>
                  <a:gd name="connsiteX53" fmla="*/ 11970 w 49499"/>
                  <a:gd name="connsiteY53" fmla="*/ 35926 h 47188"/>
                  <a:gd name="connsiteX54" fmla="*/ 9135 w 49499"/>
                  <a:gd name="connsiteY54" fmla="*/ 35685 h 47188"/>
                  <a:gd name="connsiteX55" fmla="*/ 10142 w 49499"/>
                  <a:gd name="connsiteY55" fmla="*/ 42772 h 47188"/>
                  <a:gd name="connsiteX56" fmla="*/ 14465 w 49499"/>
                  <a:gd name="connsiteY56" fmla="*/ 42928 h 47188"/>
                  <a:gd name="connsiteX57" fmla="*/ 13430 w 49499"/>
                  <a:gd name="connsiteY57" fmla="*/ 37031 h 47188"/>
                  <a:gd name="connsiteX58" fmla="*/ 26401 w 49499"/>
                  <a:gd name="connsiteY58" fmla="*/ 46841 h 47188"/>
                  <a:gd name="connsiteX59" fmla="*/ 35175 w 49499"/>
                  <a:gd name="connsiteY59" fmla="*/ 35217 h 47188"/>
                  <a:gd name="connsiteX60" fmla="*/ 31574 w 49499"/>
                  <a:gd name="connsiteY60" fmla="*/ 32481 h 47188"/>
                  <a:gd name="connsiteX61" fmla="*/ 32765 w 49499"/>
                  <a:gd name="connsiteY61" fmla="*/ 30908 h 47188"/>
                  <a:gd name="connsiteX62" fmla="*/ 39186 w 49499"/>
                  <a:gd name="connsiteY62" fmla="*/ 35756 h 47188"/>
                  <a:gd name="connsiteX63" fmla="*/ 41355 w 49499"/>
                  <a:gd name="connsiteY63" fmla="*/ 32921 h 47188"/>
                  <a:gd name="connsiteX64" fmla="*/ 34920 w 49499"/>
                  <a:gd name="connsiteY64" fmla="*/ 28059 h 47188"/>
                  <a:gd name="connsiteX65" fmla="*/ 36039 w 49499"/>
                  <a:gd name="connsiteY65" fmla="*/ 26641 h 47188"/>
                  <a:gd name="connsiteX66" fmla="*/ 41072 w 49499"/>
                  <a:gd name="connsiteY66" fmla="*/ 30454 h 47188"/>
                  <a:gd name="connsiteX67" fmla="*/ 43226 w 49499"/>
                  <a:gd name="connsiteY67" fmla="*/ 27619 h 47188"/>
                  <a:gd name="connsiteX68" fmla="*/ 38194 w 49499"/>
                  <a:gd name="connsiteY68" fmla="*/ 23806 h 47188"/>
                  <a:gd name="connsiteX69" fmla="*/ 39271 w 49499"/>
                  <a:gd name="connsiteY69" fmla="*/ 22389 h 47188"/>
                  <a:gd name="connsiteX70" fmla="*/ 45140 w 49499"/>
                  <a:gd name="connsiteY70" fmla="*/ 26840 h 47188"/>
                  <a:gd name="connsiteX71" fmla="*/ 47295 w 49499"/>
                  <a:gd name="connsiteY71" fmla="*/ 24005 h 47188"/>
                  <a:gd name="connsiteX72" fmla="*/ 41426 w 49499"/>
                  <a:gd name="connsiteY72" fmla="*/ 19568 h 47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9499" h="47188">
                    <a:moveTo>
                      <a:pt x="42730" y="17583"/>
                    </a:moveTo>
                    <a:lnTo>
                      <a:pt x="38676" y="14521"/>
                    </a:lnTo>
                    <a:lnTo>
                      <a:pt x="37259" y="16350"/>
                    </a:lnTo>
                    <a:lnTo>
                      <a:pt x="31716" y="12098"/>
                    </a:lnTo>
                    <a:lnTo>
                      <a:pt x="29548" y="14933"/>
                    </a:lnTo>
                    <a:lnTo>
                      <a:pt x="35104" y="19185"/>
                    </a:lnTo>
                    <a:lnTo>
                      <a:pt x="34027" y="20603"/>
                    </a:lnTo>
                    <a:lnTo>
                      <a:pt x="29108" y="16889"/>
                    </a:lnTo>
                    <a:lnTo>
                      <a:pt x="26953" y="19724"/>
                    </a:lnTo>
                    <a:lnTo>
                      <a:pt x="31858" y="23452"/>
                    </a:lnTo>
                    <a:lnTo>
                      <a:pt x="30752" y="24869"/>
                    </a:lnTo>
                    <a:lnTo>
                      <a:pt x="25011" y="20518"/>
                    </a:lnTo>
                    <a:lnTo>
                      <a:pt x="22843" y="23353"/>
                    </a:lnTo>
                    <a:lnTo>
                      <a:pt x="28598" y="27704"/>
                    </a:lnTo>
                    <a:lnTo>
                      <a:pt x="27393" y="29292"/>
                    </a:lnTo>
                    <a:lnTo>
                      <a:pt x="15273" y="20106"/>
                    </a:lnTo>
                    <a:lnTo>
                      <a:pt x="16464" y="18519"/>
                    </a:lnTo>
                    <a:lnTo>
                      <a:pt x="21695" y="22474"/>
                    </a:lnTo>
                    <a:lnTo>
                      <a:pt x="23863" y="19639"/>
                    </a:lnTo>
                    <a:lnTo>
                      <a:pt x="18619" y="15684"/>
                    </a:lnTo>
                    <a:lnTo>
                      <a:pt x="19738" y="14266"/>
                    </a:lnTo>
                    <a:lnTo>
                      <a:pt x="24416" y="17810"/>
                    </a:lnTo>
                    <a:lnTo>
                      <a:pt x="26571" y="14975"/>
                    </a:lnTo>
                    <a:lnTo>
                      <a:pt x="21893" y="11446"/>
                    </a:lnTo>
                    <a:lnTo>
                      <a:pt x="22970" y="10028"/>
                    </a:lnTo>
                    <a:lnTo>
                      <a:pt x="28243" y="14011"/>
                    </a:lnTo>
                    <a:lnTo>
                      <a:pt x="30398" y="11176"/>
                    </a:lnTo>
                    <a:lnTo>
                      <a:pt x="25125" y="7179"/>
                    </a:lnTo>
                    <a:lnTo>
                      <a:pt x="26542" y="5364"/>
                    </a:lnTo>
                    <a:lnTo>
                      <a:pt x="22488" y="2303"/>
                    </a:lnTo>
                    <a:lnTo>
                      <a:pt x="21071" y="4117"/>
                    </a:lnTo>
                    <a:lnTo>
                      <a:pt x="15160" y="-348"/>
                    </a:lnTo>
                    <a:lnTo>
                      <a:pt x="13005" y="2487"/>
                    </a:lnTo>
                    <a:lnTo>
                      <a:pt x="18916" y="6952"/>
                    </a:lnTo>
                    <a:lnTo>
                      <a:pt x="17839" y="8370"/>
                    </a:lnTo>
                    <a:lnTo>
                      <a:pt x="12636" y="4429"/>
                    </a:lnTo>
                    <a:lnTo>
                      <a:pt x="10482" y="7264"/>
                    </a:lnTo>
                    <a:lnTo>
                      <a:pt x="15670" y="11190"/>
                    </a:lnTo>
                    <a:lnTo>
                      <a:pt x="14564" y="12608"/>
                    </a:lnTo>
                    <a:lnTo>
                      <a:pt x="7902" y="7562"/>
                    </a:lnTo>
                    <a:lnTo>
                      <a:pt x="5748" y="10397"/>
                    </a:lnTo>
                    <a:lnTo>
                      <a:pt x="12410" y="15429"/>
                    </a:lnTo>
                    <a:lnTo>
                      <a:pt x="11205" y="17016"/>
                    </a:lnTo>
                    <a:lnTo>
                      <a:pt x="6952" y="13841"/>
                    </a:lnTo>
                    <a:lnTo>
                      <a:pt x="4727" y="16775"/>
                    </a:lnTo>
                    <a:lnTo>
                      <a:pt x="28825" y="34976"/>
                    </a:lnTo>
                    <a:lnTo>
                      <a:pt x="27691" y="36493"/>
                    </a:lnTo>
                    <a:lnTo>
                      <a:pt x="5010" y="19398"/>
                    </a:lnTo>
                    <a:lnTo>
                      <a:pt x="2941" y="22133"/>
                    </a:lnTo>
                    <a:lnTo>
                      <a:pt x="25706" y="39356"/>
                    </a:lnTo>
                    <a:lnTo>
                      <a:pt x="24558" y="40859"/>
                    </a:lnTo>
                    <a:lnTo>
                      <a:pt x="21" y="22304"/>
                    </a:lnTo>
                    <a:lnTo>
                      <a:pt x="-2205" y="25238"/>
                    </a:lnTo>
                    <a:lnTo>
                      <a:pt x="11970" y="35926"/>
                    </a:lnTo>
                    <a:lnTo>
                      <a:pt x="9135" y="35685"/>
                    </a:lnTo>
                    <a:cubicBezTo>
                      <a:pt x="9632" y="38022"/>
                      <a:pt x="9972" y="40389"/>
                      <a:pt x="10142" y="42772"/>
                    </a:cubicBezTo>
                    <a:lnTo>
                      <a:pt x="14465" y="42928"/>
                    </a:lnTo>
                    <a:cubicBezTo>
                      <a:pt x="14281" y="40938"/>
                      <a:pt x="13941" y="38965"/>
                      <a:pt x="13430" y="37031"/>
                    </a:cubicBezTo>
                    <a:lnTo>
                      <a:pt x="26401" y="46841"/>
                    </a:lnTo>
                    <a:lnTo>
                      <a:pt x="35175" y="35217"/>
                    </a:lnTo>
                    <a:lnTo>
                      <a:pt x="31574" y="32481"/>
                    </a:lnTo>
                    <a:lnTo>
                      <a:pt x="32765" y="30908"/>
                    </a:lnTo>
                    <a:lnTo>
                      <a:pt x="39186" y="35756"/>
                    </a:lnTo>
                    <a:lnTo>
                      <a:pt x="41355" y="32921"/>
                    </a:lnTo>
                    <a:lnTo>
                      <a:pt x="34920" y="28059"/>
                    </a:lnTo>
                    <a:lnTo>
                      <a:pt x="36039" y="26641"/>
                    </a:lnTo>
                    <a:lnTo>
                      <a:pt x="41072" y="30454"/>
                    </a:lnTo>
                    <a:lnTo>
                      <a:pt x="43226" y="27619"/>
                    </a:lnTo>
                    <a:lnTo>
                      <a:pt x="38194" y="23806"/>
                    </a:lnTo>
                    <a:lnTo>
                      <a:pt x="39271" y="22389"/>
                    </a:lnTo>
                    <a:lnTo>
                      <a:pt x="45140" y="26840"/>
                    </a:lnTo>
                    <a:lnTo>
                      <a:pt x="47295" y="24005"/>
                    </a:lnTo>
                    <a:lnTo>
                      <a:pt x="41426" y="195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7CC22351-9FFF-4D79-B356-3C6AF232E04E}"/>
                  </a:ext>
                </a:extLst>
              </p:cNvPr>
              <p:cNvSpPr/>
              <p:nvPr/>
            </p:nvSpPr>
            <p:spPr>
              <a:xfrm>
                <a:off x="2391316" y="-844758"/>
                <a:ext cx="4761" cy="10361"/>
              </a:xfrm>
              <a:custGeom>
                <a:avLst/>
                <a:gdLst>
                  <a:gd name="connsiteX0" fmla="*/ -2205 w 4761"/>
                  <a:gd name="connsiteY0" fmla="*/ -365 h 10361"/>
                  <a:gd name="connsiteX1" fmla="*/ -2106 w 4761"/>
                  <a:gd name="connsiteY1" fmla="*/ 9813 h 10361"/>
                  <a:gd name="connsiteX2" fmla="*/ 2501 w 4761"/>
                  <a:gd name="connsiteY2" fmla="*/ 9997 h 10361"/>
                  <a:gd name="connsiteX3" fmla="*/ 2104 w 4761"/>
                  <a:gd name="connsiteY3" fmla="*/ 74 h 10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1" h="10361">
                    <a:moveTo>
                      <a:pt x="-2205" y="-365"/>
                    </a:moveTo>
                    <a:cubicBezTo>
                      <a:pt x="-1908" y="3020"/>
                      <a:pt x="-1879" y="6423"/>
                      <a:pt x="-2106" y="9813"/>
                    </a:cubicBezTo>
                    <a:lnTo>
                      <a:pt x="2501" y="9997"/>
                    </a:lnTo>
                    <a:cubicBezTo>
                      <a:pt x="2642" y="6684"/>
                      <a:pt x="2515" y="3365"/>
                      <a:pt x="2104" y="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920BADD1-2BB4-4858-9F4D-543316475591}"/>
                  </a:ext>
                </a:extLst>
              </p:cNvPr>
              <p:cNvSpPr/>
              <p:nvPr/>
            </p:nvSpPr>
            <p:spPr>
              <a:xfrm>
                <a:off x="2359280" y="-864929"/>
                <a:ext cx="10574" cy="8264"/>
              </a:xfrm>
              <a:custGeom>
                <a:avLst/>
                <a:gdLst>
                  <a:gd name="connsiteX0" fmla="*/ 5410 w 10574"/>
                  <a:gd name="connsiteY0" fmla="*/ -352 h 8264"/>
                  <a:gd name="connsiteX1" fmla="*/ -2188 w 10574"/>
                  <a:gd name="connsiteY1" fmla="*/ 3361 h 8264"/>
                  <a:gd name="connsiteX2" fmla="*/ -459 w 10574"/>
                  <a:gd name="connsiteY2" fmla="*/ 7912 h 8264"/>
                  <a:gd name="connsiteX3" fmla="*/ 8387 w 10574"/>
                  <a:gd name="connsiteY3" fmla="*/ 3135 h 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74" h="8264">
                    <a:moveTo>
                      <a:pt x="5410" y="-352"/>
                    </a:moveTo>
                    <a:cubicBezTo>
                      <a:pt x="3127" y="1336"/>
                      <a:pt x="548" y="2594"/>
                      <a:pt x="-2188" y="3361"/>
                    </a:cubicBezTo>
                    <a:lnTo>
                      <a:pt x="-459" y="7912"/>
                    </a:lnTo>
                    <a:cubicBezTo>
                      <a:pt x="2745" y="6829"/>
                      <a:pt x="5722" y="5214"/>
                      <a:pt x="8387" y="313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1DA6A306-DBC1-40E0-AFBB-7D2E3D434E14}"/>
                  </a:ext>
                </a:extLst>
              </p:cNvPr>
              <p:cNvSpPr/>
              <p:nvPr/>
            </p:nvSpPr>
            <p:spPr>
              <a:xfrm>
                <a:off x="2367988" y="-860861"/>
                <a:ext cx="22519" cy="21049"/>
              </a:xfrm>
              <a:custGeom>
                <a:avLst/>
                <a:gdLst>
                  <a:gd name="connsiteX0" fmla="*/ 14412 w 22519"/>
                  <a:gd name="connsiteY0" fmla="*/ 15319 h 21049"/>
                  <a:gd name="connsiteX1" fmla="*/ 12697 w 22519"/>
                  <a:gd name="connsiteY1" fmla="*/ 14780 h 21049"/>
                  <a:gd name="connsiteX2" fmla="*/ 3894 w 22519"/>
                  <a:gd name="connsiteY2" fmla="*/ 8118 h 21049"/>
                  <a:gd name="connsiteX3" fmla="*/ 3384 w 22519"/>
                  <a:gd name="connsiteY3" fmla="*/ 6491 h 21049"/>
                  <a:gd name="connsiteX4" fmla="*/ 3596 w 22519"/>
                  <a:gd name="connsiteY4" fmla="*/ 6204 h 21049"/>
                  <a:gd name="connsiteX5" fmla="*/ 6261 w 22519"/>
                  <a:gd name="connsiteY5" fmla="*/ 2675 h 21049"/>
                  <a:gd name="connsiteX6" fmla="*/ 2264 w 22519"/>
                  <a:gd name="connsiteY6" fmla="*/ -359 h 21049"/>
                  <a:gd name="connsiteX7" fmla="*/ -1067 w 22519"/>
                  <a:gd name="connsiteY7" fmla="*/ 4050 h 21049"/>
                  <a:gd name="connsiteX8" fmla="*/ 195 w 22519"/>
                  <a:gd name="connsiteY8" fmla="*/ 10797 h 21049"/>
                  <a:gd name="connsiteX9" fmla="*/ 10854 w 22519"/>
                  <a:gd name="connsiteY9" fmla="*/ 18863 h 21049"/>
                  <a:gd name="connsiteX10" fmla="*/ 14837 w 22519"/>
                  <a:gd name="connsiteY10" fmla="*/ 20691 h 21049"/>
                  <a:gd name="connsiteX11" fmla="*/ 20323 w 22519"/>
                  <a:gd name="connsiteY11" fmla="*/ 16807 h 21049"/>
                  <a:gd name="connsiteX12" fmla="*/ 17488 w 22519"/>
                  <a:gd name="connsiteY12" fmla="*/ 12767 h 21049"/>
                  <a:gd name="connsiteX13" fmla="*/ 14412 w 22519"/>
                  <a:gd name="connsiteY13" fmla="*/ 15319 h 21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519" h="21049">
                    <a:moveTo>
                      <a:pt x="14412" y="15319"/>
                    </a:moveTo>
                    <a:cubicBezTo>
                      <a:pt x="13789" y="15405"/>
                      <a:pt x="13165" y="15208"/>
                      <a:pt x="12697" y="14780"/>
                    </a:cubicBezTo>
                    <a:lnTo>
                      <a:pt x="3894" y="8118"/>
                    </a:lnTo>
                    <a:cubicBezTo>
                      <a:pt x="3299" y="7809"/>
                      <a:pt x="3072" y="7080"/>
                      <a:pt x="3384" y="6491"/>
                    </a:cubicBezTo>
                    <a:cubicBezTo>
                      <a:pt x="3441" y="6386"/>
                      <a:pt x="3512" y="6289"/>
                      <a:pt x="3596" y="6204"/>
                    </a:cubicBezTo>
                    <a:lnTo>
                      <a:pt x="6261" y="2675"/>
                    </a:lnTo>
                    <a:lnTo>
                      <a:pt x="2264" y="-359"/>
                    </a:lnTo>
                    <a:lnTo>
                      <a:pt x="-1067" y="4050"/>
                    </a:lnTo>
                    <a:cubicBezTo>
                      <a:pt x="-2924" y="6516"/>
                      <a:pt x="-2484" y="8756"/>
                      <a:pt x="195" y="10797"/>
                    </a:cubicBezTo>
                    <a:lnTo>
                      <a:pt x="10854" y="18863"/>
                    </a:lnTo>
                    <a:cubicBezTo>
                      <a:pt x="11988" y="19829"/>
                      <a:pt x="13363" y="20462"/>
                      <a:pt x="14837" y="20691"/>
                    </a:cubicBezTo>
                    <a:cubicBezTo>
                      <a:pt x="16000" y="20691"/>
                      <a:pt x="17857" y="19430"/>
                      <a:pt x="20323" y="16807"/>
                    </a:cubicBezTo>
                    <a:lnTo>
                      <a:pt x="17488" y="12767"/>
                    </a:lnTo>
                    <a:cubicBezTo>
                      <a:pt x="16056" y="14327"/>
                      <a:pt x="15036" y="15177"/>
                      <a:pt x="14412" y="15319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D9426EC5-2D01-4D2E-B2A7-7289EF11BEAA}"/>
                  </a:ext>
                </a:extLst>
              </p:cNvPr>
              <p:cNvSpPr/>
              <p:nvPr/>
            </p:nvSpPr>
            <p:spPr>
              <a:xfrm>
                <a:off x="2449334" y="-844786"/>
                <a:ext cx="51526" cy="53780"/>
              </a:xfrm>
              <a:custGeom>
                <a:avLst/>
                <a:gdLst>
                  <a:gd name="connsiteX0" fmla="*/ 4097 w 51526"/>
                  <a:gd name="connsiteY0" fmla="*/ 36756 h 53780"/>
                  <a:gd name="connsiteX1" fmla="*/ 14502 w 51526"/>
                  <a:gd name="connsiteY1" fmla="*/ 5528 h 53780"/>
                  <a:gd name="connsiteX2" fmla="*/ 47714 w 51526"/>
                  <a:gd name="connsiteY2" fmla="*/ 16599 h 53780"/>
                  <a:gd name="connsiteX3" fmla="*/ 49273 w 51526"/>
                  <a:gd name="connsiteY3" fmla="*/ 11935 h 53780"/>
                  <a:gd name="connsiteX4" fmla="*/ 11298 w 51526"/>
                  <a:gd name="connsiteY4" fmla="*/ -723 h 53780"/>
                  <a:gd name="connsiteX5" fmla="*/ -2253 w 51526"/>
                  <a:gd name="connsiteY5" fmla="*/ 39889 h 53780"/>
                  <a:gd name="connsiteX6" fmla="*/ 37239 w 51526"/>
                  <a:gd name="connsiteY6" fmla="*/ 53057 h 53780"/>
                  <a:gd name="connsiteX7" fmla="*/ 38812 w 51526"/>
                  <a:gd name="connsiteY7" fmla="*/ 48337 h 53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526" h="53780">
                    <a:moveTo>
                      <a:pt x="4097" y="36756"/>
                    </a:moveTo>
                    <a:lnTo>
                      <a:pt x="14502" y="5528"/>
                    </a:lnTo>
                    <a:lnTo>
                      <a:pt x="47714" y="16599"/>
                    </a:lnTo>
                    <a:lnTo>
                      <a:pt x="49273" y="11935"/>
                    </a:lnTo>
                    <a:lnTo>
                      <a:pt x="11298" y="-723"/>
                    </a:lnTo>
                    <a:lnTo>
                      <a:pt x="-2253" y="39889"/>
                    </a:lnTo>
                    <a:lnTo>
                      <a:pt x="37239" y="53057"/>
                    </a:lnTo>
                    <a:lnTo>
                      <a:pt x="38812" y="4833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13137D4C-86B1-4E04-A6FF-2886737FD3DF}"/>
                  </a:ext>
                </a:extLst>
              </p:cNvPr>
              <p:cNvSpPr/>
              <p:nvPr/>
            </p:nvSpPr>
            <p:spPr>
              <a:xfrm>
                <a:off x="2476366" y="-811829"/>
                <a:ext cx="13225" cy="14004"/>
              </a:xfrm>
              <a:custGeom>
                <a:avLst/>
                <a:gdLst>
                  <a:gd name="connsiteX0" fmla="*/ -2258 w 13225"/>
                  <a:gd name="connsiteY0" fmla="*/ 2435 h 14004"/>
                  <a:gd name="connsiteX1" fmla="*/ 6913 w 13225"/>
                  <a:gd name="connsiteY1" fmla="*/ 13620 h 14004"/>
                  <a:gd name="connsiteX2" fmla="*/ 10968 w 13225"/>
                  <a:gd name="connsiteY2" fmla="*/ 10402 h 14004"/>
                  <a:gd name="connsiteX3" fmla="*/ 1414 w 13225"/>
                  <a:gd name="connsiteY3" fmla="*/ -385 h 1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5" h="14004">
                    <a:moveTo>
                      <a:pt x="-2258" y="2435"/>
                    </a:moveTo>
                    <a:cubicBezTo>
                      <a:pt x="1286" y="5740"/>
                      <a:pt x="4362" y="9502"/>
                      <a:pt x="6913" y="13620"/>
                    </a:cubicBezTo>
                    <a:lnTo>
                      <a:pt x="10968" y="10402"/>
                    </a:lnTo>
                    <a:cubicBezTo>
                      <a:pt x="8217" y="6447"/>
                      <a:pt x="5000" y="2827"/>
                      <a:pt x="1414" y="-38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A5204121-98B5-4047-B448-3C81369E1D8E}"/>
                  </a:ext>
                </a:extLst>
              </p:cNvPr>
              <p:cNvSpPr/>
              <p:nvPr/>
            </p:nvSpPr>
            <p:spPr>
              <a:xfrm>
                <a:off x="2459044" y="-835275"/>
                <a:ext cx="35210" cy="29125"/>
              </a:xfrm>
              <a:custGeom>
                <a:avLst/>
                <a:gdLst>
                  <a:gd name="connsiteX0" fmla="*/ 21886 w 35210"/>
                  <a:gd name="connsiteY0" fmla="*/ 11928 h 29125"/>
                  <a:gd name="connsiteX1" fmla="*/ 31454 w 35210"/>
                  <a:gd name="connsiteY1" fmla="*/ 15117 h 29125"/>
                  <a:gd name="connsiteX2" fmla="*/ 32957 w 35210"/>
                  <a:gd name="connsiteY2" fmla="*/ 10638 h 29125"/>
                  <a:gd name="connsiteX3" fmla="*/ 15309 w 35210"/>
                  <a:gd name="connsiteY3" fmla="*/ 4755 h 29125"/>
                  <a:gd name="connsiteX4" fmla="*/ 17208 w 35210"/>
                  <a:gd name="connsiteY4" fmla="*/ 2346 h 29125"/>
                  <a:gd name="connsiteX5" fmla="*/ 13140 w 35210"/>
                  <a:gd name="connsiteY5" fmla="*/ -376 h 29125"/>
                  <a:gd name="connsiteX6" fmla="*/ 3544 w 35210"/>
                  <a:gd name="connsiteY6" fmla="*/ 7179 h 29125"/>
                  <a:gd name="connsiteX7" fmla="*/ 6066 w 35210"/>
                  <a:gd name="connsiteY7" fmla="*/ 11744 h 29125"/>
                  <a:gd name="connsiteX8" fmla="*/ 11510 w 35210"/>
                  <a:gd name="connsiteY8" fmla="*/ 8469 h 29125"/>
                  <a:gd name="connsiteX9" fmla="*/ 17180 w 35210"/>
                  <a:gd name="connsiteY9" fmla="*/ 10354 h 29125"/>
                  <a:gd name="connsiteX10" fmla="*/ 16570 w 35210"/>
                  <a:gd name="connsiteY10" fmla="*/ 12197 h 29125"/>
                  <a:gd name="connsiteX11" fmla="*/ 15252 w 35210"/>
                  <a:gd name="connsiteY11" fmla="*/ 15032 h 29125"/>
                  <a:gd name="connsiteX12" fmla="*/ 2409 w 35210"/>
                  <a:gd name="connsiteY12" fmla="*/ 10780 h 29125"/>
                  <a:gd name="connsiteX13" fmla="*/ 878 w 35210"/>
                  <a:gd name="connsiteY13" fmla="*/ 15401 h 29125"/>
                  <a:gd name="connsiteX14" fmla="*/ 12389 w 35210"/>
                  <a:gd name="connsiteY14" fmla="*/ 19242 h 29125"/>
                  <a:gd name="connsiteX15" fmla="*/ 10262 w 35210"/>
                  <a:gd name="connsiteY15" fmla="*/ 21198 h 29125"/>
                  <a:gd name="connsiteX16" fmla="*/ -2254 w 35210"/>
                  <a:gd name="connsiteY16" fmla="*/ 23693 h 29125"/>
                  <a:gd name="connsiteX17" fmla="*/ -950 w 35210"/>
                  <a:gd name="connsiteY17" fmla="*/ 28739 h 29125"/>
                  <a:gd name="connsiteX18" fmla="*/ 12885 w 35210"/>
                  <a:gd name="connsiteY18" fmla="*/ 25593 h 29125"/>
                  <a:gd name="connsiteX19" fmla="*/ 17520 w 35210"/>
                  <a:gd name="connsiteY19" fmla="*/ 20957 h 29125"/>
                  <a:gd name="connsiteX20" fmla="*/ 31114 w 35210"/>
                  <a:gd name="connsiteY20" fmla="*/ 25479 h 29125"/>
                  <a:gd name="connsiteX21" fmla="*/ 32659 w 35210"/>
                  <a:gd name="connsiteY21" fmla="*/ 20858 h 29125"/>
                  <a:gd name="connsiteX22" fmla="*/ 20015 w 35210"/>
                  <a:gd name="connsiteY22" fmla="*/ 16606 h 29125"/>
                  <a:gd name="connsiteX23" fmla="*/ 21290 w 35210"/>
                  <a:gd name="connsiteY23" fmla="*/ 13771 h 2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5210" h="29125">
                    <a:moveTo>
                      <a:pt x="21886" y="11928"/>
                    </a:moveTo>
                    <a:lnTo>
                      <a:pt x="31454" y="15117"/>
                    </a:lnTo>
                    <a:lnTo>
                      <a:pt x="32957" y="10638"/>
                    </a:lnTo>
                    <a:lnTo>
                      <a:pt x="15309" y="4755"/>
                    </a:lnTo>
                    <a:cubicBezTo>
                      <a:pt x="15918" y="4018"/>
                      <a:pt x="16556" y="3224"/>
                      <a:pt x="17208" y="2346"/>
                    </a:cubicBezTo>
                    <a:lnTo>
                      <a:pt x="13140" y="-376"/>
                    </a:lnTo>
                    <a:cubicBezTo>
                      <a:pt x="10631" y="2908"/>
                      <a:pt x="7328" y="5507"/>
                      <a:pt x="3544" y="7179"/>
                    </a:cubicBezTo>
                    <a:lnTo>
                      <a:pt x="6066" y="11744"/>
                    </a:lnTo>
                    <a:cubicBezTo>
                      <a:pt x="8023" y="10921"/>
                      <a:pt x="9866" y="9819"/>
                      <a:pt x="11510" y="8469"/>
                    </a:cubicBezTo>
                    <a:lnTo>
                      <a:pt x="17180" y="10354"/>
                    </a:lnTo>
                    <a:lnTo>
                      <a:pt x="16570" y="12197"/>
                    </a:lnTo>
                    <a:cubicBezTo>
                      <a:pt x="16188" y="13168"/>
                      <a:pt x="15748" y="14115"/>
                      <a:pt x="15252" y="15032"/>
                    </a:cubicBezTo>
                    <a:lnTo>
                      <a:pt x="2409" y="10780"/>
                    </a:lnTo>
                    <a:lnTo>
                      <a:pt x="878" y="15401"/>
                    </a:lnTo>
                    <a:lnTo>
                      <a:pt x="12389" y="19242"/>
                    </a:lnTo>
                    <a:cubicBezTo>
                      <a:pt x="11736" y="19957"/>
                      <a:pt x="11028" y="20610"/>
                      <a:pt x="10262" y="21198"/>
                    </a:cubicBezTo>
                    <a:cubicBezTo>
                      <a:pt x="7626" y="22999"/>
                      <a:pt x="3473" y="23807"/>
                      <a:pt x="-2254" y="23693"/>
                    </a:cubicBezTo>
                    <a:lnTo>
                      <a:pt x="-950" y="28739"/>
                    </a:lnTo>
                    <a:cubicBezTo>
                      <a:pt x="4933" y="28867"/>
                      <a:pt x="9525" y="27818"/>
                      <a:pt x="12885" y="25593"/>
                    </a:cubicBezTo>
                    <a:cubicBezTo>
                      <a:pt x="14671" y="24306"/>
                      <a:pt x="16230" y="22741"/>
                      <a:pt x="17520" y="20957"/>
                    </a:cubicBezTo>
                    <a:lnTo>
                      <a:pt x="31114" y="25479"/>
                    </a:lnTo>
                    <a:lnTo>
                      <a:pt x="32659" y="20858"/>
                    </a:lnTo>
                    <a:lnTo>
                      <a:pt x="20015" y="16606"/>
                    </a:lnTo>
                    <a:cubicBezTo>
                      <a:pt x="20468" y="15698"/>
                      <a:pt x="20894" y="14749"/>
                      <a:pt x="21290" y="137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4BD7DF2E-175E-4119-A3BA-A61239F7E49A}"/>
                  </a:ext>
                </a:extLst>
              </p:cNvPr>
              <p:cNvSpPr/>
              <p:nvPr/>
            </p:nvSpPr>
            <p:spPr>
              <a:xfrm>
                <a:off x="2563302" y="-813998"/>
                <a:ext cx="26733" cy="34218"/>
              </a:xfrm>
              <a:custGeom>
                <a:avLst/>
                <a:gdLst>
                  <a:gd name="connsiteX0" fmla="*/ 24421 w 26733"/>
                  <a:gd name="connsiteY0" fmla="*/ -390 h 34218"/>
                  <a:gd name="connsiteX1" fmla="*/ -2313 w 26733"/>
                  <a:gd name="connsiteY1" fmla="*/ 35 h 34218"/>
                  <a:gd name="connsiteX2" fmla="*/ -2313 w 26733"/>
                  <a:gd name="connsiteY2" fmla="*/ 4911 h 34218"/>
                  <a:gd name="connsiteX3" fmla="*/ 17532 w 26733"/>
                  <a:gd name="connsiteY3" fmla="*/ 4585 h 34218"/>
                  <a:gd name="connsiteX4" fmla="*/ 9197 w 26733"/>
                  <a:gd name="connsiteY4" fmla="*/ 10539 h 34218"/>
                  <a:gd name="connsiteX5" fmla="*/ 9197 w 26733"/>
                  <a:gd name="connsiteY5" fmla="*/ 26812 h 34218"/>
                  <a:gd name="connsiteX6" fmla="*/ 7269 w 26733"/>
                  <a:gd name="connsiteY6" fmla="*/ 29331 h 34218"/>
                  <a:gd name="connsiteX7" fmla="*/ 6716 w 26733"/>
                  <a:gd name="connsiteY7" fmla="*/ 29335 h 34218"/>
                  <a:gd name="connsiteX8" fmla="*/ 1301 w 26733"/>
                  <a:gd name="connsiteY8" fmla="*/ 29264 h 34218"/>
                  <a:gd name="connsiteX9" fmla="*/ 2563 w 26733"/>
                  <a:gd name="connsiteY9" fmla="*/ 33828 h 34218"/>
                  <a:gd name="connsiteX10" fmla="*/ 8772 w 26733"/>
                  <a:gd name="connsiteY10" fmla="*/ 33729 h 34218"/>
                  <a:gd name="connsiteX11" fmla="*/ 14329 w 26733"/>
                  <a:gd name="connsiteY11" fmla="*/ 28272 h 34218"/>
                  <a:gd name="connsiteX12" fmla="*/ 14329 w 26733"/>
                  <a:gd name="connsiteY12" fmla="*/ 12906 h 34218"/>
                  <a:gd name="connsiteX13" fmla="*/ 24407 w 26733"/>
                  <a:gd name="connsiteY13" fmla="*/ 4486 h 3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733" h="34218">
                    <a:moveTo>
                      <a:pt x="24421" y="-390"/>
                    </a:moveTo>
                    <a:lnTo>
                      <a:pt x="-2313" y="35"/>
                    </a:lnTo>
                    <a:lnTo>
                      <a:pt x="-2313" y="4911"/>
                    </a:lnTo>
                    <a:lnTo>
                      <a:pt x="17532" y="4585"/>
                    </a:lnTo>
                    <a:cubicBezTo>
                      <a:pt x="14938" y="6811"/>
                      <a:pt x="12145" y="8802"/>
                      <a:pt x="9197" y="10539"/>
                    </a:cubicBezTo>
                    <a:lnTo>
                      <a:pt x="9197" y="26812"/>
                    </a:lnTo>
                    <a:cubicBezTo>
                      <a:pt x="9367" y="28038"/>
                      <a:pt x="8502" y="29165"/>
                      <a:pt x="7269" y="29331"/>
                    </a:cubicBezTo>
                    <a:cubicBezTo>
                      <a:pt x="7085" y="29355"/>
                      <a:pt x="6901" y="29356"/>
                      <a:pt x="6716" y="29335"/>
                    </a:cubicBezTo>
                    <a:cubicBezTo>
                      <a:pt x="4789" y="29335"/>
                      <a:pt x="3003" y="29335"/>
                      <a:pt x="1301" y="29264"/>
                    </a:cubicBezTo>
                    <a:lnTo>
                      <a:pt x="2563" y="33828"/>
                    </a:lnTo>
                    <a:lnTo>
                      <a:pt x="8772" y="33729"/>
                    </a:lnTo>
                    <a:cubicBezTo>
                      <a:pt x="12443" y="33729"/>
                      <a:pt x="14329" y="31844"/>
                      <a:pt x="14329" y="28272"/>
                    </a:cubicBezTo>
                    <a:lnTo>
                      <a:pt x="14329" y="12906"/>
                    </a:lnTo>
                    <a:cubicBezTo>
                      <a:pt x="17929" y="10400"/>
                      <a:pt x="21303" y="7582"/>
                      <a:pt x="24407" y="448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774AF669-A050-4FDF-8A9D-D54039664A84}"/>
                  </a:ext>
                </a:extLst>
              </p:cNvPr>
              <p:cNvSpPr/>
              <p:nvPr/>
            </p:nvSpPr>
            <p:spPr>
              <a:xfrm>
                <a:off x="2547227" y="-826472"/>
                <a:ext cx="44920" cy="46678"/>
              </a:xfrm>
              <a:custGeom>
                <a:avLst/>
                <a:gdLst>
                  <a:gd name="connsiteX0" fmla="*/ 27317 w 44920"/>
                  <a:gd name="connsiteY0" fmla="*/ 3583 h 46678"/>
                  <a:gd name="connsiteX1" fmla="*/ 26155 w 44920"/>
                  <a:gd name="connsiteY1" fmla="*/ -386 h 46678"/>
                  <a:gd name="connsiteX2" fmla="*/ 20839 w 44920"/>
                  <a:gd name="connsiteY2" fmla="*/ 592 h 46678"/>
                  <a:gd name="connsiteX3" fmla="*/ 22257 w 44920"/>
                  <a:gd name="connsiteY3" fmla="*/ 3653 h 46678"/>
                  <a:gd name="connsiteX4" fmla="*/ 5742 w 44920"/>
                  <a:gd name="connsiteY4" fmla="*/ 3923 h 46678"/>
                  <a:gd name="connsiteX5" fmla="*/ 5742 w 44920"/>
                  <a:gd name="connsiteY5" fmla="*/ 17347 h 46678"/>
                  <a:gd name="connsiteX6" fmla="*/ 2000 w 44920"/>
                  <a:gd name="connsiteY6" fmla="*/ 8842 h 46678"/>
                  <a:gd name="connsiteX7" fmla="*/ -2252 w 44920"/>
                  <a:gd name="connsiteY7" fmla="*/ 10656 h 46678"/>
                  <a:gd name="connsiteX8" fmla="*/ 2000 w 44920"/>
                  <a:gd name="connsiteY8" fmla="*/ 20182 h 46678"/>
                  <a:gd name="connsiteX9" fmla="*/ 5785 w 44920"/>
                  <a:gd name="connsiteY9" fmla="*/ 18424 h 46678"/>
                  <a:gd name="connsiteX10" fmla="*/ 5785 w 44920"/>
                  <a:gd name="connsiteY10" fmla="*/ 20819 h 46678"/>
                  <a:gd name="connsiteX11" fmla="*/ 5785 w 44920"/>
                  <a:gd name="connsiteY11" fmla="*/ 22308 h 46678"/>
                  <a:gd name="connsiteX12" fmla="*/ -2309 w 44920"/>
                  <a:gd name="connsiteY12" fmla="*/ 27609 h 46678"/>
                  <a:gd name="connsiteX13" fmla="*/ -764 w 44920"/>
                  <a:gd name="connsiteY13" fmla="*/ 32613 h 46678"/>
                  <a:gd name="connsiteX14" fmla="*/ 5346 w 44920"/>
                  <a:gd name="connsiteY14" fmla="*/ 28035 h 46678"/>
                  <a:gd name="connsiteX15" fmla="*/ 711 w 44920"/>
                  <a:gd name="connsiteY15" fmla="*/ 42833 h 46678"/>
                  <a:gd name="connsiteX16" fmla="*/ 4694 w 44920"/>
                  <a:gd name="connsiteY16" fmla="*/ 46292 h 46678"/>
                  <a:gd name="connsiteX17" fmla="*/ 11001 w 44920"/>
                  <a:gd name="connsiteY17" fmla="*/ 20777 h 46678"/>
                  <a:gd name="connsiteX18" fmla="*/ 11001 w 44920"/>
                  <a:gd name="connsiteY18" fmla="*/ 8941 h 46678"/>
                  <a:gd name="connsiteX19" fmla="*/ 42612 w 44920"/>
                  <a:gd name="connsiteY19" fmla="*/ 8430 h 46678"/>
                  <a:gd name="connsiteX20" fmla="*/ 42612 w 44920"/>
                  <a:gd name="connsiteY20" fmla="*/ 3356 h 46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920" h="46678">
                    <a:moveTo>
                      <a:pt x="27317" y="3583"/>
                    </a:moveTo>
                    <a:cubicBezTo>
                      <a:pt x="26906" y="2165"/>
                      <a:pt x="26566" y="748"/>
                      <a:pt x="26155" y="-386"/>
                    </a:cubicBezTo>
                    <a:lnTo>
                      <a:pt x="20839" y="592"/>
                    </a:lnTo>
                    <a:cubicBezTo>
                      <a:pt x="21378" y="1580"/>
                      <a:pt x="21860" y="2603"/>
                      <a:pt x="22257" y="3653"/>
                    </a:cubicBezTo>
                    <a:lnTo>
                      <a:pt x="5742" y="3923"/>
                    </a:lnTo>
                    <a:lnTo>
                      <a:pt x="5742" y="17347"/>
                    </a:lnTo>
                    <a:cubicBezTo>
                      <a:pt x="4722" y="14418"/>
                      <a:pt x="3460" y="11574"/>
                      <a:pt x="2000" y="8842"/>
                    </a:cubicBezTo>
                    <a:lnTo>
                      <a:pt x="-2252" y="10656"/>
                    </a:lnTo>
                    <a:cubicBezTo>
                      <a:pt x="-565" y="13706"/>
                      <a:pt x="852" y="16893"/>
                      <a:pt x="2000" y="20182"/>
                    </a:cubicBezTo>
                    <a:lnTo>
                      <a:pt x="5785" y="18424"/>
                    </a:lnTo>
                    <a:lnTo>
                      <a:pt x="5785" y="20819"/>
                    </a:lnTo>
                    <a:cubicBezTo>
                      <a:pt x="5785" y="21259"/>
                      <a:pt x="5785" y="21755"/>
                      <a:pt x="5785" y="22308"/>
                    </a:cubicBezTo>
                    <a:cubicBezTo>
                      <a:pt x="3233" y="24295"/>
                      <a:pt x="526" y="26068"/>
                      <a:pt x="-2309" y="27609"/>
                    </a:cubicBezTo>
                    <a:lnTo>
                      <a:pt x="-764" y="32613"/>
                    </a:lnTo>
                    <a:cubicBezTo>
                      <a:pt x="1363" y="31218"/>
                      <a:pt x="3404" y="29690"/>
                      <a:pt x="5346" y="28035"/>
                    </a:cubicBezTo>
                    <a:cubicBezTo>
                      <a:pt x="4892" y="33245"/>
                      <a:pt x="3319" y="38296"/>
                      <a:pt x="711" y="42833"/>
                    </a:cubicBezTo>
                    <a:lnTo>
                      <a:pt x="4694" y="46292"/>
                    </a:lnTo>
                    <a:cubicBezTo>
                      <a:pt x="8705" y="39871"/>
                      <a:pt x="10817" y="31323"/>
                      <a:pt x="11001" y="20777"/>
                    </a:cubicBezTo>
                    <a:lnTo>
                      <a:pt x="11001" y="8941"/>
                    </a:lnTo>
                    <a:lnTo>
                      <a:pt x="42612" y="8430"/>
                    </a:lnTo>
                    <a:lnTo>
                      <a:pt x="42612" y="33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E980D770-2B64-4814-9E79-BEDD5E5FAE06}"/>
                  </a:ext>
                </a:extLst>
              </p:cNvPr>
              <p:cNvSpPr/>
              <p:nvPr/>
            </p:nvSpPr>
            <p:spPr>
              <a:xfrm>
                <a:off x="2657721" y="-845693"/>
                <a:ext cx="33127" cy="49541"/>
              </a:xfrm>
              <a:custGeom>
                <a:avLst/>
                <a:gdLst>
                  <a:gd name="connsiteX0" fmla="*/ 28758 w 33127"/>
                  <a:gd name="connsiteY0" fmla="*/ 20121 h 49541"/>
                  <a:gd name="connsiteX1" fmla="*/ 27142 w 33127"/>
                  <a:gd name="connsiteY1" fmla="*/ 15373 h 49541"/>
                  <a:gd name="connsiteX2" fmla="*/ 22053 w 33127"/>
                  <a:gd name="connsiteY2" fmla="*/ 17102 h 49541"/>
                  <a:gd name="connsiteX3" fmla="*/ 18113 w 33127"/>
                  <a:gd name="connsiteY3" fmla="*/ 5521 h 49541"/>
                  <a:gd name="connsiteX4" fmla="*/ 21883 w 33127"/>
                  <a:gd name="connsiteY4" fmla="*/ 4231 h 49541"/>
                  <a:gd name="connsiteX5" fmla="*/ 20310 w 33127"/>
                  <a:gd name="connsiteY5" fmla="*/ -376 h 49541"/>
                  <a:gd name="connsiteX6" fmla="*/ -2370 w 33127"/>
                  <a:gd name="connsiteY6" fmla="*/ 7349 h 49541"/>
                  <a:gd name="connsiteX7" fmla="*/ -797 w 33127"/>
                  <a:gd name="connsiteY7" fmla="*/ 11971 h 49541"/>
                  <a:gd name="connsiteX8" fmla="*/ 2775 w 33127"/>
                  <a:gd name="connsiteY8" fmla="*/ 10751 h 49541"/>
                  <a:gd name="connsiteX9" fmla="*/ 6716 w 33127"/>
                  <a:gd name="connsiteY9" fmla="*/ 22332 h 49541"/>
                  <a:gd name="connsiteX10" fmla="*/ 2109 w 33127"/>
                  <a:gd name="connsiteY10" fmla="*/ 23892 h 49541"/>
                  <a:gd name="connsiteX11" fmla="*/ 3725 w 33127"/>
                  <a:gd name="connsiteY11" fmla="*/ 28655 h 49541"/>
                  <a:gd name="connsiteX12" fmla="*/ 8289 w 33127"/>
                  <a:gd name="connsiteY12" fmla="*/ 27095 h 49541"/>
                  <a:gd name="connsiteX13" fmla="*/ 7127 w 33127"/>
                  <a:gd name="connsiteY13" fmla="*/ 47139 h 49541"/>
                  <a:gd name="connsiteX14" fmla="*/ 11961 w 33127"/>
                  <a:gd name="connsiteY14" fmla="*/ 49166 h 49541"/>
                  <a:gd name="connsiteX15" fmla="*/ 13095 w 33127"/>
                  <a:gd name="connsiteY15" fmla="*/ 25465 h 49541"/>
                  <a:gd name="connsiteX16" fmla="*/ 18977 w 33127"/>
                  <a:gd name="connsiteY16" fmla="*/ 23466 h 49541"/>
                  <a:gd name="connsiteX17" fmla="*/ 25994 w 33127"/>
                  <a:gd name="connsiteY17" fmla="*/ 44134 h 49541"/>
                  <a:gd name="connsiteX18" fmla="*/ 30757 w 33127"/>
                  <a:gd name="connsiteY18" fmla="*/ 42518 h 49541"/>
                  <a:gd name="connsiteX19" fmla="*/ 23669 w 33127"/>
                  <a:gd name="connsiteY19" fmla="*/ 21851 h 49541"/>
                  <a:gd name="connsiteX20" fmla="*/ 11464 w 33127"/>
                  <a:gd name="connsiteY20" fmla="*/ 20702 h 49541"/>
                  <a:gd name="connsiteX21" fmla="*/ 7524 w 33127"/>
                  <a:gd name="connsiteY21" fmla="*/ 9121 h 49541"/>
                  <a:gd name="connsiteX22" fmla="*/ 13364 w 33127"/>
                  <a:gd name="connsiteY22" fmla="*/ 7137 h 49541"/>
                  <a:gd name="connsiteX23" fmla="*/ 17305 w 33127"/>
                  <a:gd name="connsiteY23" fmla="*/ 18718 h 49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127" h="49541">
                    <a:moveTo>
                      <a:pt x="28758" y="20121"/>
                    </a:moveTo>
                    <a:lnTo>
                      <a:pt x="27142" y="15373"/>
                    </a:lnTo>
                    <a:lnTo>
                      <a:pt x="22053" y="17102"/>
                    </a:lnTo>
                    <a:lnTo>
                      <a:pt x="18113" y="5521"/>
                    </a:lnTo>
                    <a:lnTo>
                      <a:pt x="21883" y="4231"/>
                    </a:lnTo>
                    <a:lnTo>
                      <a:pt x="20310" y="-376"/>
                    </a:lnTo>
                    <a:lnTo>
                      <a:pt x="-2370" y="7349"/>
                    </a:lnTo>
                    <a:lnTo>
                      <a:pt x="-797" y="11971"/>
                    </a:lnTo>
                    <a:lnTo>
                      <a:pt x="2775" y="10751"/>
                    </a:lnTo>
                    <a:lnTo>
                      <a:pt x="6716" y="22332"/>
                    </a:lnTo>
                    <a:lnTo>
                      <a:pt x="2109" y="23892"/>
                    </a:lnTo>
                    <a:lnTo>
                      <a:pt x="3725" y="28655"/>
                    </a:lnTo>
                    <a:lnTo>
                      <a:pt x="8289" y="27095"/>
                    </a:lnTo>
                    <a:cubicBezTo>
                      <a:pt x="10628" y="35232"/>
                      <a:pt x="10217" y="41880"/>
                      <a:pt x="7127" y="47139"/>
                    </a:cubicBezTo>
                    <a:lnTo>
                      <a:pt x="11961" y="49166"/>
                    </a:lnTo>
                    <a:cubicBezTo>
                      <a:pt x="15405" y="42957"/>
                      <a:pt x="15816" y="34991"/>
                      <a:pt x="13095" y="25465"/>
                    </a:cubicBezTo>
                    <a:lnTo>
                      <a:pt x="18977" y="23466"/>
                    </a:lnTo>
                    <a:lnTo>
                      <a:pt x="25994" y="44134"/>
                    </a:lnTo>
                    <a:lnTo>
                      <a:pt x="30757" y="42518"/>
                    </a:lnTo>
                    <a:lnTo>
                      <a:pt x="23669" y="21851"/>
                    </a:lnTo>
                    <a:close/>
                    <a:moveTo>
                      <a:pt x="11464" y="20702"/>
                    </a:moveTo>
                    <a:lnTo>
                      <a:pt x="7524" y="9121"/>
                    </a:lnTo>
                    <a:lnTo>
                      <a:pt x="13364" y="7137"/>
                    </a:lnTo>
                    <a:lnTo>
                      <a:pt x="17305" y="187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A9341853-F497-44DB-A931-D73E182BFC3D}"/>
                  </a:ext>
                </a:extLst>
              </p:cNvPr>
              <p:cNvSpPr/>
              <p:nvPr/>
            </p:nvSpPr>
            <p:spPr>
              <a:xfrm>
                <a:off x="2639365" y="-837217"/>
                <a:ext cx="27867" cy="44523"/>
              </a:xfrm>
              <a:custGeom>
                <a:avLst/>
                <a:gdLst>
                  <a:gd name="connsiteX0" fmla="*/ 25510 w 27867"/>
                  <a:gd name="connsiteY0" fmla="*/ 36575 h 44523"/>
                  <a:gd name="connsiteX1" fmla="*/ 17841 w 27867"/>
                  <a:gd name="connsiteY1" fmla="*/ 14037 h 44523"/>
                  <a:gd name="connsiteX2" fmla="*/ 9521 w 27867"/>
                  <a:gd name="connsiteY2" fmla="*/ 16872 h 44523"/>
                  <a:gd name="connsiteX3" fmla="*/ 8911 w 27867"/>
                  <a:gd name="connsiteY3" fmla="*/ 6736 h 44523"/>
                  <a:gd name="connsiteX4" fmla="*/ 15999 w 27867"/>
                  <a:gd name="connsiteY4" fmla="*/ 4327 h 44523"/>
                  <a:gd name="connsiteX5" fmla="*/ 14397 w 27867"/>
                  <a:gd name="connsiteY5" fmla="*/ -379 h 44523"/>
                  <a:gd name="connsiteX6" fmla="*/ -2358 w 27867"/>
                  <a:gd name="connsiteY6" fmla="*/ 5291 h 44523"/>
                  <a:gd name="connsiteX7" fmla="*/ -756 w 27867"/>
                  <a:gd name="connsiteY7" fmla="*/ 9997 h 44523"/>
                  <a:gd name="connsiteX8" fmla="*/ 4276 w 27867"/>
                  <a:gd name="connsiteY8" fmla="*/ 8282 h 44523"/>
                  <a:gd name="connsiteX9" fmla="*/ 3184 w 27867"/>
                  <a:gd name="connsiteY9" fmla="*/ 26993 h 44523"/>
                  <a:gd name="connsiteX10" fmla="*/ 7210 w 27867"/>
                  <a:gd name="connsiteY10" fmla="*/ 30338 h 44523"/>
                  <a:gd name="connsiteX11" fmla="*/ 8217 w 27867"/>
                  <a:gd name="connsiteY11" fmla="*/ 26695 h 44523"/>
                  <a:gd name="connsiteX12" fmla="*/ 14156 w 27867"/>
                  <a:gd name="connsiteY12" fmla="*/ 44144 h 44523"/>
                  <a:gd name="connsiteX13" fmla="*/ 18678 w 27867"/>
                  <a:gd name="connsiteY13" fmla="*/ 42613 h 44523"/>
                  <a:gd name="connsiteX14" fmla="*/ 17544 w 27867"/>
                  <a:gd name="connsiteY14" fmla="*/ 39268 h 44523"/>
                  <a:gd name="connsiteX15" fmla="*/ 11335 w 27867"/>
                  <a:gd name="connsiteY15" fmla="*/ 21082 h 44523"/>
                  <a:gd name="connsiteX16" fmla="*/ 14822 w 27867"/>
                  <a:gd name="connsiteY16" fmla="*/ 19905 h 44523"/>
                  <a:gd name="connsiteX17" fmla="*/ 19557 w 27867"/>
                  <a:gd name="connsiteY17" fmla="*/ 33839 h 44523"/>
                  <a:gd name="connsiteX18" fmla="*/ 16070 w 27867"/>
                  <a:gd name="connsiteY18" fmla="*/ 35016 h 4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7867" h="44523">
                    <a:moveTo>
                      <a:pt x="25510" y="36575"/>
                    </a:moveTo>
                    <a:lnTo>
                      <a:pt x="17841" y="14037"/>
                    </a:lnTo>
                    <a:lnTo>
                      <a:pt x="9521" y="16872"/>
                    </a:lnTo>
                    <a:cubicBezTo>
                      <a:pt x="9606" y="13482"/>
                      <a:pt x="9407" y="10092"/>
                      <a:pt x="8911" y="6736"/>
                    </a:cubicBezTo>
                    <a:lnTo>
                      <a:pt x="15999" y="4327"/>
                    </a:lnTo>
                    <a:lnTo>
                      <a:pt x="14397" y="-379"/>
                    </a:lnTo>
                    <a:lnTo>
                      <a:pt x="-2358" y="5291"/>
                    </a:lnTo>
                    <a:lnTo>
                      <a:pt x="-756" y="9997"/>
                    </a:lnTo>
                    <a:lnTo>
                      <a:pt x="4276" y="8282"/>
                    </a:lnTo>
                    <a:cubicBezTo>
                      <a:pt x="5197" y="14527"/>
                      <a:pt x="4829" y="20896"/>
                      <a:pt x="3184" y="26993"/>
                    </a:cubicBezTo>
                    <a:lnTo>
                      <a:pt x="7210" y="30338"/>
                    </a:lnTo>
                    <a:cubicBezTo>
                      <a:pt x="7550" y="29176"/>
                      <a:pt x="7919" y="27942"/>
                      <a:pt x="8217" y="26695"/>
                    </a:cubicBezTo>
                    <a:lnTo>
                      <a:pt x="14156" y="44144"/>
                    </a:lnTo>
                    <a:lnTo>
                      <a:pt x="18678" y="42613"/>
                    </a:lnTo>
                    <a:lnTo>
                      <a:pt x="17544" y="39268"/>
                    </a:lnTo>
                    <a:close/>
                    <a:moveTo>
                      <a:pt x="11335" y="21082"/>
                    </a:moveTo>
                    <a:lnTo>
                      <a:pt x="14822" y="19905"/>
                    </a:lnTo>
                    <a:lnTo>
                      <a:pt x="19557" y="33839"/>
                    </a:lnTo>
                    <a:lnTo>
                      <a:pt x="16070" y="3501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0D532865-5262-4AED-A0DF-85A4042994A7}"/>
                  </a:ext>
                </a:extLst>
              </p:cNvPr>
              <p:cNvSpPr/>
              <p:nvPr/>
            </p:nvSpPr>
            <p:spPr>
              <a:xfrm>
                <a:off x="2748924" y="-879661"/>
                <a:ext cx="17038" cy="6340"/>
              </a:xfrm>
              <a:custGeom>
                <a:avLst/>
                <a:gdLst>
                  <a:gd name="connsiteX0" fmla="*/ -2093 w 17038"/>
                  <a:gd name="connsiteY0" fmla="*/ 5997 h 6340"/>
                  <a:gd name="connsiteX1" fmla="*/ 14619 w 17038"/>
                  <a:gd name="connsiteY1" fmla="*/ 4835 h 6340"/>
                  <a:gd name="connsiteX2" fmla="*/ 14236 w 17038"/>
                  <a:gd name="connsiteY2" fmla="*/ -325 h 6340"/>
                  <a:gd name="connsiteX3" fmla="*/ -2419 w 17038"/>
                  <a:gd name="connsiteY3" fmla="*/ 1305 h 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38" h="6340">
                    <a:moveTo>
                      <a:pt x="-2093" y="5997"/>
                    </a:moveTo>
                    <a:cubicBezTo>
                      <a:pt x="3407" y="4879"/>
                      <a:pt x="9020" y="4489"/>
                      <a:pt x="14619" y="4835"/>
                    </a:cubicBezTo>
                    <a:lnTo>
                      <a:pt x="14236" y="-325"/>
                    </a:lnTo>
                    <a:cubicBezTo>
                      <a:pt x="8637" y="-454"/>
                      <a:pt x="3052" y="93"/>
                      <a:pt x="-2419" y="130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7C7F2219-D0E3-487E-8AB7-50E60C051051}"/>
                  </a:ext>
                </a:extLst>
              </p:cNvPr>
              <p:cNvSpPr/>
              <p:nvPr/>
            </p:nvSpPr>
            <p:spPr>
              <a:xfrm>
                <a:off x="2724500" y="-892244"/>
                <a:ext cx="39548" cy="33821"/>
              </a:xfrm>
              <a:custGeom>
                <a:avLst/>
                <a:gdLst>
                  <a:gd name="connsiteX0" fmla="*/ 4605 w 39548"/>
                  <a:gd name="connsiteY0" fmla="*/ 25540 h 33821"/>
                  <a:gd name="connsiteX1" fmla="*/ 29383 w 39548"/>
                  <a:gd name="connsiteY1" fmla="*/ 6531 h 33821"/>
                  <a:gd name="connsiteX2" fmla="*/ 33040 w 39548"/>
                  <a:gd name="connsiteY2" fmla="*/ 11308 h 33821"/>
                  <a:gd name="connsiteX3" fmla="*/ 37137 w 39548"/>
                  <a:gd name="connsiteY3" fmla="*/ 8161 h 33821"/>
                  <a:gd name="connsiteX4" fmla="*/ 30588 w 39548"/>
                  <a:gd name="connsiteY4" fmla="*/ -344 h 33821"/>
                  <a:gd name="connsiteX5" fmla="*/ 16229 w 39548"/>
                  <a:gd name="connsiteY5" fmla="*/ 10670 h 33821"/>
                  <a:gd name="connsiteX6" fmla="*/ 12245 w 39548"/>
                  <a:gd name="connsiteY6" fmla="*/ 8260 h 33821"/>
                  <a:gd name="connsiteX7" fmla="*/ 8220 w 39548"/>
                  <a:gd name="connsiteY7" fmla="*/ 12513 h 33821"/>
                  <a:gd name="connsiteX8" fmla="*/ 11764 w 39548"/>
                  <a:gd name="connsiteY8" fmla="*/ 14115 h 33821"/>
                  <a:gd name="connsiteX9" fmla="*/ -2411 w 39548"/>
                  <a:gd name="connsiteY9" fmla="*/ 24973 h 33821"/>
                  <a:gd name="connsiteX10" fmla="*/ 4123 w 39548"/>
                  <a:gd name="connsiteY10" fmla="*/ 33478 h 33821"/>
                  <a:gd name="connsiteX11" fmla="*/ 8220 w 39548"/>
                  <a:gd name="connsiteY11" fmla="*/ 30331 h 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548" h="33821">
                    <a:moveTo>
                      <a:pt x="4605" y="25540"/>
                    </a:moveTo>
                    <a:lnTo>
                      <a:pt x="29383" y="6531"/>
                    </a:lnTo>
                    <a:lnTo>
                      <a:pt x="33040" y="11308"/>
                    </a:lnTo>
                    <a:lnTo>
                      <a:pt x="37137" y="8161"/>
                    </a:lnTo>
                    <a:lnTo>
                      <a:pt x="30588" y="-344"/>
                    </a:lnTo>
                    <a:lnTo>
                      <a:pt x="16229" y="10670"/>
                    </a:lnTo>
                    <a:cubicBezTo>
                      <a:pt x="14939" y="9800"/>
                      <a:pt x="13606" y="8996"/>
                      <a:pt x="12245" y="8260"/>
                    </a:cubicBezTo>
                    <a:lnTo>
                      <a:pt x="8220" y="12513"/>
                    </a:lnTo>
                    <a:cubicBezTo>
                      <a:pt x="9396" y="12981"/>
                      <a:pt x="10559" y="13533"/>
                      <a:pt x="11764" y="14115"/>
                    </a:cubicBezTo>
                    <a:lnTo>
                      <a:pt x="-2411" y="24973"/>
                    </a:lnTo>
                    <a:lnTo>
                      <a:pt x="4123" y="33478"/>
                    </a:lnTo>
                    <a:lnTo>
                      <a:pt x="8220" y="3033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88AE0AC5-938C-45D0-B380-ECB59A40A9A1}"/>
                  </a:ext>
                </a:extLst>
              </p:cNvPr>
              <p:cNvSpPr/>
              <p:nvPr/>
            </p:nvSpPr>
            <p:spPr>
              <a:xfrm>
                <a:off x="2733841" y="-871478"/>
                <a:ext cx="10929" cy="17973"/>
              </a:xfrm>
              <a:custGeom>
                <a:avLst/>
                <a:gdLst>
                  <a:gd name="connsiteX0" fmla="*/ 8521 w 10929"/>
                  <a:gd name="connsiteY0" fmla="*/ 627 h 17973"/>
                  <a:gd name="connsiteX1" fmla="*/ 3829 w 10929"/>
                  <a:gd name="connsiteY1" fmla="*/ -351 h 17973"/>
                  <a:gd name="connsiteX2" fmla="*/ -2409 w 10929"/>
                  <a:gd name="connsiteY2" fmla="*/ 15241 h 17973"/>
                  <a:gd name="connsiteX3" fmla="*/ 2170 w 10929"/>
                  <a:gd name="connsiteY3" fmla="*/ 17622 h 17973"/>
                  <a:gd name="connsiteX4" fmla="*/ 8521 w 10929"/>
                  <a:gd name="connsiteY4" fmla="*/ 627 h 1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29" h="17973">
                    <a:moveTo>
                      <a:pt x="8521" y="627"/>
                    </a:moveTo>
                    <a:lnTo>
                      <a:pt x="3829" y="-351"/>
                    </a:lnTo>
                    <a:cubicBezTo>
                      <a:pt x="2808" y="5208"/>
                      <a:pt x="682" y="10508"/>
                      <a:pt x="-2409" y="15241"/>
                    </a:cubicBezTo>
                    <a:lnTo>
                      <a:pt x="2170" y="17622"/>
                    </a:lnTo>
                    <a:cubicBezTo>
                      <a:pt x="5246" y="12365"/>
                      <a:pt x="7401" y="6616"/>
                      <a:pt x="8521" y="62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E5DD5F4D-5604-4E40-9892-1722573294B9}"/>
                  </a:ext>
                </a:extLst>
              </p:cNvPr>
              <p:cNvSpPr/>
              <p:nvPr/>
            </p:nvSpPr>
            <p:spPr>
              <a:xfrm>
                <a:off x="2738406" y="-870925"/>
                <a:ext cx="43610" cy="36174"/>
              </a:xfrm>
              <a:custGeom>
                <a:avLst/>
                <a:gdLst>
                  <a:gd name="connsiteX0" fmla="*/ 36886 w 43610"/>
                  <a:gd name="connsiteY0" fmla="*/ 1372 h 36174"/>
                  <a:gd name="connsiteX1" fmla="*/ 32223 w 43610"/>
                  <a:gd name="connsiteY1" fmla="*/ 3130 h 36174"/>
                  <a:gd name="connsiteX2" fmla="*/ 35838 w 43610"/>
                  <a:gd name="connsiteY2" fmla="*/ 8247 h 36174"/>
                  <a:gd name="connsiteX3" fmla="*/ 35086 w 43610"/>
                  <a:gd name="connsiteY3" fmla="*/ 10147 h 36174"/>
                  <a:gd name="connsiteX4" fmla="*/ 32606 w 43610"/>
                  <a:gd name="connsiteY4" fmla="*/ 12046 h 36174"/>
                  <a:gd name="connsiteX5" fmla="*/ 31301 w 43610"/>
                  <a:gd name="connsiteY5" fmla="*/ 12056 h 36174"/>
                  <a:gd name="connsiteX6" fmla="*/ 31188 w 43610"/>
                  <a:gd name="connsiteY6" fmla="*/ 11918 h 36174"/>
                  <a:gd name="connsiteX7" fmla="*/ 21790 w 43610"/>
                  <a:gd name="connsiteY7" fmla="*/ -357 h 36174"/>
                  <a:gd name="connsiteX8" fmla="*/ 11641 w 43610"/>
                  <a:gd name="connsiteY8" fmla="*/ 7425 h 36174"/>
                  <a:gd name="connsiteX9" fmla="*/ 10932 w 43610"/>
                  <a:gd name="connsiteY9" fmla="*/ 6333 h 36174"/>
                  <a:gd name="connsiteX10" fmla="*/ 8210 w 43610"/>
                  <a:gd name="connsiteY10" fmla="*/ 2790 h 36174"/>
                  <a:gd name="connsiteX11" fmla="*/ 4071 w 43610"/>
                  <a:gd name="connsiteY11" fmla="*/ 5965 h 36174"/>
                  <a:gd name="connsiteX12" fmla="*/ 6793 w 43610"/>
                  <a:gd name="connsiteY12" fmla="*/ 9509 h 36174"/>
                  <a:gd name="connsiteX13" fmla="*/ 7502 w 43610"/>
                  <a:gd name="connsiteY13" fmla="*/ 10600 h 36174"/>
                  <a:gd name="connsiteX14" fmla="*/ -2421 w 43610"/>
                  <a:gd name="connsiteY14" fmla="*/ 18226 h 36174"/>
                  <a:gd name="connsiteX15" fmla="*/ 541 w 43610"/>
                  <a:gd name="connsiteY15" fmla="*/ 22096 h 36174"/>
                  <a:gd name="connsiteX16" fmla="*/ 9769 w 43610"/>
                  <a:gd name="connsiteY16" fmla="*/ 15009 h 36174"/>
                  <a:gd name="connsiteX17" fmla="*/ 10989 w 43610"/>
                  <a:gd name="connsiteY17" fmla="*/ 20849 h 36174"/>
                  <a:gd name="connsiteX18" fmla="*/ 5205 w 43610"/>
                  <a:gd name="connsiteY18" fmla="*/ 33989 h 36174"/>
                  <a:gd name="connsiteX19" fmla="*/ 10110 w 43610"/>
                  <a:gd name="connsiteY19" fmla="*/ 35817 h 36174"/>
                  <a:gd name="connsiteX20" fmla="*/ 16205 w 43610"/>
                  <a:gd name="connsiteY20" fmla="*/ 21047 h 36174"/>
                  <a:gd name="connsiteX21" fmla="*/ 14065 w 43610"/>
                  <a:gd name="connsiteY21" fmla="*/ 11720 h 36174"/>
                  <a:gd name="connsiteX22" fmla="*/ 20698 w 43610"/>
                  <a:gd name="connsiteY22" fmla="*/ 6631 h 36174"/>
                  <a:gd name="connsiteX23" fmla="*/ 27659 w 43610"/>
                  <a:gd name="connsiteY23" fmla="*/ 15703 h 36174"/>
                  <a:gd name="connsiteX24" fmla="*/ 35044 w 43610"/>
                  <a:gd name="connsiteY24" fmla="*/ 16369 h 36174"/>
                  <a:gd name="connsiteX25" fmla="*/ 38162 w 43610"/>
                  <a:gd name="connsiteY25" fmla="*/ 13974 h 36174"/>
                  <a:gd name="connsiteX26" fmla="*/ 40997 w 43610"/>
                  <a:gd name="connsiteY26" fmla="*/ 8403 h 36174"/>
                  <a:gd name="connsiteX27" fmla="*/ 36886 w 43610"/>
                  <a:gd name="connsiteY27" fmla="*/ 1372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610" h="36174">
                    <a:moveTo>
                      <a:pt x="36886" y="1372"/>
                    </a:moveTo>
                    <a:lnTo>
                      <a:pt x="32223" y="3130"/>
                    </a:lnTo>
                    <a:cubicBezTo>
                      <a:pt x="33555" y="4859"/>
                      <a:pt x="34746" y="6589"/>
                      <a:pt x="35838" y="8247"/>
                    </a:cubicBezTo>
                    <a:cubicBezTo>
                      <a:pt x="36107" y="8928"/>
                      <a:pt x="35838" y="9537"/>
                      <a:pt x="35086" y="10147"/>
                    </a:cubicBezTo>
                    <a:lnTo>
                      <a:pt x="32606" y="12046"/>
                    </a:lnTo>
                    <a:cubicBezTo>
                      <a:pt x="32251" y="12409"/>
                      <a:pt x="31670" y="12413"/>
                      <a:pt x="31301" y="12056"/>
                    </a:cubicBezTo>
                    <a:cubicBezTo>
                      <a:pt x="31259" y="12013"/>
                      <a:pt x="31216" y="11968"/>
                      <a:pt x="31188" y="11918"/>
                    </a:cubicBezTo>
                    <a:lnTo>
                      <a:pt x="21790" y="-357"/>
                    </a:lnTo>
                    <a:lnTo>
                      <a:pt x="11641" y="7425"/>
                    </a:lnTo>
                    <a:cubicBezTo>
                      <a:pt x="11400" y="7113"/>
                      <a:pt x="11201" y="6759"/>
                      <a:pt x="10932" y="6333"/>
                    </a:cubicBezTo>
                    <a:lnTo>
                      <a:pt x="8210" y="2790"/>
                    </a:lnTo>
                    <a:lnTo>
                      <a:pt x="4071" y="5965"/>
                    </a:lnTo>
                    <a:lnTo>
                      <a:pt x="6793" y="9509"/>
                    </a:lnTo>
                    <a:lnTo>
                      <a:pt x="7502" y="10600"/>
                    </a:lnTo>
                    <a:lnTo>
                      <a:pt x="-2421" y="18226"/>
                    </a:lnTo>
                    <a:lnTo>
                      <a:pt x="541" y="22096"/>
                    </a:lnTo>
                    <a:lnTo>
                      <a:pt x="9769" y="15009"/>
                    </a:lnTo>
                    <a:cubicBezTo>
                      <a:pt x="10478" y="16880"/>
                      <a:pt x="10889" y="18850"/>
                      <a:pt x="10989" y="20849"/>
                    </a:cubicBezTo>
                    <a:cubicBezTo>
                      <a:pt x="10904" y="24350"/>
                      <a:pt x="8947" y="28744"/>
                      <a:pt x="5205" y="33989"/>
                    </a:cubicBezTo>
                    <a:lnTo>
                      <a:pt x="10110" y="35817"/>
                    </a:lnTo>
                    <a:cubicBezTo>
                      <a:pt x="14008" y="30431"/>
                      <a:pt x="16077" y="25526"/>
                      <a:pt x="16205" y="21047"/>
                    </a:cubicBezTo>
                    <a:cubicBezTo>
                      <a:pt x="16177" y="17819"/>
                      <a:pt x="15454" y="14636"/>
                      <a:pt x="14065" y="11720"/>
                    </a:cubicBezTo>
                    <a:lnTo>
                      <a:pt x="20698" y="6631"/>
                    </a:lnTo>
                    <a:lnTo>
                      <a:pt x="27659" y="15703"/>
                    </a:lnTo>
                    <a:cubicBezTo>
                      <a:pt x="29671" y="18354"/>
                      <a:pt x="32124" y="18609"/>
                      <a:pt x="35044" y="16369"/>
                    </a:cubicBezTo>
                    <a:lnTo>
                      <a:pt x="38162" y="13974"/>
                    </a:lnTo>
                    <a:cubicBezTo>
                      <a:pt x="40685" y="12046"/>
                      <a:pt x="41635" y="10175"/>
                      <a:pt x="40997" y="8403"/>
                    </a:cubicBezTo>
                    <a:cubicBezTo>
                      <a:pt x="39792" y="5968"/>
                      <a:pt x="38417" y="3619"/>
                      <a:pt x="36886" y="137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7E718680-9038-404A-9DCB-5E7F08CA7100}"/>
                  </a:ext>
                </a:extLst>
              </p:cNvPr>
              <p:cNvSpPr/>
              <p:nvPr/>
            </p:nvSpPr>
            <p:spPr>
              <a:xfrm>
                <a:off x="2800847" y="-965075"/>
                <a:ext cx="24565" cy="28732"/>
              </a:xfrm>
              <a:custGeom>
                <a:avLst/>
                <a:gdLst>
                  <a:gd name="connsiteX0" fmla="*/ 6663 w 24565"/>
                  <a:gd name="connsiteY0" fmla="*/ 28433 h 28732"/>
                  <a:gd name="connsiteX1" fmla="*/ 8987 w 24565"/>
                  <a:gd name="connsiteY1" fmla="*/ 24960 h 28732"/>
                  <a:gd name="connsiteX2" fmla="*/ 11553 w 24565"/>
                  <a:gd name="connsiteY2" fmla="*/ 26675 h 28732"/>
                  <a:gd name="connsiteX3" fmla="*/ 22113 w 24565"/>
                  <a:gd name="connsiteY3" fmla="*/ 10899 h 28732"/>
                  <a:gd name="connsiteX4" fmla="*/ 19562 w 24565"/>
                  <a:gd name="connsiteY4" fmla="*/ 9183 h 28732"/>
                  <a:gd name="connsiteX5" fmla="*/ 21802 w 24565"/>
                  <a:gd name="connsiteY5" fmla="*/ 5838 h 28732"/>
                  <a:gd name="connsiteX6" fmla="*/ 12616 w 24565"/>
                  <a:gd name="connsiteY6" fmla="*/ -300 h 28732"/>
                  <a:gd name="connsiteX7" fmla="*/ 6365 w 24565"/>
                  <a:gd name="connsiteY7" fmla="*/ 9042 h 28732"/>
                  <a:gd name="connsiteX8" fmla="*/ 2112 w 24565"/>
                  <a:gd name="connsiteY8" fmla="*/ 7894 h 28732"/>
                  <a:gd name="connsiteX9" fmla="*/ -141 w 24565"/>
                  <a:gd name="connsiteY9" fmla="*/ 12855 h 28732"/>
                  <a:gd name="connsiteX10" fmla="*/ 3459 w 24565"/>
                  <a:gd name="connsiteY10" fmla="*/ 13464 h 28732"/>
                  <a:gd name="connsiteX11" fmla="*/ -2452 w 24565"/>
                  <a:gd name="connsiteY11" fmla="*/ 22310 h 28732"/>
                  <a:gd name="connsiteX12" fmla="*/ 13878 w 24565"/>
                  <a:gd name="connsiteY12" fmla="*/ 6589 h 28732"/>
                  <a:gd name="connsiteX13" fmla="*/ 17719 w 24565"/>
                  <a:gd name="connsiteY13" fmla="*/ 9155 h 28732"/>
                  <a:gd name="connsiteX14" fmla="*/ 8179 w 24565"/>
                  <a:gd name="connsiteY14" fmla="*/ 23401 h 28732"/>
                  <a:gd name="connsiteX15" fmla="*/ 4338 w 24565"/>
                  <a:gd name="connsiteY15" fmla="*/ 20835 h 2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565" h="28732">
                    <a:moveTo>
                      <a:pt x="6663" y="28433"/>
                    </a:moveTo>
                    <a:lnTo>
                      <a:pt x="8987" y="24960"/>
                    </a:lnTo>
                    <a:lnTo>
                      <a:pt x="11553" y="26675"/>
                    </a:lnTo>
                    <a:lnTo>
                      <a:pt x="22113" y="10899"/>
                    </a:lnTo>
                    <a:lnTo>
                      <a:pt x="19562" y="9183"/>
                    </a:lnTo>
                    <a:lnTo>
                      <a:pt x="21802" y="5838"/>
                    </a:lnTo>
                    <a:lnTo>
                      <a:pt x="12616" y="-300"/>
                    </a:lnTo>
                    <a:lnTo>
                      <a:pt x="6365" y="9042"/>
                    </a:lnTo>
                    <a:cubicBezTo>
                      <a:pt x="4763" y="8574"/>
                      <a:pt x="3360" y="8163"/>
                      <a:pt x="2112" y="7894"/>
                    </a:cubicBezTo>
                    <a:lnTo>
                      <a:pt x="-141" y="12855"/>
                    </a:lnTo>
                    <a:cubicBezTo>
                      <a:pt x="1078" y="12970"/>
                      <a:pt x="2283" y="13174"/>
                      <a:pt x="3459" y="13464"/>
                    </a:cubicBezTo>
                    <a:lnTo>
                      <a:pt x="-2452" y="22310"/>
                    </a:lnTo>
                    <a:close/>
                    <a:moveTo>
                      <a:pt x="13878" y="6589"/>
                    </a:moveTo>
                    <a:lnTo>
                      <a:pt x="17719" y="9155"/>
                    </a:lnTo>
                    <a:lnTo>
                      <a:pt x="8179" y="23401"/>
                    </a:lnTo>
                    <a:lnTo>
                      <a:pt x="4338" y="208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79D7EE8D-D0ED-4250-A1D3-1D9F45D5E458}"/>
                  </a:ext>
                </a:extLst>
              </p:cNvPr>
              <p:cNvSpPr/>
              <p:nvPr/>
            </p:nvSpPr>
            <p:spPr>
              <a:xfrm>
                <a:off x="2816156" y="-955195"/>
                <a:ext cx="32936" cy="35579"/>
              </a:xfrm>
              <a:custGeom>
                <a:avLst/>
                <a:gdLst>
                  <a:gd name="connsiteX0" fmla="*/ 24427 w 32936"/>
                  <a:gd name="connsiteY0" fmla="*/ 6567 h 35579"/>
                  <a:gd name="connsiteX1" fmla="*/ 20486 w 32936"/>
                  <a:gd name="connsiteY1" fmla="*/ 9615 h 35579"/>
                  <a:gd name="connsiteX2" fmla="*/ 25107 w 32936"/>
                  <a:gd name="connsiteY2" fmla="*/ 13428 h 35579"/>
                  <a:gd name="connsiteX3" fmla="*/ 25022 w 32936"/>
                  <a:gd name="connsiteY3" fmla="*/ 14449 h 35579"/>
                  <a:gd name="connsiteX4" fmla="*/ 24299 w 32936"/>
                  <a:gd name="connsiteY4" fmla="*/ 15512 h 35579"/>
                  <a:gd name="connsiteX5" fmla="*/ 22116 w 32936"/>
                  <a:gd name="connsiteY5" fmla="*/ 15313 h 35579"/>
                  <a:gd name="connsiteX6" fmla="*/ 12435 w 32936"/>
                  <a:gd name="connsiteY6" fmla="*/ 8850 h 35579"/>
                  <a:gd name="connsiteX7" fmla="*/ 16758 w 32936"/>
                  <a:gd name="connsiteY7" fmla="*/ 2400 h 35579"/>
                  <a:gd name="connsiteX8" fmla="*/ 12704 w 32936"/>
                  <a:gd name="connsiteY8" fmla="*/ -307 h 35579"/>
                  <a:gd name="connsiteX9" fmla="*/ -2463 w 32936"/>
                  <a:gd name="connsiteY9" fmla="*/ 22373 h 35579"/>
                  <a:gd name="connsiteX10" fmla="*/ 1591 w 32936"/>
                  <a:gd name="connsiteY10" fmla="*/ 25080 h 35579"/>
                  <a:gd name="connsiteX11" fmla="*/ 4964 w 32936"/>
                  <a:gd name="connsiteY11" fmla="*/ 20034 h 35579"/>
                  <a:gd name="connsiteX12" fmla="*/ 10946 w 32936"/>
                  <a:gd name="connsiteY12" fmla="*/ 26483 h 35579"/>
                  <a:gd name="connsiteX13" fmla="*/ 12179 w 32936"/>
                  <a:gd name="connsiteY13" fmla="*/ 35272 h 35579"/>
                  <a:gd name="connsiteX14" fmla="*/ 17637 w 32936"/>
                  <a:gd name="connsiteY14" fmla="*/ 34903 h 35579"/>
                  <a:gd name="connsiteX15" fmla="*/ 15567 w 32936"/>
                  <a:gd name="connsiteY15" fmla="*/ 23960 h 35579"/>
                  <a:gd name="connsiteX16" fmla="*/ 7785 w 32936"/>
                  <a:gd name="connsiteY16" fmla="*/ 15824 h 35579"/>
                  <a:gd name="connsiteX17" fmla="*/ 9585 w 32936"/>
                  <a:gd name="connsiteY17" fmla="*/ 13145 h 35579"/>
                  <a:gd name="connsiteX18" fmla="*/ 20302 w 32936"/>
                  <a:gd name="connsiteY18" fmla="*/ 20232 h 35579"/>
                  <a:gd name="connsiteX19" fmla="*/ 24129 w 32936"/>
                  <a:gd name="connsiteY19" fmla="*/ 21309 h 35579"/>
                  <a:gd name="connsiteX20" fmla="*/ 27191 w 32936"/>
                  <a:gd name="connsiteY20" fmla="*/ 19410 h 35579"/>
                  <a:gd name="connsiteX21" fmla="*/ 29430 w 32936"/>
                  <a:gd name="connsiteY21" fmla="*/ 16065 h 35579"/>
                  <a:gd name="connsiteX22" fmla="*/ 30437 w 32936"/>
                  <a:gd name="connsiteY22" fmla="*/ 12422 h 35579"/>
                  <a:gd name="connsiteX23" fmla="*/ 24427 w 32936"/>
                  <a:gd name="connsiteY23" fmla="*/ 6567 h 3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2936" h="35579">
                    <a:moveTo>
                      <a:pt x="24427" y="6567"/>
                    </a:moveTo>
                    <a:lnTo>
                      <a:pt x="20486" y="9615"/>
                    </a:lnTo>
                    <a:cubicBezTo>
                      <a:pt x="23406" y="11685"/>
                      <a:pt x="24937" y="12960"/>
                      <a:pt x="25107" y="13428"/>
                    </a:cubicBezTo>
                    <a:cubicBezTo>
                      <a:pt x="25235" y="13763"/>
                      <a:pt x="25206" y="14140"/>
                      <a:pt x="25022" y="14449"/>
                    </a:cubicBezTo>
                    <a:lnTo>
                      <a:pt x="24299" y="15512"/>
                    </a:lnTo>
                    <a:cubicBezTo>
                      <a:pt x="23916" y="16093"/>
                      <a:pt x="23179" y="16022"/>
                      <a:pt x="22116" y="15313"/>
                    </a:cubicBezTo>
                    <a:lnTo>
                      <a:pt x="12435" y="8850"/>
                    </a:lnTo>
                    <a:lnTo>
                      <a:pt x="16758" y="2400"/>
                    </a:lnTo>
                    <a:lnTo>
                      <a:pt x="12704" y="-307"/>
                    </a:lnTo>
                    <a:lnTo>
                      <a:pt x="-2463" y="22373"/>
                    </a:lnTo>
                    <a:lnTo>
                      <a:pt x="1591" y="25080"/>
                    </a:lnTo>
                    <a:lnTo>
                      <a:pt x="4964" y="20034"/>
                    </a:lnTo>
                    <a:cubicBezTo>
                      <a:pt x="7388" y="21745"/>
                      <a:pt x="9415" y="23942"/>
                      <a:pt x="10946" y="26483"/>
                    </a:cubicBezTo>
                    <a:cubicBezTo>
                      <a:pt x="12165" y="29242"/>
                      <a:pt x="12591" y="32285"/>
                      <a:pt x="12179" y="35272"/>
                    </a:cubicBezTo>
                    <a:lnTo>
                      <a:pt x="17637" y="34903"/>
                    </a:lnTo>
                    <a:cubicBezTo>
                      <a:pt x="17963" y="31134"/>
                      <a:pt x="17254" y="27349"/>
                      <a:pt x="15567" y="23960"/>
                    </a:cubicBezTo>
                    <a:cubicBezTo>
                      <a:pt x="13498" y="20785"/>
                      <a:pt x="10861" y="18025"/>
                      <a:pt x="7785" y="15824"/>
                    </a:cubicBezTo>
                    <a:lnTo>
                      <a:pt x="9585" y="13145"/>
                    </a:lnTo>
                    <a:lnTo>
                      <a:pt x="20302" y="20232"/>
                    </a:lnTo>
                    <a:cubicBezTo>
                      <a:pt x="21407" y="21033"/>
                      <a:pt x="22768" y="21416"/>
                      <a:pt x="24129" y="21309"/>
                    </a:cubicBezTo>
                    <a:cubicBezTo>
                      <a:pt x="25405" y="21244"/>
                      <a:pt x="26567" y="20527"/>
                      <a:pt x="27191" y="19410"/>
                    </a:cubicBezTo>
                    <a:lnTo>
                      <a:pt x="29430" y="16065"/>
                    </a:lnTo>
                    <a:cubicBezTo>
                      <a:pt x="30238" y="15031"/>
                      <a:pt x="30593" y="13722"/>
                      <a:pt x="30437" y="12422"/>
                    </a:cubicBezTo>
                    <a:cubicBezTo>
                      <a:pt x="30111" y="11500"/>
                      <a:pt x="28098" y="9502"/>
                      <a:pt x="24427" y="656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F0E91687-E8F5-4E81-888D-FB4C1CB17322}"/>
                  </a:ext>
                </a:extLst>
              </p:cNvPr>
              <p:cNvSpPr/>
              <p:nvPr/>
            </p:nvSpPr>
            <p:spPr>
              <a:xfrm>
                <a:off x="2789790" y="-943019"/>
                <a:ext cx="39817" cy="37407"/>
              </a:xfrm>
              <a:custGeom>
                <a:avLst/>
                <a:gdLst>
                  <a:gd name="connsiteX0" fmla="*/ 31584 w 39817"/>
                  <a:gd name="connsiteY0" fmla="*/ 27114 h 37407"/>
                  <a:gd name="connsiteX1" fmla="*/ 33895 w 39817"/>
                  <a:gd name="connsiteY1" fmla="*/ 20097 h 37407"/>
                  <a:gd name="connsiteX2" fmla="*/ 30337 w 39817"/>
                  <a:gd name="connsiteY2" fmla="*/ 16114 h 37407"/>
                  <a:gd name="connsiteX3" fmla="*/ 17948 w 39817"/>
                  <a:gd name="connsiteY3" fmla="*/ 13094 h 37407"/>
                  <a:gd name="connsiteX4" fmla="*/ 9443 w 39817"/>
                  <a:gd name="connsiteY4" fmla="*/ 1953 h 37407"/>
                  <a:gd name="connsiteX5" fmla="*/ 6055 w 39817"/>
                  <a:gd name="connsiteY5" fmla="*/ -315 h 37407"/>
                  <a:gd name="connsiteX6" fmla="*/ -2450 w 39817"/>
                  <a:gd name="connsiteY6" fmla="*/ 12371 h 37407"/>
                  <a:gd name="connsiteX7" fmla="*/ 34532 w 39817"/>
                  <a:gd name="connsiteY7" fmla="*/ 37093 h 37407"/>
                  <a:gd name="connsiteX8" fmla="*/ 37367 w 39817"/>
                  <a:gd name="connsiteY8" fmla="*/ 32840 h 37407"/>
                  <a:gd name="connsiteX9" fmla="*/ 26623 w 39817"/>
                  <a:gd name="connsiteY9" fmla="*/ 25653 h 37407"/>
                  <a:gd name="connsiteX10" fmla="*/ 4481 w 39817"/>
                  <a:gd name="connsiteY10" fmla="*/ 10869 h 37407"/>
                  <a:gd name="connsiteX11" fmla="*/ 7316 w 39817"/>
                  <a:gd name="connsiteY11" fmla="*/ 6616 h 37407"/>
                  <a:gd name="connsiteX12" fmla="*/ 15822 w 39817"/>
                  <a:gd name="connsiteY12" fmla="*/ 17701 h 37407"/>
                  <a:gd name="connsiteX13" fmla="*/ 27558 w 39817"/>
                  <a:gd name="connsiteY13" fmla="*/ 20281 h 37407"/>
                  <a:gd name="connsiteX14" fmla="*/ 28678 w 39817"/>
                  <a:gd name="connsiteY14" fmla="*/ 21571 h 37407"/>
                  <a:gd name="connsiteX15" fmla="*/ 28111 w 39817"/>
                  <a:gd name="connsiteY15" fmla="*/ 23400 h 37407"/>
                  <a:gd name="connsiteX16" fmla="*/ 26382 w 39817"/>
                  <a:gd name="connsiteY16" fmla="*/ 25526 h 3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817" h="37407">
                    <a:moveTo>
                      <a:pt x="31584" y="27114"/>
                    </a:moveTo>
                    <a:cubicBezTo>
                      <a:pt x="33427" y="24278"/>
                      <a:pt x="34192" y="21968"/>
                      <a:pt x="33895" y="20097"/>
                    </a:cubicBezTo>
                    <a:cubicBezTo>
                      <a:pt x="33200" y="18399"/>
                      <a:pt x="31953" y="16991"/>
                      <a:pt x="30337" y="16114"/>
                    </a:cubicBezTo>
                    <a:cubicBezTo>
                      <a:pt x="26481" y="14199"/>
                      <a:pt x="22257" y="13167"/>
                      <a:pt x="17948" y="13094"/>
                    </a:cubicBezTo>
                    <a:cubicBezTo>
                      <a:pt x="15028" y="9040"/>
                      <a:pt x="12178" y="5355"/>
                      <a:pt x="9443" y="1953"/>
                    </a:cubicBezTo>
                    <a:lnTo>
                      <a:pt x="6055" y="-315"/>
                    </a:lnTo>
                    <a:lnTo>
                      <a:pt x="-2450" y="12371"/>
                    </a:lnTo>
                    <a:lnTo>
                      <a:pt x="34532" y="37093"/>
                    </a:lnTo>
                    <a:lnTo>
                      <a:pt x="37367" y="32840"/>
                    </a:lnTo>
                    <a:lnTo>
                      <a:pt x="26623" y="25653"/>
                    </a:lnTo>
                    <a:close/>
                    <a:moveTo>
                      <a:pt x="4481" y="10869"/>
                    </a:moveTo>
                    <a:lnTo>
                      <a:pt x="7316" y="6616"/>
                    </a:lnTo>
                    <a:cubicBezTo>
                      <a:pt x="9981" y="9707"/>
                      <a:pt x="12816" y="13402"/>
                      <a:pt x="15822" y="17701"/>
                    </a:cubicBezTo>
                    <a:cubicBezTo>
                      <a:pt x="20868" y="17602"/>
                      <a:pt x="24794" y="18438"/>
                      <a:pt x="27558" y="20281"/>
                    </a:cubicBezTo>
                    <a:cubicBezTo>
                      <a:pt x="28083" y="20553"/>
                      <a:pt x="28480" y="21014"/>
                      <a:pt x="28678" y="21571"/>
                    </a:cubicBezTo>
                    <a:cubicBezTo>
                      <a:pt x="28664" y="22222"/>
                      <a:pt x="28466" y="22855"/>
                      <a:pt x="28111" y="23400"/>
                    </a:cubicBezTo>
                    <a:cubicBezTo>
                      <a:pt x="27573" y="24141"/>
                      <a:pt x="27005" y="24851"/>
                      <a:pt x="26382" y="2552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3CC6EEDE-63AC-44BB-95C0-9C2BF7EE7298}"/>
                  </a:ext>
                </a:extLst>
              </p:cNvPr>
              <p:cNvSpPr/>
              <p:nvPr/>
            </p:nvSpPr>
            <p:spPr>
              <a:xfrm rot="-782399">
                <a:off x="2257717" y="-1039362"/>
                <a:ext cx="38924" cy="8093"/>
              </a:xfrm>
              <a:custGeom>
                <a:avLst/>
                <a:gdLst>
                  <a:gd name="connsiteX0" fmla="*/ -2137 w 38924"/>
                  <a:gd name="connsiteY0" fmla="*/ -250 h 8093"/>
                  <a:gd name="connsiteX1" fmla="*/ 36788 w 38924"/>
                  <a:gd name="connsiteY1" fmla="*/ -250 h 8093"/>
                  <a:gd name="connsiteX2" fmla="*/ 36788 w 38924"/>
                  <a:gd name="connsiteY2" fmla="*/ 7844 h 8093"/>
                  <a:gd name="connsiteX3" fmla="*/ -2137 w 38924"/>
                  <a:gd name="connsiteY3" fmla="*/ 7844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137" y="-250"/>
                    </a:moveTo>
                    <a:lnTo>
                      <a:pt x="36788" y="-250"/>
                    </a:lnTo>
                    <a:lnTo>
                      <a:pt x="36788" y="7844"/>
                    </a:lnTo>
                    <a:lnTo>
                      <a:pt x="-2137" y="784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90A5FC6F-5E3E-421E-81B9-6D53A59362D0}"/>
                  </a:ext>
                </a:extLst>
              </p:cNvPr>
              <p:cNvSpPr/>
              <p:nvPr/>
            </p:nvSpPr>
            <p:spPr>
              <a:xfrm>
                <a:off x="2250019" y="-1090539"/>
                <a:ext cx="41887" cy="35380"/>
              </a:xfrm>
              <a:custGeom>
                <a:avLst/>
                <a:gdLst>
                  <a:gd name="connsiteX0" fmla="*/ -1481 w 41887"/>
                  <a:gd name="connsiteY0" fmla="*/ 9775 h 35380"/>
                  <a:gd name="connsiteX1" fmla="*/ 24969 w 41887"/>
                  <a:gd name="connsiteY1" fmla="*/ 7124 h 35380"/>
                  <a:gd name="connsiteX2" fmla="*/ 319 w 41887"/>
                  <a:gd name="connsiteY2" fmla="*/ 27720 h 35380"/>
                  <a:gd name="connsiteX3" fmla="*/ 1028 w 41887"/>
                  <a:gd name="connsiteY3" fmla="*/ 34808 h 35380"/>
                  <a:gd name="connsiteX4" fmla="*/ 39754 w 41887"/>
                  <a:gd name="connsiteY4" fmla="*/ 30938 h 35380"/>
                  <a:gd name="connsiteX5" fmla="*/ 39102 w 41887"/>
                  <a:gd name="connsiteY5" fmla="*/ 24474 h 35380"/>
                  <a:gd name="connsiteX6" fmla="*/ 12651 w 41887"/>
                  <a:gd name="connsiteY6" fmla="*/ 27125 h 35380"/>
                  <a:gd name="connsiteX7" fmla="*/ 37316 w 41887"/>
                  <a:gd name="connsiteY7" fmla="*/ 6642 h 35380"/>
                  <a:gd name="connsiteX8" fmla="*/ 36593 w 41887"/>
                  <a:gd name="connsiteY8" fmla="*/ -573 h 35380"/>
                  <a:gd name="connsiteX9" fmla="*/ -2133 w 41887"/>
                  <a:gd name="connsiteY9" fmla="*/ 3311 h 3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887" h="35380">
                    <a:moveTo>
                      <a:pt x="-1481" y="9775"/>
                    </a:moveTo>
                    <a:lnTo>
                      <a:pt x="24969" y="7124"/>
                    </a:lnTo>
                    <a:lnTo>
                      <a:pt x="319" y="27720"/>
                    </a:lnTo>
                    <a:lnTo>
                      <a:pt x="1028" y="34808"/>
                    </a:lnTo>
                    <a:lnTo>
                      <a:pt x="39754" y="30938"/>
                    </a:lnTo>
                    <a:lnTo>
                      <a:pt x="39102" y="24474"/>
                    </a:lnTo>
                    <a:lnTo>
                      <a:pt x="12651" y="27125"/>
                    </a:lnTo>
                    <a:lnTo>
                      <a:pt x="37316" y="6642"/>
                    </a:lnTo>
                    <a:lnTo>
                      <a:pt x="36593" y="-573"/>
                    </a:lnTo>
                    <a:lnTo>
                      <a:pt x="-2133" y="331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E0A38B93-9345-414E-A294-9A033A0AC649}"/>
                  </a:ext>
                </a:extLst>
              </p:cNvPr>
              <p:cNvSpPr/>
              <p:nvPr/>
            </p:nvSpPr>
            <p:spPr>
              <a:xfrm>
                <a:off x="2249414" y="-1130354"/>
                <a:ext cx="40809" cy="26476"/>
              </a:xfrm>
              <a:custGeom>
                <a:avLst/>
                <a:gdLst>
                  <a:gd name="connsiteX0" fmla="*/ 7942 w 40809"/>
                  <a:gd name="connsiteY0" fmla="*/ 24971 h 26476"/>
                  <a:gd name="connsiteX1" fmla="*/ 14335 w 40809"/>
                  <a:gd name="connsiteY1" fmla="*/ 23114 h 26476"/>
                  <a:gd name="connsiteX2" fmla="*/ 20316 w 40809"/>
                  <a:gd name="connsiteY2" fmla="*/ 16027 h 26476"/>
                  <a:gd name="connsiteX3" fmla="*/ 21890 w 40809"/>
                  <a:gd name="connsiteY3" fmla="*/ 13489 h 26476"/>
                  <a:gd name="connsiteX4" fmla="*/ 25164 w 40809"/>
                  <a:gd name="connsiteY4" fmla="*/ 9350 h 26476"/>
                  <a:gd name="connsiteX5" fmla="*/ 28410 w 40809"/>
                  <a:gd name="connsiteY5" fmla="*/ 8372 h 26476"/>
                  <a:gd name="connsiteX6" fmla="*/ 32110 w 40809"/>
                  <a:gd name="connsiteY6" fmla="*/ 10357 h 26476"/>
                  <a:gd name="connsiteX7" fmla="*/ 33273 w 40809"/>
                  <a:gd name="connsiteY7" fmla="*/ 15346 h 26476"/>
                  <a:gd name="connsiteX8" fmla="*/ 30140 w 40809"/>
                  <a:gd name="connsiteY8" fmla="*/ 25963 h 26476"/>
                  <a:gd name="connsiteX9" fmla="*/ 36816 w 40809"/>
                  <a:gd name="connsiteY9" fmla="*/ 26275 h 26476"/>
                  <a:gd name="connsiteX10" fmla="*/ 38645 w 40809"/>
                  <a:gd name="connsiteY10" fmla="*/ 15460 h 26476"/>
                  <a:gd name="connsiteX11" fmla="*/ 36093 w 40809"/>
                  <a:gd name="connsiteY11" fmla="*/ 4233 h 26476"/>
                  <a:gd name="connsiteX12" fmla="*/ 21224 w 40809"/>
                  <a:gd name="connsiteY12" fmla="*/ 1639 h 26476"/>
                  <a:gd name="connsiteX13" fmla="*/ 15058 w 40809"/>
                  <a:gd name="connsiteY13" fmla="*/ 9123 h 26476"/>
                  <a:gd name="connsiteX14" fmla="*/ 13371 w 40809"/>
                  <a:gd name="connsiteY14" fmla="*/ 11831 h 26476"/>
                  <a:gd name="connsiteX15" fmla="*/ 10210 w 40809"/>
                  <a:gd name="connsiteY15" fmla="*/ 15941 h 26476"/>
                  <a:gd name="connsiteX16" fmla="*/ 7375 w 40809"/>
                  <a:gd name="connsiteY16" fmla="*/ 16948 h 26476"/>
                  <a:gd name="connsiteX17" fmla="*/ 4313 w 40809"/>
                  <a:gd name="connsiteY17" fmla="*/ 15176 h 26476"/>
                  <a:gd name="connsiteX18" fmla="*/ 3321 w 40809"/>
                  <a:gd name="connsiteY18" fmla="*/ 10824 h 26476"/>
                  <a:gd name="connsiteX19" fmla="*/ 5986 w 40809"/>
                  <a:gd name="connsiteY19" fmla="*/ 1497 h 26476"/>
                  <a:gd name="connsiteX20" fmla="*/ -237 w 40809"/>
                  <a:gd name="connsiteY20" fmla="*/ 1214 h 26476"/>
                  <a:gd name="connsiteX21" fmla="*/ -2066 w 40809"/>
                  <a:gd name="connsiteY21" fmla="*/ 11632 h 26476"/>
                  <a:gd name="connsiteX22" fmla="*/ 415 w 40809"/>
                  <a:gd name="connsiteY22" fmla="*/ 21101 h 26476"/>
                  <a:gd name="connsiteX23" fmla="*/ 7942 w 40809"/>
                  <a:gd name="connsiteY23" fmla="*/ 24971 h 2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809" h="26476">
                    <a:moveTo>
                      <a:pt x="7942" y="24971"/>
                    </a:moveTo>
                    <a:cubicBezTo>
                      <a:pt x="10224" y="25124"/>
                      <a:pt x="12492" y="24466"/>
                      <a:pt x="14335" y="23114"/>
                    </a:cubicBezTo>
                    <a:cubicBezTo>
                      <a:pt x="16744" y="21134"/>
                      <a:pt x="18771" y="18733"/>
                      <a:pt x="20316" y="16027"/>
                    </a:cubicBezTo>
                    <a:lnTo>
                      <a:pt x="21890" y="13489"/>
                    </a:lnTo>
                    <a:cubicBezTo>
                      <a:pt x="22769" y="11951"/>
                      <a:pt x="23874" y="10556"/>
                      <a:pt x="25164" y="9350"/>
                    </a:cubicBezTo>
                    <a:cubicBezTo>
                      <a:pt x="26086" y="8634"/>
                      <a:pt x="27248" y="8286"/>
                      <a:pt x="28410" y="8372"/>
                    </a:cubicBezTo>
                    <a:cubicBezTo>
                      <a:pt x="29899" y="8389"/>
                      <a:pt x="31274" y="9130"/>
                      <a:pt x="32110" y="10357"/>
                    </a:cubicBezTo>
                    <a:cubicBezTo>
                      <a:pt x="33046" y="11841"/>
                      <a:pt x="33457" y="13600"/>
                      <a:pt x="33273" y="15346"/>
                    </a:cubicBezTo>
                    <a:cubicBezTo>
                      <a:pt x="32932" y="19056"/>
                      <a:pt x="31869" y="22662"/>
                      <a:pt x="30140" y="25963"/>
                    </a:cubicBezTo>
                    <a:lnTo>
                      <a:pt x="36816" y="26275"/>
                    </a:lnTo>
                    <a:cubicBezTo>
                      <a:pt x="37794" y="22743"/>
                      <a:pt x="38404" y="19118"/>
                      <a:pt x="38645" y="15460"/>
                    </a:cubicBezTo>
                    <a:cubicBezTo>
                      <a:pt x="38857" y="10735"/>
                      <a:pt x="38007" y="6993"/>
                      <a:pt x="36093" y="4233"/>
                    </a:cubicBezTo>
                    <a:cubicBezTo>
                      <a:pt x="32620" y="-459"/>
                      <a:pt x="26086" y="-1600"/>
                      <a:pt x="21224" y="1639"/>
                    </a:cubicBezTo>
                    <a:cubicBezTo>
                      <a:pt x="18743" y="3745"/>
                      <a:pt x="16645" y="6280"/>
                      <a:pt x="15058" y="9123"/>
                    </a:cubicBezTo>
                    <a:lnTo>
                      <a:pt x="13371" y="11831"/>
                    </a:lnTo>
                    <a:cubicBezTo>
                      <a:pt x="12520" y="13342"/>
                      <a:pt x="11457" y="14725"/>
                      <a:pt x="10210" y="15941"/>
                    </a:cubicBezTo>
                    <a:cubicBezTo>
                      <a:pt x="9430" y="16633"/>
                      <a:pt x="8410" y="16995"/>
                      <a:pt x="7375" y="16948"/>
                    </a:cubicBezTo>
                    <a:cubicBezTo>
                      <a:pt x="6127" y="16910"/>
                      <a:pt x="4965" y="16243"/>
                      <a:pt x="4313" y="15176"/>
                    </a:cubicBezTo>
                    <a:cubicBezTo>
                      <a:pt x="3519" y="13872"/>
                      <a:pt x="3164" y="12344"/>
                      <a:pt x="3321" y="10824"/>
                    </a:cubicBezTo>
                    <a:cubicBezTo>
                      <a:pt x="3675" y="7587"/>
                      <a:pt x="4582" y="4433"/>
                      <a:pt x="5986" y="1497"/>
                    </a:cubicBezTo>
                    <a:lnTo>
                      <a:pt x="-237" y="1214"/>
                    </a:lnTo>
                    <a:cubicBezTo>
                      <a:pt x="-1244" y="4607"/>
                      <a:pt x="-1853" y="8101"/>
                      <a:pt x="-2066" y="11632"/>
                    </a:cubicBezTo>
                    <a:cubicBezTo>
                      <a:pt x="-2392" y="14983"/>
                      <a:pt x="-1513" y="18340"/>
                      <a:pt x="415" y="21101"/>
                    </a:cubicBezTo>
                    <a:cubicBezTo>
                      <a:pt x="2172" y="23501"/>
                      <a:pt x="4965" y="24934"/>
                      <a:pt x="7942" y="249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AFEC99E3-0B71-4E59-A80A-D09C92F61077}"/>
                  </a:ext>
                </a:extLst>
              </p:cNvPr>
              <p:cNvSpPr/>
              <p:nvPr/>
            </p:nvSpPr>
            <p:spPr>
              <a:xfrm>
                <a:off x="2252287" y="-1181074"/>
                <a:ext cx="42369" cy="36358"/>
              </a:xfrm>
              <a:custGeom>
                <a:avLst/>
                <a:gdLst>
                  <a:gd name="connsiteX0" fmla="*/ 7235 w 42369"/>
                  <a:gd name="connsiteY0" fmla="*/ 14165 h 36358"/>
                  <a:gd name="connsiteX1" fmla="*/ 9843 w 42369"/>
                  <a:gd name="connsiteY1" fmla="*/ 472 h 36358"/>
                  <a:gd name="connsiteX2" fmla="*/ 4598 w 42369"/>
                  <a:gd name="connsiteY2" fmla="*/ -520 h 36358"/>
                  <a:gd name="connsiteX3" fmla="*/ -2135 w 42369"/>
                  <a:gd name="connsiteY3" fmla="*/ 34847 h 36358"/>
                  <a:gd name="connsiteX4" fmla="*/ 3110 w 42369"/>
                  <a:gd name="connsiteY4" fmla="*/ 35839 h 36358"/>
                  <a:gd name="connsiteX5" fmla="*/ 5718 w 42369"/>
                  <a:gd name="connsiteY5" fmla="*/ 22146 h 36358"/>
                  <a:gd name="connsiteX6" fmla="*/ 38704 w 42369"/>
                  <a:gd name="connsiteY6" fmla="*/ 28440 h 36358"/>
                  <a:gd name="connsiteX7" fmla="*/ 40235 w 42369"/>
                  <a:gd name="connsiteY7" fmla="*/ 20459 h 36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369" h="36358">
                    <a:moveTo>
                      <a:pt x="7235" y="14165"/>
                    </a:moveTo>
                    <a:lnTo>
                      <a:pt x="9843" y="472"/>
                    </a:lnTo>
                    <a:lnTo>
                      <a:pt x="4598" y="-520"/>
                    </a:lnTo>
                    <a:lnTo>
                      <a:pt x="-2135" y="34847"/>
                    </a:lnTo>
                    <a:lnTo>
                      <a:pt x="3110" y="35839"/>
                    </a:lnTo>
                    <a:lnTo>
                      <a:pt x="5718" y="22146"/>
                    </a:lnTo>
                    <a:lnTo>
                      <a:pt x="38704" y="28440"/>
                    </a:lnTo>
                    <a:lnTo>
                      <a:pt x="40235" y="2045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006C068B-B492-49B0-B8E8-8E58DFB145F1}"/>
                  </a:ext>
                </a:extLst>
              </p:cNvPr>
              <p:cNvSpPr/>
              <p:nvPr/>
            </p:nvSpPr>
            <p:spPr>
              <a:xfrm rot="-4336199">
                <a:off x="2279554" y="-1214235"/>
                <a:ext cx="8093" cy="38924"/>
              </a:xfrm>
              <a:custGeom>
                <a:avLst/>
                <a:gdLst>
                  <a:gd name="connsiteX0" fmla="*/ -2141 w 8093"/>
                  <a:gd name="connsiteY0" fmla="*/ -156 h 38924"/>
                  <a:gd name="connsiteX1" fmla="*/ 5953 w 8093"/>
                  <a:gd name="connsiteY1" fmla="*/ -156 h 38924"/>
                  <a:gd name="connsiteX2" fmla="*/ 5953 w 8093"/>
                  <a:gd name="connsiteY2" fmla="*/ 38768 h 38924"/>
                  <a:gd name="connsiteX3" fmla="*/ -2141 w 8093"/>
                  <a:gd name="connsiteY3" fmla="*/ 38768 h 38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93" h="38924">
                    <a:moveTo>
                      <a:pt x="-2141" y="-156"/>
                    </a:moveTo>
                    <a:lnTo>
                      <a:pt x="5953" y="-156"/>
                    </a:lnTo>
                    <a:lnTo>
                      <a:pt x="5953" y="38768"/>
                    </a:lnTo>
                    <a:lnTo>
                      <a:pt x="-2141" y="387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D360C9BC-CD1C-4B7A-89BF-346F9673BBC4}"/>
                  </a:ext>
                </a:extLst>
              </p:cNvPr>
              <p:cNvSpPr/>
              <p:nvPr/>
            </p:nvSpPr>
            <p:spPr>
              <a:xfrm>
                <a:off x="2271523" y="-1252885"/>
                <a:ext cx="44580" cy="36288"/>
              </a:xfrm>
              <a:custGeom>
                <a:avLst/>
                <a:gdLst>
                  <a:gd name="connsiteX0" fmla="*/ 11915 w 44580"/>
                  <a:gd name="connsiteY0" fmla="*/ 14406 h 36288"/>
                  <a:gd name="connsiteX1" fmla="*/ 17727 w 44580"/>
                  <a:gd name="connsiteY1" fmla="*/ 1748 h 36288"/>
                  <a:gd name="connsiteX2" fmla="*/ 12879 w 44580"/>
                  <a:gd name="connsiteY2" fmla="*/ -478 h 36288"/>
                  <a:gd name="connsiteX3" fmla="*/ -2147 w 44580"/>
                  <a:gd name="connsiteY3" fmla="*/ 32238 h 36288"/>
                  <a:gd name="connsiteX4" fmla="*/ 2701 w 44580"/>
                  <a:gd name="connsiteY4" fmla="*/ 34464 h 36288"/>
                  <a:gd name="connsiteX5" fmla="*/ 8527 w 44580"/>
                  <a:gd name="connsiteY5" fmla="*/ 21791 h 36288"/>
                  <a:gd name="connsiteX6" fmla="*/ 39046 w 44580"/>
                  <a:gd name="connsiteY6" fmla="*/ 35810 h 36288"/>
                  <a:gd name="connsiteX7" fmla="*/ 42434 w 44580"/>
                  <a:gd name="connsiteY7" fmla="*/ 28425 h 3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580" h="36288">
                    <a:moveTo>
                      <a:pt x="11915" y="14406"/>
                    </a:moveTo>
                    <a:lnTo>
                      <a:pt x="17727" y="1748"/>
                    </a:lnTo>
                    <a:lnTo>
                      <a:pt x="12879" y="-478"/>
                    </a:lnTo>
                    <a:lnTo>
                      <a:pt x="-2147" y="32238"/>
                    </a:lnTo>
                    <a:lnTo>
                      <a:pt x="2701" y="34464"/>
                    </a:lnTo>
                    <a:lnTo>
                      <a:pt x="8527" y="21791"/>
                    </a:lnTo>
                    <a:lnTo>
                      <a:pt x="39046" y="35810"/>
                    </a:lnTo>
                    <a:lnTo>
                      <a:pt x="42434" y="2842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070470F5-6B2F-4795-B45E-836C642C316F}"/>
                  </a:ext>
                </a:extLst>
              </p:cNvPr>
              <p:cNvSpPr/>
              <p:nvPr/>
            </p:nvSpPr>
            <p:spPr>
              <a:xfrm>
                <a:off x="2295011" y="-1292986"/>
                <a:ext cx="45054" cy="42446"/>
              </a:xfrm>
              <a:custGeom>
                <a:avLst/>
                <a:gdLst>
                  <a:gd name="connsiteX0" fmla="*/ 24928 w 45054"/>
                  <a:gd name="connsiteY0" fmla="*/ 42102 h 42446"/>
                  <a:gd name="connsiteX1" fmla="*/ 31250 w 45054"/>
                  <a:gd name="connsiteY1" fmla="*/ 41592 h 42446"/>
                  <a:gd name="connsiteX2" fmla="*/ 39755 w 45054"/>
                  <a:gd name="connsiteY2" fmla="*/ 34306 h 42446"/>
                  <a:gd name="connsiteX3" fmla="*/ 42888 w 45054"/>
                  <a:gd name="connsiteY3" fmla="*/ 24384 h 42446"/>
                  <a:gd name="connsiteX4" fmla="*/ 40875 w 45054"/>
                  <a:gd name="connsiteY4" fmla="*/ 18543 h 42446"/>
                  <a:gd name="connsiteX5" fmla="*/ 34609 w 45054"/>
                  <a:gd name="connsiteY5" fmla="*/ 13143 h 42446"/>
                  <a:gd name="connsiteX6" fmla="*/ 14764 w 45054"/>
                  <a:gd name="connsiteY6" fmla="*/ -111 h 42446"/>
                  <a:gd name="connsiteX7" fmla="*/ 10852 w 45054"/>
                  <a:gd name="connsiteY7" fmla="*/ 5758 h 42446"/>
                  <a:gd name="connsiteX8" fmla="*/ 31193 w 45054"/>
                  <a:gd name="connsiteY8" fmla="*/ 19295 h 42446"/>
                  <a:gd name="connsiteX9" fmla="*/ 36622 w 45054"/>
                  <a:gd name="connsiteY9" fmla="*/ 25050 h 42446"/>
                  <a:gd name="connsiteX10" fmla="*/ 35432 w 45054"/>
                  <a:gd name="connsiteY10" fmla="*/ 31159 h 42446"/>
                  <a:gd name="connsiteX11" fmla="*/ 30002 w 45054"/>
                  <a:gd name="connsiteY11" fmla="*/ 34774 h 42446"/>
                  <a:gd name="connsiteX12" fmla="*/ 22178 w 45054"/>
                  <a:gd name="connsiteY12" fmla="*/ 31811 h 42446"/>
                  <a:gd name="connsiteX13" fmla="*/ 2333 w 45054"/>
                  <a:gd name="connsiteY13" fmla="*/ 18586 h 42446"/>
                  <a:gd name="connsiteX14" fmla="*/ -2161 w 45054"/>
                  <a:gd name="connsiteY14" fmla="*/ 25333 h 42446"/>
                  <a:gd name="connsiteX15" fmla="*/ 17684 w 45054"/>
                  <a:gd name="connsiteY15" fmla="*/ 38530 h 42446"/>
                  <a:gd name="connsiteX16" fmla="*/ 24928 w 45054"/>
                  <a:gd name="connsiteY16" fmla="*/ 42102 h 4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054" h="42446">
                    <a:moveTo>
                      <a:pt x="24928" y="42102"/>
                    </a:moveTo>
                    <a:cubicBezTo>
                      <a:pt x="27040" y="42538"/>
                      <a:pt x="29237" y="42360"/>
                      <a:pt x="31250" y="41592"/>
                    </a:cubicBezTo>
                    <a:cubicBezTo>
                      <a:pt x="34808" y="40159"/>
                      <a:pt x="37799" y="37600"/>
                      <a:pt x="39755" y="34306"/>
                    </a:cubicBezTo>
                    <a:cubicBezTo>
                      <a:pt x="41881" y="31446"/>
                      <a:pt x="42987" y="27949"/>
                      <a:pt x="42888" y="24384"/>
                    </a:cubicBezTo>
                    <a:cubicBezTo>
                      <a:pt x="42803" y="22281"/>
                      <a:pt x="42108" y="20250"/>
                      <a:pt x="40875" y="18543"/>
                    </a:cubicBezTo>
                    <a:cubicBezTo>
                      <a:pt x="39089" y="16413"/>
                      <a:pt x="36976" y="14589"/>
                      <a:pt x="34609" y="13143"/>
                    </a:cubicBezTo>
                    <a:lnTo>
                      <a:pt x="14764" y="-111"/>
                    </a:lnTo>
                    <a:lnTo>
                      <a:pt x="10852" y="5758"/>
                    </a:lnTo>
                    <a:lnTo>
                      <a:pt x="31193" y="19295"/>
                    </a:lnTo>
                    <a:cubicBezTo>
                      <a:pt x="34141" y="21261"/>
                      <a:pt x="35956" y="23179"/>
                      <a:pt x="36622" y="25050"/>
                    </a:cubicBezTo>
                    <a:cubicBezTo>
                      <a:pt x="37260" y="27158"/>
                      <a:pt x="36821" y="29447"/>
                      <a:pt x="35432" y="31159"/>
                    </a:cubicBezTo>
                    <a:cubicBezTo>
                      <a:pt x="34340" y="33191"/>
                      <a:pt x="32299" y="34544"/>
                      <a:pt x="30002" y="34774"/>
                    </a:cubicBezTo>
                    <a:cubicBezTo>
                      <a:pt x="27919" y="34887"/>
                      <a:pt x="25310" y="33899"/>
                      <a:pt x="22178" y="31811"/>
                    </a:cubicBezTo>
                    <a:lnTo>
                      <a:pt x="2333" y="18586"/>
                    </a:lnTo>
                    <a:lnTo>
                      <a:pt x="-2161" y="25333"/>
                    </a:lnTo>
                    <a:lnTo>
                      <a:pt x="17684" y="38530"/>
                    </a:lnTo>
                    <a:cubicBezTo>
                      <a:pt x="19867" y="40145"/>
                      <a:pt x="22320" y="41354"/>
                      <a:pt x="24928" y="4210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7A5B5B8A-D486-4538-88E3-A304B63EE96C}"/>
                  </a:ext>
                </a:extLst>
              </p:cNvPr>
              <p:cNvSpPr/>
              <p:nvPr/>
            </p:nvSpPr>
            <p:spPr>
              <a:xfrm>
                <a:off x="2322113" y="-1332832"/>
                <a:ext cx="43602" cy="42595"/>
              </a:xfrm>
              <a:custGeom>
                <a:avLst/>
                <a:gdLst>
                  <a:gd name="connsiteX0" fmla="*/ 16691 w 43602"/>
                  <a:gd name="connsiteY0" fmla="*/ 13445 h 42595"/>
                  <a:gd name="connsiteX1" fmla="*/ 26131 w 43602"/>
                  <a:gd name="connsiteY1" fmla="*/ 3182 h 42595"/>
                  <a:gd name="connsiteX2" fmla="*/ 22191 w 43602"/>
                  <a:gd name="connsiteY2" fmla="*/ -433 h 42595"/>
                  <a:gd name="connsiteX3" fmla="*/ -2176 w 43602"/>
                  <a:gd name="connsiteY3" fmla="*/ 26075 h 42595"/>
                  <a:gd name="connsiteX4" fmla="*/ 1765 w 43602"/>
                  <a:gd name="connsiteY4" fmla="*/ 29689 h 42595"/>
                  <a:gd name="connsiteX5" fmla="*/ 11191 w 43602"/>
                  <a:gd name="connsiteY5" fmla="*/ 19427 h 42595"/>
                  <a:gd name="connsiteX6" fmla="*/ 35927 w 43602"/>
                  <a:gd name="connsiteY6" fmla="*/ 42163 h 42595"/>
                  <a:gd name="connsiteX7" fmla="*/ 41426 w 43602"/>
                  <a:gd name="connsiteY7" fmla="*/ 36167 h 42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602" h="42595">
                    <a:moveTo>
                      <a:pt x="16691" y="13445"/>
                    </a:moveTo>
                    <a:lnTo>
                      <a:pt x="26131" y="3182"/>
                    </a:lnTo>
                    <a:lnTo>
                      <a:pt x="22191" y="-433"/>
                    </a:lnTo>
                    <a:lnTo>
                      <a:pt x="-2176" y="26075"/>
                    </a:lnTo>
                    <a:lnTo>
                      <a:pt x="1765" y="29689"/>
                    </a:lnTo>
                    <a:lnTo>
                      <a:pt x="11191" y="19427"/>
                    </a:lnTo>
                    <a:lnTo>
                      <a:pt x="35927" y="42163"/>
                    </a:lnTo>
                    <a:lnTo>
                      <a:pt x="41426" y="3616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AE829B97-D2BE-41A8-89C0-DD1576E33149}"/>
                  </a:ext>
                </a:extLst>
              </p:cNvPr>
              <p:cNvSpPr/>
              <p:nvPr/>
            </p:nvSpPr>
            <p:spPr>
              <a:xfrm>
                <a:off x="2359110" y="-1359439"/>
                <a:ext cx="44410" cy="45544"/>
              </a:xfrm>
              <a:custGeom>
                <a:avLst/>
                <a:gdLst>
                  <a:gd name="connsiteX0" fmla="*/ 22395 w 44410"/>
                  <a:gd name="connsiteY0" fmla="*/ 45126 h 45544"/>
                  <a:gd name="connsiteX1" fmla="*/ 42212 w 44410"/>
                  <a:gd name="connsiteY1" fmla="*/ 28981 h 45544"/>
                  <a:gd name="connsiteX2" fmla="*/ 38711 w 44410"/>
                  <a:gd name="connsiteY2" fmla="*/ 24700 h 45544"/>
                  <a:gd name="connsiteX3" fmla="*/ 25174 w 44410"/>
                  <a:gd name="connsiteY3" fmla="*/ 35728 h 45544"/>
                  <a:gd name="connsiteX4" fmla="*/ 17604 w 44410"/>
                  <a:gd name="connsiteY4" fmla="*/ 26430 h 45544"/>
                  <a:gd name="connsiteX5" fmla="*/ 27910 w 44410"/>
                  <a:gd name="connsiteY5" fmla="*/ 18024 h 45544"/>
                  <a:gd name="connsiteX6" fmla="*/ 24621 w 44410"/>
                  <a:gd name="connsiteY6" fmla="*/ 13984 h 45544"/>
                  <a:gd name="connsiteX7" fmla="*/ 14316 w 44410"/>
                  <a:gd name="connsiteY7" fmla="*/ 22404 h 45544"/>
                  <a:gd name="connsiteX8" fmla="*/ 7441 w 44410"/>
                  <a:gd name="connsiteY8" fmla="*/ 13984 h 45544"/>
                  <a:gd name="connsiteX9" fmla="*/ 20028 w 44410"/>
                  <a:gd name="connsiteY9" fmla="*/ 3721 h 45544"/>
                  <a:gd name="connsiteX10" fmla="*/ 16655 w 44410"/>
                  <a:gd name="connsiteY10" fmla="*/ -418 h 45544"/>
                  <a:gd name="connsiteX11" fmla="*/ -2198 w 44410"/>
                  <a:gd name="connsiteY11" fmla="*/ 14962 h 45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410" h="45544">
                    <a:moveTo>
                      <a:pt x="22395" y="45126"/>
                    </a:moveTo>
                    <a:lnTo>
                      <a:pt x="42212" y="28981"/>
                    </a:lnTo>
                    <a:lnTo>
                      <a:pt x="38711" y="24700"/>
                    </a:lnTo>
                    <a:lnTo>
                      <a:pt x="25174" y="35728"/>
                    </a:lnTo>
                    <a:lnTo>
                      <a:pt x="17604" y="26430"/>
                    </a:lnTo>
                    <a:lnTo>
                      <a:pt x="27910" y="18024"/>
                    </a:lnTo>
                    <a:lnTo>
                      <a:pt x="24621" y="13984"/>
                    </a:lnTo>
                    <a:lnTo>
                      <a:pt x="14316" y="22404"/>
                    </a:lnTo>
                    <a:lnTo>
                      <a:pt x="7441" y="13984"/>
                    </a:lnTo>
                    <a:lnTo>
                      <a:pt x="20028" y="3721"/>
                    </a:lnTo>
                    <a:lnTo>
                      <a:pt x="16655" y="-418"/>
                    </a:lnTo>
                    <a:lnTo>
                      <a:pt x="-2198" y="14962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1DFF5E73-24D1-4B54-A134-B93AF2CC9487}"/>
                  </a:ext>
                </a:extLst>
              </p:cNvPr>
              <p:cNvSpPr/>
              <p:nvPr/>
            </p:nvSpPr>
            <p:spPr>
              <a:xfrm>
                <a:off x="2417880" y="-1395812"/>
                <a:ext cx="29356" cy="45756"/>
              </a:xfrm>
              <a:custGeom>
                <a:avLst/>
                <a:gdLst>
                  <a:gd name="connsiteX0" fmla="*/ -2228 w 29356"/>
                  <a:gd name="connsiteY0" fmla="*/ 10518 h 45756"/>
                  <a:gd name="connsiteX1" fmla="*/ 15122 w 29356"/>
                  <a:gd name="connsiteY1" fmla="*/ 45360 h 45756"/>
                  <a:gd name="connsiteX2" fmla="*/ 22380 w 29356"/>
                  <a:gd name="connsiteY2" fmla="*/ 41746 h 45756"/>
                  <a:gd name="connsiteX3" fmla="*/ 15065 w 29356"/>
                  <a:gd name="connsiteY3" fmla="*/ 27089 h 45756"/>
                  <a:gd name="connsiteX4" fmla="*/ 27128 w 29356"/>
                  <a:gd name="connsiteY4" fmla="*/ 21079 h 45756"/>
                  <a:gd name="connsiteX5" fmla="*/ 24733 w 29356"/>
                  <a:gd name="connsiteY5" fmla="*/ 16273 h 45756"/>
                  <a:gd name="connsiteX6" fmla="*/ 12684 w 29356"/>
                  <a:gd name="connsiteY6" fmla="*/ 22283 h 45756"/>
                  <a:gd name="connsiteX7" fmla="*/ 7397 w 29356"/>
                  <a:gd name="connsiteY7" fmla="*/ 11695 h 45756"/>
                  <a:gd name="connsiteX8" fmla="*/ 22068 w 29356"/>
                  <a:gd name="connsiteY8" fmla="*/ 4380 h 45756"/>
                  <a:gd name="connsiteX9" fmla="*/ 19686 w 29356"/>
                  <a:gd name="connsiteY9" fmla="*/ -397 h 4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356" h="45756">
                    <a:moveTo>
                      <a:pt x="-2228" y="10518"/>
                    </a:moveTo>
                    <a:lnTo>
                      <a:pt x="15122" y="45360"/>
                    </a:lnTo>
                    <a:lnTo>
                      <a:pt x="22380" y="41746"/>
                    </a:lnTo>
                    <a:lnTo>
                      <a:pt x="15065" y="27089"/>
                    </a:lnTo>
                    <a:lnTo>
                      <a:pt x="27128" y="21079"/>
                    </a:lnTo>
                    <a:lnTo>
                      <a:pt x="24733" y="16273"/>
                    </a:lnTo>
                    <a:lnTo>
                      <a:pt x="12684" y="22283"/>
                    </a:lnTo>
                    <a:lnTo>
                      <a:pt x="7397" y="11695"/>
                    </a:lnTo>
                    <a:lnTo>
                      <a:pt x="22068" y="4380"/>
                    </a:lnTo>
                    <a:lnTo>
                      <a:pt x="19686" y="-39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B3B5C5EB-7466-4EE6-8D71-32BDE7520013}"/>
                  </a:ext>
                </a:extLst>
              </p:cNvPr>
              <p:cNvSpPr/>
              <p:nvPr/>
            </p:nvSpPr>
            <p:spPr>
              <a:xfrm>
                <a:off x="2458753" y="-1410185"/>
                <a:ext cx="40209" cy="41350"/>
              </a:xfrm>
              <a:custGeom>
                <a:avLst/>
                <a:gdLst>
                  <a:gd name="connsiteX0" fmla="*/ 8596 w 40209"/>
                  <a:gd name="connsiteY0" fmla="*/ 39138 h 41350"/>
                  <a:gd name="connsiteX1" fmla="*/ 23791 w 40209"/>
                  <a:gd name="connsiteY1" fmla="*/ 40159 h 41350"/>
                  <a:gd name="connsiteX2" fmla="*/ 36081 w 40209"/>
                  <a:gd name="connsiteY2" fmla="*/ 30491 h 41350"/>
                  <a:gd name="connsiteX3" fmla="*/ 36634 w 40209"/>
                  <a:gd name="connsiteY3" fmla="*/ 14559 h 41350"/>
                  <a:gd name="connsiteX4" fmla="*/ 27052 w 40209"/>
                  <a:gd name="connsiteY4" fmla="*/ 2042 h 41350"/>
                  <a:gd name="connsiteX5" fmla="*/ 11686 w 40209"/>
                  <a:gd name="connsiteY5" fmla="*/ 1121 h 41350"/>
                  <a:gd name="connsiteX6" fmla="*/ -391 w 40209"/>
                  <a:gd name="connsiteY6" fmla="*/ 10746 h 41350"/>
                  <a:gd name="connsiteX7" fmla="*/ -958 w 40209"/>
                  <a:gd name="connsiteY7" fmla="*/ 26579 h 41350"/>
                  <a:gd name="connsiteX8" fmla="*/ 8596 w 40209"/>
                  <a:gd name="connsiteY8" fmla="*/ 39138 h 41350"/>
                  <a:gd name="connsiteX9" fmla="*/ 6852 w 40209"/>
                  <a:gd name="connsiteY9" fmla="*/ 12574 h 41350"/>
                  <a:gd name="connsiteX10" fmla="*/ 19539 w 40209"/>
                  <a:gd name="connsiteY10" fmla="*/ 6268 h 41350"/>
                  <a:gd name="connsiteX11" fmla="*/ 22275 w 40209"/>
                  <a:gd name="connsiteY11" fmla="*/ 7684 h 41350"/>
                  <a:gd name="connsiteX12" fmla="*/ 28483 w 40209"/>
                  <a:gd name="connsiteY12" fmla="*/ 17138 h 41350"/>
                  <a:gd name="connsiteX13" fmla="*/ 28937 w 40209"/>
                  <a:gd name="connsiteY13" fmla="*/ 28620 h 41350"/>
                  <a:gd name="connsiteX14" fmla="*/ 22317 w 40209"/>
                  <a:gd name="connsiteY14" fmla="*/ 35013 h 41350"/>
                  <a:gd name="connsiteX15" fmla="*/ 13472 w 40209"/>
                  <a:gd name="connsiteY15" fmla="*/ 33468 h 41350"/>
                  <a:gd name="connsiteX16" fmla="*/ 7263 w 40209"/>
                  <a:gd name="connsiteY16" fmla="*/ 23942 h 41350"/>
                  <a:gd name="connsiteX17" fmla="*/ 6852 w 40209"/>
                  <a:gd name="connsiteY17" fmla="*/ 12574 h 4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0209" h="41350">
                    <a:moveTo>
                      <a:pt x="8596" y="39138"/>
                    </a:moveTo>
                    <a:cubicBezTo>
                      <a:pt x="13288" y="41621"/>
                      <a:pt x="18816" y="41992"/>
                      <a:pt x="23791" y="40159"/>
                    </a:cubicBezTo>
                    <a:cubicBezTo>
                      <a:pt x="29703" y="38288"/>
                      <a:pt x="33785" y="35056"/>
                      <a:pt x="36081" y="30491"/>
                    </a:cubicBezTo>
                    <a:cubicBezTo>
                      <a:pt x="38378" y="25927"/>
                      <a:pt x="38562" y="20569"/>
                      <a:pt x="36634" y="14559"/>
                    </a:cubicBezTo>
                    <a:cubicBezTo>
                      <a:pt x="34706" y="8548"/>
                      <a:pt x="31559" y="4466"/>
                      <a:pt x="27052" y="2042"/>
                    </a:cubicBezTo>
                    <a:cubicBezTo>
                      <a:pt x="22544" y="-382"/>
                      <a:pt x="17413" y="-694"/>
                      <a:pt x="11686" y="1121"/>
                    </a:cubicBezTo>
                    <a:cubicBezTo>
                      <a:pt x="5959" y="2935"/>
                      <a:pt x="1891" y="6167"/>
                      <a:pt x="-391" y="10746"/>
                    </a:cubicBezTo>
                    <a:cubicBezTo>
                      <a:pt x="-2673" y="15324"/>
                      <a:pt x="-2858" y="20668"/>
                      <a:pt x="-958" y="26579"/>
                    </a:cubicBezTo>
                    <a:cubicBezTo>
                      <a:pt x="941" y="32490"/>
                      <a:pt x="4102" y="36657"/>
                      <a:pt x="8596" y="39138"/>
                    </a:cubicBezTo>
                    <a:close/>
                    <a:moveTo>
                      <a:pt x="6852" y="12574"/>
                    </a:moveTo>
                    <a:cubicBezTo>
                      <a:pt x="8610" y="7328"/>
                      <a:pt x="14294" y="4505"/>
                      <a:pt x="19539" y="6268"/>
                    </a:cubicBezTo>
                    <a:cubicBezTo>
                      <a:pt x="20517" y="6597"/>
                      <a:pt x="21438" y="7074"/>
                      <a:pt x="22275" y="7684"/>
                    </a:cubicBezTo>
                    <a:cubicBezTo>
                      <a:pt x="25322" y="10077"/>
                      <a:pt x="27491" y="13396"/>
                      <a:pt x="28483" y="17138"/>
                    </a:cubicBezTo>
                    <a:cubicBezTo>
                      <a:pt x="29873" y="20817"/>
                      <a:pt x="30029" y="24844"/>
                      <a:pt x="28937" y="28620"/>
                    </a:cubicBezTo>
                    <a:cubicBezTo>
                      <a:pt x="27945" y="31724"/>
                      <a:pt x="25450" y="34123"/>
                      <a:pt x="22317" y="35013"/>
                    </a:cubicBezTo>
                    <a:cubicBezTo>
                      <a:pt x="19298" y="36031"/>
                      <a:pt x="15967" y="35449"/>
                      <a:pt x="13472" y="33468"/>
                    </a:cubicBezTo>
                    <a:cubicBezTo>
                      <a:pt x="10424" y="31044"/>
                      <a:pt x="8256" y="27703"/>
                      <a:pt x="7263" y="23942"/>
                    </a:cubicBezTo>
                    <a:cubicBezTo>
                      <a:pt x="5903" y="20297"/>
                      <a:pt x="5761" y="16309"/>
                      <a:pt x="6852" y="125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A5C62B0B-F61D-4B2E-A95C-753E119E865F}"/>
                  </a:ext>
                </a:extLst>
              </p:cNvPr>
              <p:cNvSpPr/>
              <p:nvPr/>
            </p:nvSpPr>
            <p:spPr>
              <a:xfrm>
                <a:off x="2510570" y="-1420163"/>
                <a:ext cx="36812" cy="40850"/>
              </a:xfrm>
              <a:custGeom>
                <a:avLst/>
                <a:gdLst>
                  <a:gd name="connsiteX0" fmla="*/ 19346 w 36812"/>
                  <a:gd name="connsiteY0" fmla="*/ 20148 h 40850"/>
                  <a:gd name="connsiteX1" fmla="*/ 24194 w 36812"/>
                  <a:gd name="connsiteY1" fmla="*/ 14874 h 40850"/>
                  <a:gd name="connsiteX2" fmla="*/ 25243 w 36812"/>
                  <a:gd name="connsiteY2" fmla="*/ 8085 h 40850"/>
                  <a:gd name="connsiteX3" fmla="*/ 12146 w 36812"/>
                  <a:gd name="connsiteY3" fmla="*/ 217 h 40850"/>
                  <a:gd name="connsiteX4" fmla="*/ -2285 w 36812"/>
                  <a:gd name="connsiteY4" fmla="*/ 2273 h 40850"/>
                  <a:gd name="connsiteX5" fmla="*/ 3201 w 36812"/>
                  <a:gd name="connsiteY5" fmla="*/ 40815 h 40850"/>
                  <a:gd name="connsiteX6" fmla="*/ 10756 w 36812"/>
                  <a:gd name="connsiteY6" fmla="*/ 39737 h 40850"/>
                  <a:gd name="connsiteX7" fmla="*/ 8502 w 36812"/>
                  <a:gd name="connsiteY7" fmla="*/ 23975 h 40850"/>
                  <a:gd name="connsiteX8" fmla="*/ 12925 w 36812"/>
                  <a:gd name="connsiteY8" fmla="*/ 23351 h 40850"/>
                  <a:gd name="connsiteX9" fmla="*/ 24761 w 36812"/>
                  <a:gd name="connsiteY9" fmla="*/ 37710 h 40850"/>
                  <a:gd name="connsiteX10" fmla="*/ 34528 w 36812"/>
                  <a:gd name="connsiteY10" fmla="*/ 36293 h 40850"/>
                  <a:gd name="connsiteX11" fmla="*/ 9622 w 36812"/>
                  <a:gd name="connsiteY11" fmla="*/ 18432 h 40850"/>
                  <a:gd name="connsiteX12" fmla="*/ 7765 w 36812"/>
                  <a:gd name="connsiteY12" fmla="*/ 18702 h 40850"/>
                  <a:gd name="connsiteX13" fmla="*/ 6036 w 36812"/>
                  <a:gd name="connsiteY13" fmla="*/ 6525 h 40850"/>
                  <a:gd name="connsiteX14" fmla="*/ 8871 w 36812"/>
                  <a:gd name="connsiteY14" fmla="*/ 6128 h 40850"/>
                  <a:gd name="connsiteX15" fmla="*/ 17376 w 36812"/>
                  <a:gd name="connsiteY15" fmla="*/ 10168 h 40850"/>
                  <a:gd name="connsiteX16" fmla="*/ 9622 w 36812"/>
                  <a:gd name="connsiteY16" fmla="*/ 18432 h 40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812" h="40850">
                    <a:moveTo>
                      <a:pt x="19346" y="20148"/>
                    </a:moveTo>
                    <a:cubicBezTo>
                      <a:pt x="21430" y="18883"/>
                      <a:pt x="23103" y="17055"/>
                      <a:pt x="24194" y="14874"/>
                    </a:cubicBezTo>
                    <a:cubicBezTo>
                      <a:pt x="25243" y="12774"/>
                      <a:pt x="25598" y="10402"/>
                      <a:pt x="25243" y="8085"/>
                    </a:cubicBezTo>
                    <a:cubicBezTo>
                      <a:pt x="24293" y="1715"/>
                      <a:pt x="19928" y="-907"/>
                      <a:pt x="12146" y="217"/>
                    </a:cubicBezTo>
                    <a:lnTo>
                      <a:pt x="-2285" y="2273"/>
                    </a:lnTo>
                    <a:lnTo>
                      <a:pt x="3201" y="40815"/>
                    </a:lnTo>
                    <a:lnTo>
                      <a:pt x="10756" y="39737"/>
                    </a:lnTo>
                    <a:lnTo>
                      <a:pt x="8502" y="23975"/>
                    </a:lnTo>
                    <a:lnTo>
                      <a:pt x="12925" y="23351"/>
                    </a:lnTo>
                    <a:lnTo>
                      <a:pt x="24761" y="37710"/>
                    </a:lnTo>
                    <a:lnTo>
                      <a:pt x="34528" y="36293"/>
                    </a:lnTo>
                    <a:close/>
                    <a:moveTo>
                      <a:pt x="9622" y="18432"/>
                    </a:moveTo>
                    <a:lnTo>
                      <a:pt x="7765" y="18702"/>
                    </a:lnTo>
                    <a:lnTo>
                      <a:pt x="6036" y="6525"/>
                    </a:lnTo>
                    <a:lnTo>
                      <a:pt x="8871" y="6128"/>
                    </a:lnTo>
                    <a:cubicBezTo>
                      <a:pt x="14059" y="5391"/>
                      <a:pt x="16894" y="6738"/>
                      <a:pt x="17376" y="10168"/>
                    </a:cubicBezTo>
                    <a:cubicBezTo>
                      <a:pt x="18014" y="14846"/>
                      <a:pt x="15434" y="17601"/>
                      <a:pt x="9622" y="1843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7074B563-D74B-4FFF-9B61-A0716B11783E}"/>
                  </a:ext>
                </a:extLst>
              </p:cNvPr>
              <p:cNvSpPr/>
              <p:nvPr/>
            </p:nvSpPr>
            <p:spPr>
              <a:xfrm>
                <a:off x="2579064" y="-1421837"/>
                <a:ext cx="38201" cy="41050"/>
              </a:xfrm>
              <a:custGeom>
                <a:avLst/>
                <a:gdLst>
                  <a:gd name="connsiteX0" fmla="*/ 16612 w 38201"/>
                  <a:gd name="connsiteY0" fmla="*/ -35 h 41050"/>
                  <a:gd name="connsiteX1" fmla="*/ -2326 w 38201"/>
                  <a:gd name="connsiteY1" fmla="*/ 37189 h 41050"/>
                  <a:gd name="connsiteX2" fmla="*/ 3529 w 38201"/>
                  <a:gd name="connsiteY2" fmla="*/ 37770 h 41050"/>
                  <a:gd name="connsiteX3" fmla="*/ 8589 w 38201"/>
                  <a:gd name="connsiteY3" fmla="*/ 27848 h 41050"/>
                  <a:gd name="connsiteX4" fmla="*/ 24607 w 38201"/>
                  <a:gd name="connsiteY4" fmla="*/ 29449 h 41050"/>
                  <a:gd name="connsiteX5" fmla="*/ 27612 w 38201"/>
                  <a:gd name="connsiteY5" fmla="*/ 40180 h 41050"/>
                  <a:gd name="connsiteX6" fmla="*/ 35876 w 38201"/>
                  <a:gd name="connsiteY6" fmla="*/ 41016 h 41050"/>
                  <a:gd name="connsiteX7" fmla="*/ 24678 w 38201"/>
                  <a:gd name="connsiteY7" fmla="*/ 773 h 41050"/>
                  <a:gd name="connsiteX8" fmla="*/ 11098 w 38201"/>
                  <a:gd name="connsiteY8" fmla="*/ 22886 h 41050"/>
                  <a:gd name="connsiteX9" fmla="*/ 18668 w 38201"/>
                  <a:gd name="connsiteY9" fmla="*/ 8045 h 41050"/>
                  <a:gd name="connsiteX10" fmla="*/ 23133 w 38201"/>
                  <a:gd name="connsiteY10" fmla="*/ 24091 h 4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01" h="41050">
                    <a:moveTo>
                      <a:pt x="16612" y="-35"/>
                    </a:moveTo>
                    <a:lnTo>
                      <a:pt x="-2326" y="37189"/>
                    </a:lnTo>
                    <a:lnTo>
                      <a:pt x="3529" y="37770"/>
                    </a:lnTo>
                    <a:lnTo>
                      <a:pt x="8589" y="27848"/>
                    </a:lnTo>
                    <a:lnTo>
                      <a:pt x="24607" y="29449"/>
                    </a:lnTo>
                    <a:lnTo>
                      <a:pt x="27612" y="40180"/>
                    </a:lnTo>
                    <a:lnTo>
                      <a:pt x="35876" y="41016"/>
                    </a:lnTo>
                    <a:lnTo>
                      <a:pt x="24678" y="773"/>
                    </a:lnTo>
                    <a:close/>
                    <a:moveTo>
                      <a:pt x="11098" y="22886"/>
                    </a:moveTo>
                    <a:lnTo>
                      <a:pt x="18668" y="8045"/>
                    </a:lnTo>
                    <a:lnTo>
                      <a:pt x="23133" y="2409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4B2BAC8A-BC75-427B-8BAD-723E5ACFFA4E}"/>
                  </a:ext>
                </a:extLst>
              </p:cNvPr>
              <p:cNvSpPr/>
              <p:nvPr/>
            </p:nvSpPr>
            <p:spPr>
              <a:xfrm rot="-4628399">
                <a:off x="2617345" y="-1400138"/>
                <a:ext cx="38924" cy="8093"/>
              </a:xfrm>
              <a:custGeom>
                <a:avLst/>
                <a:gdLst>
                  <a:gd name="connsiteX0" fmla="*/ -2348 w 38924"/>
                  <a:gd name="connsiteY0" fmla="*/ -38 h 8093"/>
                  <a:gd name="connsiteX1" fmla="*/ 36576 w 38924"/>
                  <a:gd name="connsiteY1" fmla="*/ -38 h 8093"/>
                  <a:gd name="connsiteX2" fmla="*/ 36576 w 38924"/>
                  <a:gd name="connsiteY2" fmla="*/ 8056 h 8093"/>
                  <a:gd name="connsiteX3" fmla="*/ -2348 w 38924"/>
                  <a:gd name="connsiteY3" fmla="*/ 8056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48" y="-38"/>
                    </a:moveTo>
                    <a:lnTo>
                      <a:pt x="36576" y="-38"/>
                    </a:lnTo>
                    <a:lnTo>
                      <a:pt x="36576" y="8056"/>
                    </a:lnTo>
                    <a:lnTo>
                      <a:pt x="-2348" y="80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2AB2AADB-9230-4E3B-9010-606CC9AD4DD0}"/>
                  </a:ext>
                </a:extLst>
              </p:cNvPr>
              <p:cNvSpPr/>
              <p:nvPr/>
            </p:nvSpPr>
            <p:spPr>
              <a:xfrm rot="-4019400">
                <a:off x="2667650" y="-1383872"/>
                <a:ext cx="38924" cy="8093"/>
              </a:xfrm>
              <a:custGeom>
                <a:avLst/>
                <a:gdLst>
                  <a:gd name="connsiteX0" fmla="*/ -2378 w 38924"/>
                  <a:gd name="connsiteY0" fmla="*/ -47 h 8093"/>
                  <a:gd name="connsiteX1" fmla="*/ 36547 w 38924"/>
                  <a:gd name="connsiteY1" fmla="*/ -47 h 8093"/>
                  <a:gd name="connsiteX2" fmla="*/ 36547 w 38924"/>
                  <a:gd name="connsiteY2" fmla="*/ 8047 h 8093"/>
                  <a:gd name="connsiteX3" fmla="*/ -2378 w 38924"/>
                  <a:gd name="connsiteY3" fmla="*/ 8047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78" y="-47"/>
                    </a:moveTo>
                    <a:lnTo>
                      <a:pt x="36547" y="-47"/>
                    </a:lnTo>
                    <a:lnTo>
                      <a:pt x="36547" y="8047"/>
                    </a:lnTo>
                    <a:lnTo>
                      <a:pt x="-2378" y="804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9C2749BB-84ED-4500-96E1-D9139050F2A0}"/>
                  </a:ext>
                </a:extLst>
              </p:cNvPr>
              <p:cNvSpPr/>
              <p:nvPr/>
            </p:nvSpPr>
            <p:spPr>
              <a:xfrm>
                <a:off x="2697851" y="-1387434"/>
                <a:ext cx="46990" cy="49584"/>
              </a:xfrm>
              <a:custGeom>
                <a:avLst/>
                <a:gdLst>
                  <a:gd name="connsiteX0" fmla="*/ -2398 w 46990"/>
                  <a:gd name="connsiteY0" fmla="*/ 33192 h 49584"/>
                  <a:gd name="connsiteX1" fmla="*/ 3201 w 46990"/>
                  <a:gd name="connsiteY1" fmla="*/ 36481 h 49584"/>
                  <a:gd name="connsiteX2" fmla="*/ 16639 w 46990"/>
                  <a:gd name="connsiteY2" fmla="*/ 13531 h 49584"/>
                  <a:gd name="connsiteX3" fmla="*/ 18666 w 46990"/>
                  <a:gd name="connsiteY3" fmla="*/ 45524 h 49584"/>
                  <a:gd name="connsiteX4" fmla="*/ 24931 w 46990"/>
                  <a:gd name="connsiteY4" fmla="*/ 49182 h 49584"/>
                  <a:gd name="connsiteX5" fmla="*/ 44592 w 46990"/>
                  <a:gd name="connsiteY5" fmla="*/ 15587 h 49584"/>
                  <a:gd name="connsiteX6" fmla="*/ 38979 w 46990"/>
                  <a:gd name="connsiteY6" fmla="*/ 12312 h 49584"/>
                  <a:gd name="connsiteX7" fmla="*/ 25555 w 46990"/>
                  <a:gd name="connsiteY7" fmla="*/ 35262 h 49584"/>
                  <a:gd name="connsiteX8" fmla="*/ 23415 w 46990"/>
                  <a:gd name="connsiteY8" fmla="*/ 3198 h 49584"/>
                  <a:gd name="connsiteX9" fmla="*/ 17263 w 46990"/>
                  <a:gd name="connsiteY9" fmla="*/ -403 h 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90" h="49584">
                    <a:moveTo>
                      <a:pt x="-2398" y="33192"/>
                    </a:moveTo>
                    <a:lnTo>
                      <a:pt x="3201" y="36481"/>
                    </a:lnTo>
                    <a:lnTo>
                      <a:pt x="16639" y="13531"/>
                    </a:lnTo>
                    <a:lnTo>
                      <a:pt x="18666" y="45524"/>
                    </a:lnTo>
                    <a:lnTo>
                      <a:pt x="24931" y="49182"/>
                    </a:lnTo>
                    <a:lnTo>
                      <a:pt x="44592" y="15587"/>
                    </a:lnTo>
                    <a:lnTo>
                      <a:pt x="38979" y="12312"/>
                    </a:lnTo>
                    <a:lnTo>
                      <a:pt x="25555" y="35262"/>
                    </a:lnTo>
                    <a:lnTo>
                      <a:pt x="23415" y="3198"/>
                    </a:lnTo>
                    <a:lnTo>
                      <a:pt x="17263" y="-40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36BBAED9-C84F-4DA1-95B4-4B6B93C61658}"/>
                  </a:ext>
                </a:extLst>
              </p:cNvPr>
              <p:cNvSpPr/>
              <p:nvPr/>
            </p:nvSpPr>
            <p:spPr>
              <a:xfrm>
                <a:off x="2756762" y="-1341082"/>
                <a:ext cx="55211" cy="55225"/>
              </a:xfrm>
              <a:custGeom>
                <a:avLst/>
                <a:gdLst>
                  <a:gd name="connsiteX0" fmla="*/ 40728 w 55211"/>
                  <a:gd name="connsiteY0" fmla="*/ 28882 h 55225"/>
                  <a:gd name="connsiteX1" fmla="*/ 19763 w 55211"/>
                  <a:gd name="connsiteY1" fmla="*/ 49450 h 55225"/>
                  <a:gd name="connsiteX2" fmla="*/ 24993 w 55211"/>
                  <a:gd name="connsiteY2" fmla="*/ 54794 h 55225"/>
                  <a:gd name="connsiteX3" fmla="*/ 52777 w 55211"/>
                  <a:gd name="connsiteY3" fmla="*/ 27536 h 55225"/>
                  <a:gd name="connsiteX4" fmla="*/ 46185 w 55211"/>
                  <a:gd name="connsiteY4" fmla="*/ 20817 h 55225"/>
                  <a:gd name="connsiteX5" fmla="*/ 19876 w 55211"/>
                  <a:gd name="connsiteY5" fmla="*/ 33092 h 55225"/>
                  <a:gd name="connsiteX6" fmla="*/ 32875 w 55211"/>
                  <a:gd name="connsiteY6" fmla="*/ 7237 h 55225"/>
                  <a:gd name="connsiteX7" fmla="*/ 25362 w 55211"/>
                  <a:gd name="connsiteY7" fmla="*/ -432 h 55225"/>
                  <a:gd name="connsiteX8" fmla="*/ -2435 w 55211"/>
                  <a:gd name="connsiteY8" fmla="*/ 26827 h 55225"/>
                  <a:gd name="connsiteX9" fmla="*/ 2030 w 55211"/>
                  <a:gd name="connsiteY9" fmla="*/ 31363 h 55225"/>
                  <a:gd name="connsiteX10" fmla="*/ 23278 w 55211"/>
                  <a:gd name="connsiteY10" fmla="*/ 10526 h 55225"/>
                  <a:gd name="connsiteX11" fmla="*/ 10408 w 55211"/>
                  <a:gd name="connsiteY11" fmla="*/ 36197 h 55225"/>
                  <a:gd name="connsiteX12" fmla="*/ 14972 w 55211"/>
                  <a:gd name="connsiteY12" fmla="*/ 40846 h 55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11" h="55225">
                    <a:moveTo>
                      <a:pt x="40728" y="28882"/>
                    </a:moveTo>
                    <a:lnTo>
                      <a:pt x="19763" y="49450"/>
                    </a:lnTo>
                    <a:lnTo>
                      <a:pt x="24993" y="54794"/>
                    </a:lnTo>
                    <a:lnTo>
                      <a:pt x="52777" y="27536"/>
                    </a:lnTo>
                    <a:lnTo>
                      <a:pt x="46185" y="20817"/>
                    </a:lnTo>
                    <a:lnTo>
                      <a:pt x="19876" y="33092"/>
                    </a:lnTo>
                    <a:lnTo>
                      <a:pt x="32875" y="7237"/>
                    </a:lnTo>
                    <a:lnTo>
                      <a:pt x="25362" y="-432"/>
                    </a:lnTo>
                    <a:lnTo>
                      <a:pt x="-2435" y="26827"/>
                    </a:lnTo>
                    <a:lnTo>
                      <a:pt x="2030" y="31363"/>
                    </a:lnTo>
                    <a:lnTo>
                      <a:pt x="23278" y="10526"/>
                    </a:lnTo>
                    <a:lnTo>
                      <a:pt x="10408" y="36197"/>
                    </a:lnTo>
                    <a:lnTo>
                      <a:pt x="14972" y="4084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2AB40ED0-776B-4ABA-87CB-2F0D2A6070DF}"/>
                  </a:ext>
                </a:extLst>
              </p:cNvPr>
              <p:cNvSpPr/>
              <p:nvPr/>
            </p:nvSpPr>
            <p:spPr>
              <a:xfrm>
                <a:off x="2793391" y="-1296133"/>
                <a:ext cx="45827" cy="43290"/>
              </a:xfrm>
              <a:custGeom>
                <a:avLst/>
                <a:gdLst>
                  <a:gd name="connsiteX0" fmla="*/ -2454 w 45827"/>
                  <a:gd name="connsiteY0" fmla="*/ 21928 h 43290"/>
                  <a:gd name="connsiteX1" fmla="*/ 12246 w 45827"/>
                  <a:gd name="connsiteY1" fmla="*/ 42836 h 43290"/>
                  <a:gd name="connsiteX2" fmla="*/ 16753 w 45827"/>
                  <a:gd name="connsiteY2" fmla="*/ 39661 h 43290"/>
                  <a:gd name="connsiteX3" fmla="*/ 6718 w 45827"/>
                  <a:gd name="connsiteY3" fmla="*/ 25372 h 43290"/>
                  <a:gd name="connsiteX4" fmla="*/ 16527 w 45827"/>
                  <a:gd name="connsiteY4" fmla="*/ 18483 h 43290"/>
                  <a:gd name="connsiteX5" fmla="*/ 24181 w 45827"/>
                  <a:gd name="connsiteY5" fmla="*/ 29370 h 43290"/>
                  <a:gd name="connsiteX6" fmla="*/ 28448 w 45827"/>
                  <a:gd name="connsiteY6" fmla="*/ 26379 h 43290"/>
                  <a:gd name="connsiteX7" fmla="*/ 20793 w 45827"/>
                  <a:gd name="connsiteY7" fmla="*/ 15492 h 43290"/>
                  <a:gd name="connsiteX8" fmla="*/ 29681 w 45827"/>
                  <a:gd name="connsiteY8" fmla="*/ 9241 h 43290"/>
                  <a:gd name="connsiteX9" fmla="*/ 39008 w 45827"/>
                  <a:gd name="connsiteY9" fmla="*/ 22523 h 43290"/>
                  <a:gd name="connsiteX10" fmla="*/ 43374 w 45827"/>
                  <a:gd name="connsiteY10" fmla="*/ 19447 h 43290"/>
                  <a:gd name="connsiteX11" fmla="*/ 29384 w 45827"/>
                  <a:gd name="connsiteY11" fmla="*/ -454 h 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827" h="43290">
                    <a:moveTo>
                      <a:pt x="-2454" y="21928"/>
                    </a:moveTo>
                    <a:lnTo>
                      <a:pt x="12246" y="42836"/>
                    </a:lnTo>
                    <a:lnTo>
                      <a:pt x="16753" y="39661"/>
                    </a:lnTo>
                    <a:lnTo>
                      <a:pt x="6718" y="25372"/>
                    </a:lnTo>
                    <a:lnTo>
                      <a:pt x="16527" y="18483"/>
                    </a:lnTo>
                    <a:lnTo>
                      <a:pt x="24181" y="29370"/>
                    </a:lnTo>
                    <a:lnTo>
                      <a:pt x="28448" y="26379"/>
                    </a:lnTo>
                    <a:lnTo>
                      <a:pt x="20793" y="15492"/>
                    </a:lnTo>
                    <a:lnTo>
                      <a:pt x="29681" y="9241"/>
                    </a:lnTo>
                    <a:lnTo>
                      <a:pt x="39008" y="22523"/>
                    </a:lnTo>
                    <a:lnTo>
                      <a:pt x="43374" y="19447"/>
                    </a:lnTo>
                    <a:lnTo>
                      <a:pt x="29384" y="-45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B733D04D-824D-4821-A3B9-0577B4792837}"/>
                  </a:ext>
                </a:extLst>
              </p:cNvPr>
              <p:cNvSpPr/>
              <p:nvPr/>
            </p:nvSpPr>
            <p:spPr>
              <a:xfrm>
                <a:off x="2814611" y="-1259420"/>
                <a:ext cx="44917" cy="42834"/>
              </a:xfrm>
              <a:custGeom>
                <a:avLst/>
                <a:gdLst>
                  <a:gd name="connsiteX0" fmla="*/ 4635 w 44917"/>
                  <a:gd name="connsiteY0" fmla="*/ 31494 h 42834"/>
                  <a:gd name="connsiteX1" fmla="*/ 15734 w 44917"/>
                  <a:gd name="connsiteY1" fmla="*/ 41941 h 42834"/>
                  <a:gd name="connsiteX2" fmla="*/ 31398 w 44917"/>
                  <a:gd name="connsiteY2" fmla="*/ 39900 h 42834"/>
                  <a:gd name="connsiteX3" fmla="*/ 41689 w 44917"/>
                  <a:gd name="connsiteY3" fmla="*/ 29453 h 42834"/>
                  <a:gd name="connsiteX4" fmla="*/ 39846 w 44917"/>
                  <a:gd name="connsiteY4" fmla="*/ 14895 h 42834"/>
                  <a:gd name="connsiteX5" fmla="*/ 32433 w 44917"/>
                  <a:gd name="connsiteY5" fmla="*/ -131 h 42834"/>
                  <a:gd name="connsiteX6" fmla="*/ -2466 w 44917"/>
                  <a:gd name="connsiteY6" fmla="*/ 17106 h 42834"/>
                  <a:gd name="connsiteX7" fmla="*/ 31228 w 44917"/>
                  <a:gd name="connsiteY7" fmla="*/ 9494 h 42834"/>
                  <a:gd name="connsiteX8" fmla="*/ 33397 w 44917"/>
                  <a:gd name="connsiteY8" fmla="*/ 13888 h 42834"/>
                  <a:gd name="connsiteX9" fmla="*/ 35679 w 44917"/>
                  <a:gd name="connsiteY9" fmla="*/ 20707 h 42834"/>
                  <a:gd name="connsiteX10" fmla="*/ 34375 w 44917"/>
                  <a:gd name="connsiteY10" fmla="*/ 26022 h 42834"/>
                  <a:gd name="connsiteX11" fmla="*/ 27174 w 44917"/>
                  <a:gd name="connsiteY11" fmla="*/ 32387 h 42834"/>
                  <a:gd name="connsiteX12" fmla="*/ 16146 w 44917"/>
                  <a:gd name="connsiteY12" fmla="*/ 34329 h 42834"/>
                  <a:gd name="connsiteX13" fmla="*/ 8746 w 44917"/>
                  <a:gd name="connsiteY13" fmla="*/ 27355 h 42834"/>
                  <a:gd name="connsiteX14" fmla="*/ 6067 w 44917"/>
                  <a:gd name="connsiteY14" fmla="*/ 21926 h 4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4917" h="42834">
                    <a:moveTo>
                      <a:pt x="4635" y="31494"/>
                    </a:moveTo>
                    <a:cubicBezTo>
                      <a:pt x="7343" y="36975"/>
                      <a:pt x="11042" y="40457"/>
                      <a:pt x="15734" y="41941"/>
                    </a:cubicBezTo>
                    <a:cubicBezTo>
                      <a:pt x="20426" y="43425"/>
                      <a:pt x="25657" y="42744"/>
                      <a:pt x="31398" y="39900"/>
                    </a:cubicBezTo>
                    <a:cubicBezTo>
                      <a:pt x="36813" y="37225"/>
                      <a:pt x="40243" y="33743"/>
                      <a:pt x="41689" y="29453"/>
                    </a:cubicBezTo>
                    <a:cubicBezTo>
                      <a:pt x="43135" y="25162"/>
                      <a:pt x="42525" y="20310"/>
                      <a:pt x="39846" y="14895"/>
                    </a:cubicBezTo>
                    <a:lnTo>
                      <a:pt x="32433" y="-131"/>
                    </a:lnTo>
                    <a:lnTo>
                      <a:pt x="-2466" y="17106"/>
                    </a:lnTo>
                    <a:close/>
                    <a:moveTo>
                      <a:pt x="31228" y="9494"/>
                    </a:moveTo>
                    <a:lnTo>
                      <a:pt x="33397" y="13888"/>
                    </a:lnTo>
                    <a:cubicBezTo>
                      <a:pt x="34559" y="16005"/>
                      <a:pt x="35339" y="18315"/>
                      <a:pt x="35679" y="20707"/>
                    </a:cubicBezTo>
                    <a:cubicBezTo>
                      <a:pt x="35792" y="22571"/>
                      <a:pt x="35339" y="24425"/>
                      <a:pt x="34375" y="26022"/>
                    </a:cubicBezTo>
                    <a:cubicBezTo>
                      <a:pt x="32674" y="28825"/>
                      <a:pt x="30165" y="31044"/>
                      <a:pt x="27174" y="32387"/>
                    </a:cubicBezTo>
                    <a:cubicBezTo>
                      <a:pt x="22865" y="34513"/>
                      <a:pt x="19193" y="35161"/>
                      <a:pt x="16146" y="34329"/>
                    </a:cubicBezTo>
                    <a:cubicBezTo>
                      <a:pt x="13098" y="33497"/>
                      <a:pt x="10632" y="31172"/>
                      <a:pt x="8746" y="27355"/>
                    </a:cubicBezTo>
                    <a:lnTo>
                      <a:pt x="6067" y="2192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D5C19A7E-EC91-4223-AC34-C0C2E27B6C46}"/>
                  </a:ext>
                </a:extLst>
              </p:cNvPr>
              <p:cNvSpPr/>
              <p:nvPr/>
            </p:nvSpPr>
            <p:spPr>
              <a:xfrm rot="-1129199">
                <a:off x="2834757" y="-1204363"/>
                <a:ext cx="38924" cy="8093"/>
              </a:xfrm>
              <a:custGeom>
                <a:avLst/>
                <a:gdLst>
                  <a:gd name="connsiteX0" fmla="*/ -2476 w 38924"/>
                  <a:gd name="connsiteY0" fmla="*/ -153 h 8093"/>
                  <a:gd name="connsiteX1" fmla="*/ 36449 w 38924"/>
                  <a:gd name="connsiteY1" fmla="*/ -153 h 8093"/>
                  <a:gd name="connsiteX2" fmla="*/ 36449 w 38924"/>
                  <a:gd name="connsiteY2" fmla="*/ 7941 h 8093"/>
                  <a:gd name="connsiteX3" fmla="*/ -2476 w 38924"/>
                  <a:gd name="connsiteY3" fmla="*/ 7941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76" y="-153"/>
                    </a:moveTo>
                    <a:lnTo>
                      <a:pt x="36449" y="-153"/>
                    </a:lnTo>
                    <a:lnTo>
                      <a:pt x="36449" y="7941"/>
                    </a:lnTo>
                    <a:lnTo>
                      <a:pt x="-2476" y="794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0A31872C-5E63-44D8-8B0E-FBB53DAE822C}"/>
                  </a:ext>
                </a:extLst>
              </p:cNvPr>
              <p:cNvSpPr/>
              <p:nvPr/>
            </p:nvSpPr>
            <p:spPr>
              <a:xfrm>
                <a:off x="2844028" y="-1181680"/>
                <a:ext cx="41889" cy="37403"/>
              </a:xfrm>
              <a:custGeom>
                <a:avLst/>
                <a:gdLst>
                  <a:gd name="connsiteX0" fmla="*/ 13999 w 41889"/>
                  <a:gd name="connsiteY0" fmla="*/ 374 h 37403"/>
                  <a:gd name="connsiteX1" fmla="*/ 363 w 41889"/>
                  <a:gd name="connsiteY1" fmla="*/ 8666 h 37403"/>
                  <a:gd name="connsiteX2" fmla="*/ -1848 w 41889"/>
                  <a:gd name="connsiteY2" fmla="*/ 24472 h 37403"/>
                  <a:gd name="connsiteX3" fmla="*/ 3368 w 41889"/>
                  <a:gd name="connsiteY3" fmla="*/ 37229 h 37403"/>
                  <a:gd name="connsiteX4" fmla="*/ 9208 w 41889"/>
                  <a:gd name="connsiteY4" fmla="*/ 36010 h 37403"/>
                  <a:gd name="connsiteX5" fmla="*/ 4020 w 41889"/>
                  <a:gd name="connsiteY5" fmla="*/ 25280 h 37403"/>
                  <a:gd name="connsiteX6" fmla="*/ 5849 w 41889"/>
                  <a:gd name="connsiteY6" fmla="*/ 14705 h 37403"/>
                  <a:gd name="connsiteX7" fmla="*/ 15885 w 41889"/>
                  <a:gd name="connsiteY7" fmla="*/ 8950 h 37403"/>
                  <a:gd name="connsiteX8" fmla="*/ 27409 w 41889"/>
                  <a:gd name="connsiteY8" fmla="*/ 9956 h 37403"/>
                  <a:gd name="connsiteX9" fmla="*/ 33178 w 41889"/>
                  <a:gd name="connsiteY9" fmla="*/ 18461 h 37403"/>
                  <a:gd name="connsiteX10" fmla="*/ 33178 w 41889"/>
                  <a:gd name="connsiteY10" fmla="*/ 30666 h 37403"/>
                  <a:gd name="connsiteX11" fmla="*/ 39387 w 41889"/>
                  <a:gd name="connsiteY11" fmla="*/ 29376 h 37403"/>
                  <a:gd name="connsiteX12" fmla="*/ 38267 w 41889"/>
                  <a:gd name="connsiteY12" fmla="*/ 16690 h 37403"/>
                  <a:gd name="connsiteX13" fmla="*/ 29961 w 41889"/>
                  <a:gd name="connsiteY13" fmla="*/ 2741 h 37403"/>
                  <a:gd name="connsiteX14" fmla="*/ 13999 w 41889"/>
                  <a:gd name="connsiteY14" fmla="*/ 374 h 3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889" h="37403">
                    <a:moveTo>
                      <a:pt x="13999" y="374"/>
                    </a:moveTo>
                    <a:cubicBezTo>
                      <a:pt x="7692" y="1688"/>
                      <a:pt x="3156" y="4452"/>
                      <a:pt x="363" y="8666"/>
                    </a:cubicBezTo>
                    <a:cubicBezTo>
                      <a:pt x="-2430" y="12881"/>
                      <a:pt x="-3167" y="18150"/>
                      <a:pt x="-1848" y="24472"/>
                    </a:cubicBezTo>
                    <a:cubicBezTo>
                      <a:pt x="-1026" y="29044"/>
                      <a:pt x="746" y="33392"/>
                      <a:pt x="3368" y="37229"/>
                    </a:cubicBezTo>
                    <a:lnTo>
                      <a:pt x="9208" y="36010"/>
                    </a:lnTo>
                    <a:cubicBezTo>
                      <a:pt x="6671" y="32886"/>
                      <a:pt x="4885" y="29212"/>
                      <a:pt x="4020" y="25280"/>
                    </a:cubicBezTo>
                    <a:cubicBezTo>
                      <a:pt x="3042" y="21658"/>
                      <a:pt x="3708" y="17790"/>
                      <a:pt x="5849" y="14705"/>
                    </a:cubicBezTo>
                    <a:cubicBezTo>
                      <a:pt x="7932" y="11870"/>
                      <a:pt x="11278" y="9900"/>
                      <a:pt x="15885" y="8950"/>
                    </a:cubicBezTo>
                    <a:cubicBezTo>
                      <a:pt x="20492" y="8000"/>
                      <a:pt x="24390" y="8312"/>
                      <a:pt x="27409" y="9956"/>
                    </a:cubicBezTo>
                    <a:cubicBezTo>
                      <a:pt x="30527" y="11761"/>
                      <a:pt x="32654" y="14894"/>
                      <a:pt x="33178" y="18461"/>
                    </a:cubicBezTo>
                    <a:cubicBezTo>
                      <a:pt x="33844" y="22503"/>
                      <a:pt x="33844" y="26625"/>
                      <a:pt x="33178" y="30666"/>
                    </a:cubicBezTo>
                    <a:lnTo>
                      <a:pt x="39387" y="29376"/>
                    </a:lnTo>
                    <a:cubicBezTo>
                      <a:pt x="39500" y="25118"/>
                      <a:pt x="39132" y="20861"/>
                      <a:pt x="38267" y="16690"/>
                    </a:cubicBezTo>
                    <a:cubicBezTo>
                      <a:pt x="36920" y="10179"/>
                      <a:pt x="34142" y="5530"/>
                      <a:pt x="29961" y="2741"/>
                    </a:cubicBezTo>
                    <a:cubicBezTo>
                      <a:pt x="25779" y="-47"/>
                      <a:pt x="20449" y="-835"/>
                      <a:pt x="13999" y="3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39723A6E-314D-42B5-A566-C3D0E8E52DBA}"/>
                  </a:ext>
                </a:extLst>
              </p:cNvPr>
              <p:cNvSpPr/>
              <p:nvPr/>
            </p:nvSpPr>
            <p:spPr>
              <a:xfrm rot="-285000">
                <a:off x="2849747" y="-1132636"/>
                <a:ext cx="38924" cy="8093"/>
              </a:xfrm>
              <a:custGeom>
                <a:avLst/>
                <a:gdLst>
                  <a:gd name="connsiteX0" fmla="*/ -2485 w 38924"/>
                  <a:gd name="connsiteY0" fmla="*/ -195 h 8093"/>
                  <a:gd name="connsiteX1" fmla="*/ 36440 w 38924"/>
                  <a:gd name="connsiteY1" fmla="*/ -195 h 8093"/>
                  <a:gd name="connsiteX2" fmla="*/ 36440 w 38924"/>
                  <a:gd name="connsiteY2" fmla="*/ 7899 h 8093"/>
                  <a:gd name="connsiteX3" fmla="*/ -2485 w 38924"/>
                  <a:gd name="connsiteY3" fmla="*/ 7899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85" y="-195"/>
                    </a:moveTo>
                    <a:lnTo>
                      <a:pt x="36440" y="-195"/>
                    </a:lnTo>
                    <a:lnTo>
                      <a:pt x="36440" y="7899"/>
                    </a:lnTo>
                    <a:lnTo>
                      <a:pt x="-2485" y="789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5FA23A89-2D46-4EA8-842F-3685F7DB2288}"/>
                  </a:ext>
                </a:extLst>
              </p:cNvPr>
              <p:cNvSpPr/>
              <p:nvPr/>
            </p:nvSpPr>
            <p:spPr>
              <a:xfrm>
                <a:off x="2849864" y="-1106826"/>
                <a:ext cx="40242" cy="33297"/>
              </a:xfrm>
              <a:custGeom>
                <a:avLst/>
                <a:gdLst>
                  <a:gd name="connsiteX0" fmla="*/ -2485 w 40242"/>
                  <a:gd name="connsiteY0" fmla="*/ 31076 h 33297"/>
                  <a:gd name="connsiteX1" fmla="*/ 36411 w 40242"/>
                  <a:gd name="connsiteY1" fmla="*/ 32734 h 33297"/>
                  <a:gd name="connsiteX2" fmla="*/ 36680 w 40242"/>
                  <a:gd name="connsiteY2" fmla="*/ 26242 h 33297"/>
                  <a:gd name="connsiteX3" fmla="*/ 10116 w 40242"/>
                  <a:gd name="connsiteY3" fmla="*/ 25108 h 33297"/>
                  <a:gd name="connsiteX4" fmla="*/ 37446 w 40242"/>
                  <a:gd name="connsiteY4" fmla="*/ 8212 h 33297"/>
                  <a:gd name="connsiteX5" fmla="*/ 37757 w 40242"/>
                  <a:gd name="connsiteY5" fmla="*/ 1096 h 33297"/>
                  <a:gd name="connsiteX6" fmla="*/ -1139 w 40242"/>
                  <a:gd name="connsiteY6" fmla="*/ -563 h 33297"/>
                  <a:gd name="connsiteX7" fmla="*/ -1422 w 40242"/>
                  <a:gd name="connsiteY7" fmla="*/ 5929 h 33297"/>
                  <a:gd name="connsiteX8" fmla="*/ 25156 w 40242"/>
                  <a:gd name="connsiteY8" fmla="*/ 7063 h 33297"/>
                  <a:gd name="connsiteX9" fmla="*/ -2174 w 40242"/>
                  <a:gd name="connsiteY9" fmla="*/ 23818 h 33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242" h="33297">
                    <a:moveTo>
                      <a:pt x="-2485" y="31076"/>
                    </a:moveTo>
                    <a:lnTo>
                      <a:pt x="36411" y="32734"/>
                    </a:lnTo>
                    <a:lnTo>
                      <a:pt x="36680" y="26242"/>
                    </a:lnTo>
                    <a:lnTo>
                      <a:pt x="10116" y="25108"/>
                    </a:lnTo>
                    <a:lnTo>
                      <a:pt x="37446" y="8212"/>
                    </a:lnTo>
                    <a:lnTo>
                      <a:pt x="37757" y="1096"/>
                    </a:lnTo>
                    <a:lnTo>
                      <a:pt x="-1139" y="-563"/>
                    </a:lnTo>
                    <a:lnTo>
                      <a:pt x="-1422" y="5929"/>
                    </a:lnTo>
                    <a:lnTo>
                      <a:pt x="25156" y="7063"/>
                    </a:lnTo>
                    <a:lnTo>
                      <a:pt x="-2174" y="238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36588645-76B9-43CF-BBB2-318E192B5896}"/>
                  </a:ext>
                </a:extLst>
              </p:cNvPr>
              <p:cNvSpPr/>
              <p:nvPr/>
            </p:nvSpPr>
            <p:spPr>
              <a:xfrm>
                <a:off x="2842805" y="-1059892"/>
                <a:ext cx="43106" cy="31369"/>
              </a:xfrm>
              <a:custGeom>
                <a:avLst/>
                <a:gdLst>
                  <a:gd name="connsiteX0" fmla="*/ 2437 w 43106"/>
                  <a:gd name="connsiteY0" fmla="*/ -590 h 31369"/>
                  <a:gd name="connsiteX1" fmla="*/ -2482 w 43106"/>
                  <a:gd name="connsiteY1" fmla="*/ 24500 h 31369"/>
                  <a:gd name="connsiteX2" fmla="*/ 2933 w 43106"/>
                  <a:gd name="connsiteY2" fmla="*/ 25563 h 31369"/>
                  <a:gd name="connsiteX3" fmla="*/ 6292 w 43106"/>
                  <a:gd name="connsiteY3" fmla="*/ 8425 h 31369"/>
                  <a:gd name="connsiteX4" fmla="*/ 18058 w 43106"/>
                  <a:gd name="connsiteY4" fmla="*/ 10736 h 31369"/>
                  <a:gd name="connsiteX5" fmla="*/ 15506 w 43106"/>
                  <a:gd name="connsiteY5" fmla="*/ 23791 h 31369"/>
                  <a:gd name="connsiteX6" fmla="*/ 20609 w 43106"/>
                  <a:gd name="connsiteY6" fmla="*/ 24798 h 31369"/>
                  <a:gd name="connsiteX7" fmla="*/ 23175 w 43106"/>
                  <a:gd name="connsiteY7" fmla="*/ 11742 h 31369"/>
                  <a:gd name="connsiteX8" fmla="*/ 33834 w 43106"/>
                  <a:gd name="connsiteY8" fmla="*/ 13826 h 31369"/>
                  <a:gd name="connsiteX9" fmla="*/ 30702 w 43106"/>
                  <a:gd name="connsiteY9" fmla="*/ 29759 h 31369"/>
                  <a:gd name="connsiteX10" fmla="*/ 35947 w 43106"/>
                  <a:gd name="connsiteY10" fmla="*/ 30780 h 31369"/>
                  <a:gd name="connsiteX11" fmla="*/ 40624 w 43106"/>
                  <a:gd name="connsiteY11" fmla="*/ 6909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106" h="31369">
                    <a:moveTo>
                      <a:pt x="2437" y="-590"/>
                    </a:moveTo>
                    <a:lnTo>
                      <a:pt x="-2482" y="24500"/>
                    </a:lnTo>
                    <a:lnTo>
                      <a:pt x="2933" y="25563"/>
                    </a:lnTo>
                    <a:lnTo>
                      <a:pt x="6292" y="8425"/>
                    </a:lnTo>
                    <a:lnTo>
                      <a:pt x="18058" y="10736"/>
                    </a:lnTo>
                    <a:lnTo>
                      <a:pt x="15506" y="23791"/>
                    </a:lnTo>
                    <a:lnTo>
                      <a:pt x="20609" y="24798"/>
                    </a:lnTo>
                    <a:lnTo>
                      <a:pt x="23175" y="11742"/>
                    </a:lnTo>
                    <a:lnTo>
                      <a:pt x="33834" y="13826"/>
                    </a:lnTo>
                    <a:lnTo>
                      <a:pt x="30702" y="29759"/>
                    </a:lnTo>
                    <a:lnTo>
                      <a:pt x="35947" y="30780"/>
                    </a:lnTo>
                    <a:lnTo>
                      <a:pt x="40624" y="690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4542C00-3E7B-4DE7-9F43-486ED8F73D63}"/>
                </a:ext>
              </a:extLst>
            </p:cNvPr>
            <p:cNvSpPr txBox="1"/>
            <p:nvPr/>
          </p:nvSpPr>
          <p:spPr>
            <a:xfrm>
              <a:off x="8862600" y="402968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spc="200" baseline="0" dirty="0" err="1">
                  <a:solidFill>
                    <a:srgbClr val="07679C"/>
                  </a:solidFill>
                  <a:latin typeface="微软雅黑"/>
                  <a:ea typeface="微软雅黑"/>
                  <a:sym typeface="微软雅黑"/>
                  <a:rtl val="0"/>
                </a:rPr>
                <a:t>智慧医疗研究院</a:t>
              </a:r>
              <a:endParaRPr lang="en-US" sz="1800" spc="200" baseline="0" dirty="0">
                <a:solidFill>
                  <a:srgbClr val="07679C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A679B899-E9CA-4525-A461-8221E19970F4}"/>
                </a:ext>
              </a:extLst>
            </p:cNvPr>
            <p:cNvSpPr txBox="1"/>
            <p:nvPr/>
          </p:nvSpPr>
          <p:spPr>
            <a:xfrm>
              <a:off x="8862600" y="662792"/>
              <a:ext cx="21600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spc="0" baseline="0" dirty="0">
                  <a:solidFill>
                    <a:srgbClr val="07679C"/>
                  </a:solidFill>
                  <a:latin typeface="Arial"/>
                  <a:cs typeface="Arial"/>
                  <a:sym typeface="Arial"/>
                  <a:rtl val="0"/>
                </a:rPr>
                <a:t>Institute for Artificial Intelligence in Medicine</a:t>
              </a:r>
            </a:p>
          </p:txBody>
        </p:sp>
      </p:grpSp>
      <p:grpSp>
        <p:nvGrpSpPr>
          <p:cNvPr id="66" name="图形 17">
            <a:extLst>
              <a:ext uri="{FF2B5EF4-FFF2-40B4-BE49-F238E27FC236}">
                <a16:creationId xmlns:a16="http://schemas.microsoft.com/office/drawing/2014/main" id="{C9591CE4-5029-435A-9419-BBA4D00FD091}"/>
              </a:ext>
            </a:extLst>
          </p:cNvPr>
          <p:cNvGrpSpPr/>
          <p:nvPr userDrawn="1"/>
        </p:nvGrpSpPr>
        <p:grpSpPr>
          <a:xfrm>
            <a:off x="-544605" y="1763084"/>
            <a:ext cx="3283384" cy="3283382"/>
            <a:chOff x="2135054" y="-6957360"/>
            <a:chExt cx="4082401" cy="4082400"/>
          </a:xfrm>
          <a:solidFill>
            <a:srgbClr val="5595BD"/>
          </a:solidFill>
        </p:grpSpPr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2E7567B5-77EE-4CD8-A085-DB8AA676A91F}"/>
                </a:ext>
              </a:extLst>
            </p:cNvPr>
            <p:cNvSpPr/>
            <p:nvPr/>
          </p:nvSpPr>
          <p:spPr>
            <a:xfrm>
              <a:off x="2633363" y="-6458712"/>
              <a:ext cx="3085445" cy="3085103"/>
            </a:xfrm>
            <a:custGeom>
              <a:avLst/>
              <a:gdLst>
                <a:gd name="connsiteX0" fmla="*/ 1540772 w 3085445"/>
                <a:gd name="connsiteY0" fmla="*/ 3084445 h 3085103"/>
                <a:gd name="connsiteX1" fmla="*/ 3083325 w 3085445"/>
                <a:gd name="connsiteY1" fmla="*/ 1541894 h 3085103"/>
                <a:gd name="connsiteX2" fmla="*/ 1540772 w 3085445"/>
                <a:gd name="connsiteY2" fmla="*/ -658 h 3085103"/>
                <a:gd name="connsiteX3" fmla="*/ -2120 w 3085445"/>
                <a:gd name="connsiteY3" fmla="*/ 1541894 h 3085103"/>
                <a:gd name="connsiteX4" fmla="*/ 1540772 w 3085445"/>
                <a:gd name="connsiteY4" fmla="*/ 3084445 h 3085103"/>
                <a:gd name="connsiteX5" fmla="*/ 1540772 w 3085445"/>
                <a:gd name="connsiteY5" fmla="*/ 11759 h 3085103"/>
                <a:gd name="connsiteX6" fmla="*/ 3070991 w 3085445"/>
                <a:gd name="connsiteY6" fmla="*/ 1541894 h 3085103"/>
                <a:gd name="connsiteX7" fmla="*/ 1540772 w 3085445"/>
                <a:gd name="connsiteY7" fmla="*/ 3072028 h 3085103"/>
                <a:gd name="connsiteX8" fmla="*/ 9871 w 3085445"/>
                <a:gd name="connsiteY8" fmla="*/ 1541894 h 3085103"/>
                <a:gd name="connsiteX9" fmla="*/ 1540772 w 3085445"/>
                <a:gd name="connsiteY9" fmla="*/ 11759 h 3085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445" h="3085103">
                  <a:moveTo>
                    <a:pt x="1540772" y="3084445"/>
                  </a:moveTo>
                  <a:cubicBezTo>
                    <a:pt x="2391272" y="3084445"/>
                    <a:pt x="3083325" y="2392479"/>
                    <a:pt x="3083325" y="1541894"/>
                  </a:cubicBezTo>
                  <a:cubicBezTo>
                    <a:pt x="3083325" y="691309"/>
                    <a:pt x="2391272" y="-658"/>
                    <a:pt x="1540772" y="-658"/>
                  </a:cubicBezTo>
                  <a:cubicBezTo>
                    <a:pt x="690271" y="-658"/>
                    <a:pt x="-2120" y="691394"/>
                    <a:pt x="-2120" y="1541894"/>
                  </a:cubicBezTo>
                  <a:cubicBezTo>
                    <a:pt x="-2120" y="2392394"/>
                    <a:pt x="690271" y="3084445"/>
                    <a:pt x="1540772" y="3084445"/>
                  </a:cubicBezTo>
                  <a:close/>
                  <a:moveTo>
                    <a:pt x="1540772" y="11759"/>
                  </a:moveTo>
                  <a:cubicBezTo>
                    <a:pt x="2384553" y="11759"/>
                    <a:pt x="3070991" y="698112"/>
                    <a:pt x="3070991" y="1541894"/>
                  </a:cubicBezTo>
                  <a:cubicBezTo>
                    <a:pt x="3070991" y="2385675"/>
                    <a:pt x="2384127" y="3072028"/>
                    <a:pt x="1540772" y="3072028"/>
                  </a:cubicBezTo>
                  <a:cubicBezTo>
                    <a:pt x="697416" y="3072028"/>
                    <a:pt x="9871" y="2385675"/>
                    <a:pt x="9871" y="1541894"/>
                  </a:cubicBezTo>
                  <a:cubicBezTo>
                    <a:pt x="9871" y="698112"/>
                    <a:pt x="696650" y="11759"/>
                    <a:pt x="1540772" y="1175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04252372-4C55-44FF-8654-1C303758E3B1}"/>
                </a:ext>
              </a:extLst>
            </p:cNvPr>
            <p:cNvSpPr/>
            <p:nvPr/>
          </p:nvSpPr>
          <p:spPr>
            <a:xfrm>
              <a:off x="2556562" y="-6535427"/>
              <a:ext cx="3238535" cy="3238534"/>
            </a:xfrm>
            <a:custGeom>
              <a:avLst/>
              <a:gdLst>
                <a:gd name="connsiteX0" fmla="*/ -2120 w 3238535"/>
                <a:gd name="connsiteY0" fmla="*/ 1618609 h 3238534"/>
                <a:gd name="connsiteX1" fmla="*/ 1617146 w 3238535"/>
                <a:gd name="connsiteY1" fmla="*/ 3237876 h 3238534"/>
                <a:gd name="connsiteX2" fmla="*/ 3236415 w 3238535"/>
                <a:gd name="connsiteY2" fmla="*/ 1618609 h 3238534"/>
                <a:gd name="connsiteX3" fmla="*/ 1617572 w 3238535"/>
                <a:gd name="connsiteY3" fmla="*/ -658 h 3238534"/>
                <a:gd name="connsiteX4" fmla="*/ -2120 w 3238535"/>
                <a:gd name="connsiteY4" fmla="*/ 1618609 h 3238534"/>
                <a:gd name="connsiteX5" fmla="*/ 1617572 w 3238535"/>
                <a:gd name="connsiteY5" fmla="*/ 36679 h 3238534"/>
                <a:gd name="connsiteX6" fmla="*/ 3199503 w 3238535"/>
                <a:gd name="connsiteY6" fmla="*/ 1618609 h 3238534"/>
                <a:gd name="connsiteX7" fmla="*/ 1617572 w 3238535"/>
                <a:gd name="connsiteY7" fmla="*/ 3200539 h 3238534"/>
                <a:gd name="connsiteX8" fmla="*/ 35642 w 3238535"/>
                <a:gd name="connsiteY8" fmla="*/ 1618609 h 3238534"/>
                <a:gd name="connsiteX9" fmla="*/ 1617572 w 3238535"/>
                <a:gd name="connsiteY9" fmla="*/ 36679 h 323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35" h="3238534">
                  <a:moveTo>
                    <a:pt x="-2120" y="1618609"/>
                  </a:moveTo>
                  <a:cubicBezTo>
                    <a:pt x="-2120" y="2511634"/>
                    <a:pt x="724291" y="3237876"/>
                    <a:pt x="1617146" y="3237876"/>
                  </a:cubicBezTo>
                  <a:cubicBezTo>
                    <a:pt x="2510002" y="3237876"/>
                    <a:pt x="3236415" y="2511634"/>
                    <a:pt x="3236415" y="1618609"/>
                  </a:cubicBezTo>
                  <a:cubicBezTo>
                    <a:pt x="3236415" y="725584"/>
                    <a:pt x="2510002" y="-658"/>
                    <a:pt x="1617572" y="-658"/>
                  </a:cubicBezTo>
                  <a:cubicBezTo>
                    <a:pt x="725143" y="-658"/>
                    <a:pt x="-2120" y="725584"/>
                    <a:pt x="-2120" y="1618609"/>
                  </a:cubicBezTo>
                  <a:close/>
                  <a:moveTo>
                    <a:pt x="1617572" y="36679"/>
                  </a:moveTo>
                  <a:cubicBezTo>
                    <a:pt x="2490101" y="36679"/>
                    <a:pt x="3199503" y="746506"/>
                    <a:pt x="3199503" y="1618609"/>
                  </a:cubicBezTo>
                  <a:cubicBezTo>
                    <a:pt x="3199503" y="2490712"/>
                    <a:pt x="2489761" y="3200539"/>
                    <a:pt x="1617572" y="3200539"/>
                  </a:cubicBezTo>
                  <a:cubicBezTo>
                    <a:pt x="745384" y="3200539"/>
                    <a:pt x="35642" y="2490712"/>
                    <a:pt x="35642" y="1618609"/>
                  </a:cubicBezTo>
                  <a:cubicBezTo>
                    <a:pt x="35642" y="746506"/>
                    <a:pt x="744705" y="36679"/>
                    <a:pt x="1617572" y="3667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309F8786-831A-46B4-868C-3BCA9DACE4EF}"/>
                </a:ext>
              </a:extLst>
            </p:cNvPr>
            <p:cNvSpPr/>
            <p:nvPr/>
          </p:nvSpPr>
          <p:spPr>
            <a:xfrm>
              <a:off x="2135054" y="-6957360"/>
              <a:ext cx="4082401" cy="4082400"/>
            </a:xfrm>
            <a:custGeom>
              <a:avLst/>
              <a:gdLst>
                <a:gd name="connsiteX0" fmla="*/ 2039081 w 4082401"/>
                <a:gd name="connsiteY0" fmla="*/ -658 h 4082400"/>
                <a:gd name="connsiteX1" fmla="*/ -2120 w 4082401"/>
                <a:gd name="connsiteY1" fmla="*/ 2040542 h 4082400"/>
                <a:gd name="connsiteX2" fmla="*/ 2039081 w 4082401"/>
                <a:gd name="connsiteY2" fmla="*/ 4081742 h 4082400"/>
                <a:gd name="connsiteX3" fmla="*/ 4080281 w 4082401"/>
                <a:gd name="connsiteY3" fmla="*/ 2040542 h 4082400"/>
                <a:gd name="connsiteX4" fmla="*/ 2039081 w 4082401"/>
                <a:gd name="connsiteY4" fmla="*/ -658 h 4082400"/>
                <a:gd name="connsiteX5" fmla="*/ 2039081 w 4082401"/>
                <a:gd name="connsiteY5" fmla="*/ 4035134 h 4082400"/>
                <a:gd name="connsiteX6" fmla="*/ 44572 w 4082401"/>
                <a:gd name="connsiteY6" fmla="*/ 2040542 h 4082400"/>
                <a:gd name="connsiteX7" fmla="*/ 2039081 w 4082401"/>
                <a:gd name="connsiteY7" fmla="*/ 45949 h 4082400"/>
                <a:gd name="connsiteX8" fmla="*/ 4033248 w 4082401"/>
                <a:gd name="connsiteY8" fmla="*/ 2040542 h 4082400"/>
                <a:gd name="connsiteX9" fmla="*/ 2039081 w 4082401"/>
                <a:gd name="connsiteY9" fmla="*/ 4035134 h 40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2401" h="4082400">
                  <a:moveTo>
                    <a:pt x="2039081" y="-658"/>
                  </a:moveTo>
                  <a:cubicBezTo>
                    <a:pt x="913613" y="-658"/>
                    <a:pt x="-2120" y="914990"/>
                    <a:pt x="-2120" y="2040542"/>
                  </a:cubicBezTo>
                  <a:cubicBezTo>
                    <a:pt x="-2120" y="3166093"/>
                    <a:pt x="913613" y="4081742"/>
                    <a:pt x="2039081" y="4081742"/>
                  </a:cubicBezTo>
                  <a:cubicBezTo>
                    <a:pt x="3164548" y="4081742"/>
                    <a:pt x="4080281" y="3166093"/>
                    <a:pt x="4080281" y="2040542"/>
                  </a:cubicBezTo>
                  <a:cubicBezTo>
                    <a:pt x="4080281" y="914990"/>
                    <a:pt x="3164208" y="-658"/>
                    <a:pt x="2039081" y="-658"/>
                  </a:cubicBezTo>
                  <a:close/>
                  <a:moveTo>
                    <a:pt x="2039081" y="4035134"/>
                  </a:moveTo>
                  <a:cubicBezTo>
                    <a:pt x="939298" y="4035134"/>
                    <a:pt x="44572" y="3140323"/>
                    <a:pt x="44572" y="2040542"/>
                  </a:cubicBezTo>
                  <a:cubicBezTo>
                    <a:pt x="44572" y="940760"/>
                    <a:pt x="938872" y="45949"/>
                    <a:pt x="2039081" y="45949"/>
                  </a:cubicBezTo>
                  <a:cubicBezTo>
                    <a:pt x="3139289" y="45949"/>
                    <a:pt x="4033248" y="940760"/>
                    <a:pt x="4033248" y="2040542"/>
                  </a:cubicBezTo>
                  <a:cubicBezTo>
                    <a:pt x="4033248" y="3140323"/>
                    <a:pt x="3138522" y="4035134"/>
                    <a:pt x="2039081" y="403513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8287EA4A-2451-4E09-865B-31C018CB9C82}"/>
                </a:ext>
              </a:extLst>
            </p:cNvPr>
            <p:cNvSpPr/>
            <p:nvPr/>
          </p:nvSpPr>
          <p:spPr>
            <a:xfrm>
              <a:off x="2882898" y="-5377131"/>
              <a:ext cx="952134" cy="915223"/>
            </a:xfrm>
            <a:custGeom>
              <a:avLst/>
              <a:gdLst>
                <a:gd name="connsiteX0" fmla="*/ 222498 w 952134"/>
                <a:gd name="connsiteY0" fmla="*/ 914565 h 915223"/>
                <a:gd name="connsiteX1" fmla="*/ 301593 w 952134"/>
                <a:gd name="connsiteY1" fmla="*/ 693945 h 915223"/>
                <a:gd name="connsiteX2" fmla="*/ 602331 w 952134"/>
                <a:gd name="connsiteY2" fmla="*/ 693945 h 915223"/>
                <a:gd name="connsiteX3" fmla="*/ 602331 w 952134"/>
                <a:gd name="connsiteY3" fmla="*/ 691394 h 915223"/>
                <a:gd name="connsiteX4" fmla="*/ 714512 w 952134"/>
                <a:gd name="connsiteY4" fmla="*/ 759434 h 915223"/>
                <a:gd name="connsiteX5" fmla="*/ 668415 w 952134"/>
                <a:gd name="connsiteY5" fmla="*/ 914224 h 915223"/>
                <a:gd name="connsiteX6" fmla="*/ 770049 w 952134"/>
                <a:gd name="connsiteY6" fmla="*/ 914224 h 915223"/>
                <a:gd name="connsiteX7" fmla="*/ 885718 w 952134"/>
                <a:gd name="connsiteY7" fmla="*/ 875867 h 915223"/>
                <a:gd name="connsiteX8" fmla="*/ 898220 w 952134"/>
                <a:gd name="connsiteY8" fmla="*/ 914224 h 915223"/>
                <a:gd name="connsiteX9" fmla="*/ 950015 w 952134"/>
                <a:gd name="connsiteY9" fmla="*/ 914224 h 915223"/>
                <a:gd name="connsiteX10" fmla="*/ 794460 w 952134"/>
                <a:gd name="connsiteY10" fmla="*/ 735109 h 915223"/>
                <a:gd name="connsiteX11" fmla="*/ 835963 w 952134"/>
                <a:gd name="connsiteY11" fmla="*/ 559311 h 915223"/>
                <a:gd name="connsiteX12" fmla="*/ 699883 w 952134"/>
                <a:gd name="connsiteY12" fmla="*/ 443728 h 915223"/>
                <a:gd name="connsiteX13" fmla="*/ 740027 w 952134"/>
                <a:gd name="connsiteY13" fmla="*/ 269801 h 915223"/>
                <a:gd name="connsiteX14" fmla="*/ 602246 w 952134"/>
                <a:gd name="connsiteY14" fmla="*/ 156089 h 915223"/>
                <a:gd name="connsiteX15" fmla="*/ 649194 w 952134"/>
                <a:gd name="connsiteY15" fmla="*/ -658 h 915223"/>
                <a:gd name="connsiteX16" fmla="*/ 598164 w 952134"/>
                <a:gd name="connsiteY16" fmla="*/ -658 h 915223"/>
                <a:gd name="connsiteX17" fmla="*/ 601309 w 952134"/>
                <a:gd name="connsiteY17" fmla="*/ 10398 h 915223"/>
                <a:gd name="connsiteX18" fmla="*/ 539310 w 952134"/>
                <a:gd name="connsiteY18" fmla="*/ 30895 h 915223"/>
                <a:gd name="connsiteX19" fmla="*/ 550620 w 952134"/>
                <a:gd name="connsiteY19" fmla="*/ -658 h 915223"/>
                <a:gd name="connsiteX20" fmla="*/ 378564 w 952134"/>
                <a:gd name="connsiteY20" fmla="*/ -658 h 915223"/>
                <a:gd name="connsiteX21" fmla="*/ 320644 w 952134"/>
                <a:gd name="connsiteY21" fmla="*/ 39740 h 915223"/>
                <a:gd name="connsiteX22" fmla="*/ -2120 w 952134"/>
                <a:gd name="connsiteY22" fmla="*/ 914224 h 915223"/>
                <a:gd name="connsiteX23" fmla="*/ 704391 w 952134"/>
                <a:gd name="connsiteY23" fmla="*/ 702875 h 915223"/>
                <a:gd name="connsiteX24" fmla="*/ 771920 w 952134"/>
                <a:gd name="connsiteY24" fmla="*/ 680507 h 915223"/>
                <a:gd name="connsiteX25" fmla="*/ 746405 w 952134"/>
                <a:gd name="connsiteY25" fmla="*/ 718099 h 915223"/>
                <a:gd name="connsiteX26" fmla="*/ 704391 w 952134"/>
                <a:gd name="connsiteY26" fmla="*/ 702875 h 915223"/>
                <a:gd name="connsiteX27" fmla="*/ 869387 w 952134"/>
                <a:gd name="connsiteY27" fmla="*/ 846950 h 915223"/>
                <a:gd name="connsiteX28" fmla="*/ 715789 w 952134"/>
                <a:gd name="connsiteY28" fmla="*/ 897980 h 915223"/>
                <a:gd name="connsiteX29" fmla="*/ 715789 w 952134"/>
                <a:gd name="connsiteY29" fmla="*/ 870849 h 915223"/>
                <a:gd name="connsiteX30" fmla="*/ 850932 w 952134"/>
                <a:gd name="connsiteY30" fmla="*/ 826113 h 915223"/>
                <a:gd name="connsiteX31" fmla="*/ 869134 w 952134"/>
                <a:gd name="connsiteY31" fmla="*/ 846950 h 915223"/>
                <a:gd name="connsiteX32" fmla="*/ 827543 w 952134"/>
                <a:gd name="connsiteY32" fmla="*/ 807487 h 915223"/>
                <a:gd name="connsiteX33" fmla="*/ 723783 w 952134"/>
                <a:gd name="connsiteY33" fmla="*/ 841507 h 915223"/>
                <a:gd name="connsiteX34" fmla="*/ 763756 w 952134"/>
                <a:gd name="connsiteY34" fmla="*/ 776699 h 915223"/>
                <a:gd name="connsiteX35" fmla="*/ 827288 w 952134"/>
                <a:gd name="connsiteY35" fmla="*/ 807487 h 915223"/>
                <a:gd name="connsiteX36" fmla="*/ 787570 w 952134"/>
                <a:gd name="connsiteY36" fmla="*/ 649209 h 915223"/>
                <a:gd name="connsiteX37" fmla="*/ 672668 w 952134"/>
                <a:gd name="connsiteY37" fmla="*/ 687226 h 915223"/>
                <a:gd name="connsiteX38" fmla="*/ 645282 w 952134"/>
                <a:gd name="connsiteY38" fmla="*/ 664858 h 915223"/>
                <a:gd name="connsiteX39" fmla="*/ 794798 w 952134"/>
                <a:gd name="connsiteY39" fmla="*/ 615274 h 915223"/>
                <a:gd name="connsiteX40" fmla="*/ 787315 w 952134"/>
                <a:gd name="connsiteY40" fmla="*/ 649209 h 915223"/>
                <a:gd name="connsiteX41" fmla="*/ 789186 w 952134"/>
                <a:gd name="connsiteY41" fmla="*/ 575300 h 915223"/>
                <a:gd name="connsiteX42" fmla="*/ 792927 w 952134"/>
                <a:gd name="connsiteY42" fmla="*/ 589759 h 915223"/>
                <a:gd name="connsiteX43" fmla="*/ 631332 w 952134"/>
                <a:gd name="connsiteY43" fmla="*/ 643425 h 915223"/>
                <a:gd name="connsiteX44" fmla="*/ 625550 w 952134"/>
                <a:gd name="connsiteY44" fmla="*/ 629562 h 915223"/>
                <a:gd name="connsiteX45" fmla="*/ 621808 w 952134"/>
                <a:gd name="connsiteY45" fmla="*/ 615104 h 915223"/>
                <a:gd name="connsiteX46" fmla="*/ 783829 w 952134"/>
                <a:gd name="connsiteY46" fmla="*/ 561437 h 915223"/>
                <a:gd name="connsiteX47" fmla="*/ 788930 w 952134"/>
                <a:gd name="connsiteY47" fmla="*/ 575300 h 915223"/>
                <a:gd name="connsiteX48" fmla="*/ 769794 w 952134"/>
                <a:gd name="connsiteY48" fmla="*/ 539834 h 915223"/>
                <a:gd name="connsiteX49" fmla="*/ 619341 w 952134"/>
                <a:gd name="connsiteY49" fmla="*/ 589589 h 915223"/>
                <a:gd name="connsiteX50" fmla="*/ 626571 w 952134"/>
                <a:gd name="connsiteY50" fmla="*/ 555569 h 915223"/>
                <a:gd name="connsiteX51" fmla="*/ 743430 w 952134"/>
                <a:gd name="connsiteY51" fmla="*/ 516871 h 915223"/>
                <a:gd name="connsiteX52" fmla="*/ 769539 w 952134"/>
                <a:gd name="connsiteY52" fmla="*/ 539834 h 915223"/>
                <a:gd name="connsiteX53" fmla="*/ 605988 w 952134"/>
                <a:gd name="connsiteY53" fmla="*/ 414301 h 915223"/>
                <a:gd name="connsiteX54" fmla="*/ 676069 w 952134"/>
                <a:gd name="connsiteY54" fmla="*/ 391082 h 915223"/>
                <a:gd name="connsiteX55" fmla="*/ 649790 w 952134"/>
                <a:gd name="connsiteY55" fmla="*/ 429099 h 915223"/>
                <a:gd name="connsiteX56" fmla="*/ 605732 w 952134"/>
                <a:gd name="connsiteY56" fmla="*/ 414301 h 915223"/>
                <a:gd name="connsiteX57" fmla="*/ 712556 w 952134"/>
                <a:gd name="connsiteY57" fmla="*/ 501137 h 915223"/>
                <a:gd name="connsiteX58" fmla="*/ 642389 w 952134"/>
                <a:gd name="connsiteY58" fmla="*/ 524355 h 915223"/>
                <a:gd name="connsiteX59" fmla="*/ 668756 w 952134"/>
                <a:gd name="connsiteY59" fmla="*/ 486338 h 915223"/>
                <a:gd name="connsiteX60" fmla="*/ 712300 w 952134"/>
                <a:gd name="connsiteY60" fmla="*/ 501137 h 915223"/>
                <a:gd name="connsiteX61" fmla="*/ 691634 w 952134"/>
                <a:gd name="connsiteY61" fmla="*/ 359784 h 915223"/>
                <a:gd name="connsiteX62" fmla="*/ 574775 w 952134"/>
                <a:gd name="connsiteY62" fmla="*/ 398481 h 915223"/>
                <a:gd name="connsiteX63" fmla="*/ 548664 w 952134"/>
                <a:gd name="connsiteY63" fmla="*/ 375603 h 915223"/>
                <a:gd name="connsiteX64" fmla="*/ 698949 w 952134"/>
                <a:gd name="connsiteY64" fmla="*/ 325849 h 915223"/>
                <a:gd name="connsiteX65" fmla="*/ 691378 w 952134"/>
                <a:gd name="connsiteY65" fmla="*/ 359784 h 915223"/>
                <a:gd name="connsiteX66" fmla="*/ 693249 w 952134"/>
                <a:gd name="connsiteY66" fmla="*/ 285790 h 915223"/>
                <a:gd name="connsiteX67" fmla="*/ 696991 w 952134"/>
                <a:gd name="connsiteY67" fmla="*/ 300334 h 915223"/>
                <a:gd name="connsiteX68" fmla="*/ 535396 w 952134"/>
                <a:gd name="connsiteY68" fmla="*/ 354000 h 915223"/>
                <a:gd name="connsiteX69" fmla="*/ 529698 w 952134"/>
                <a:gd name="connsiteY69" fmla="*/ 340137 h 915223"/>
                <a:gd name="connsiteX70" fmla="*/ 526041 w 952134"/>
                <a:gd name="connsiteY70" fmla="*/ 325594 h 915223"/>
                <a:gd name="connsiteX71" fmla="*/ 687636 w 952134"/>
                <a:gd name="connsiteY71" fmla="*/ 272012 h 915223"/>
                <a:gd name="connsiteX72" fmla="*/ 692994 w 952134"/>
                <a:gd name="connsiteY72" fmla="*/ 285790 h 915223"/>
                <a:gd name="connsiteX73" fmla="*/ 672668 w 952134"/>
                <a:gd name="connsiteY73" fmla="*/ 250749 h 915223"/>
                <a:gd name="connsiteX74" fmla="*/ 523745 w 952134"/>
                <a:gd name="connsiteY74" fmla="*/ 300079 h 915223"/>
                <a:gd name="connsiteX75" fmla="*/ 530975 w 952134"/>
                <a:gd name="connsiteY75" fmla="*/ 266059 h 915223"/>
                <a:gd name="connsiteX76" fmla="*/ 644686 w 952134"/>
                <a:gd name="connsiteY76" fmla="*/ 228381 h 915223"/>
                <a:gd name="connsiteX77" fmla="*/ 672412 w 952134"/>
                <a:gd name="connsiteY77" fmla="*/ 250749 h 915223"/>
                <a:gd name="connsiteX78" fmla="*/ 612451 w 952134"/>
                <a:gd name="connsiteY78" fmla="*/ 212987 h 915223"/>
                <a:gd name="connsiteX79" fmla="*/ 546538 w 952134"/>
                <a:gd name="connsiteY79" fmla="*/ 234845 h 915223"/>
                <a:gd name="connsiteX80" fmla="*/ 572053 w 952134"/>
                <a:gd name="connsiteY80" fmla="*/ 198274 h 915223"/>
                <a:gd name="connsiteX81" fmla="*/ 612196 w 952134"/>
                <a:gd name="connsiteY81" fmla="*/ 212987 h 915223"/>
                <a:gd name="connsiteX82" fmla="*/ 528593 w 952134"/>
                <a:gd name="connsiteY82" fmla="*/ 60578 h 915223"/>
                <a:gd name="connsiteX83" fmla="*/ 603691 w 952134"/>
                <a:gd name="connsiteY83" fmla="*/ 35658 h 915223"/>
                <a:gd name="connsiteX84" fmla="*/ 596974 w 952134"/>
                <a:gd name="connsiteY84" fmla="*/ 69678 h 915223"/>
                <a:gd name="connsiteX85" fmla="*/ 515751 w 952134"/>
                <a:gd name="connsiteY85" fmla="*/ 96554 h 915223"/>
                <a:gd name="connsiteX86" fmla="*/ 580983 w 952134"/>
                <a:gd name="connsiteY86" fmla="*/ 100891 h 915223"/>
                <a:gd name="connsiteX87" fmla="*/ 553598 w 952134"/>
                <a:gd name="connsiteY87" fmla="*/ 139419 h 915223"/>
                <a:gd name="connsiteX88" fmla="*/ 513284 w 952134"/>
                <a:gd name="connsiteY88" fmla="*/ 123259 h 915223"/>
                <a:gd name="connsiteX89" fmla="*/ 490661 w 952134"/>
                <a:gd name="connsiteY89" fmla="*/ 166380 h 915223"/>
                <a:gd name="connsiteX90" fmla="*/ 522723 w 952134"/>
                <a:gd name="connsiteY90" fmla="*/ 180583 h 915223"/>
                <a:gd name="connsiteX91" fmla="*/ 481986 w 952134"/>
                <a:gd name="connsiteY91" fmla="*/ 355361 h 915223"/>
                <a:gd name="connsiteX92" fmla="*/ 618066 w 952134"/>
                <a:gd name="connsiteY92" fmla="*/ 470944 h 915223"/>
                <a:gd name="connsiteX93" fmla="*/ 578517 w 952134"/>
                <a:gd name="connsiteY93" fmla="*/ 542896 h 915223"/>
                <a:gd name="connsiteX94" fmla="*/ 355686 w 952134"/>
                <a:gd name="connsiteY94" fmla="*/ 542896 h 91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952134" h="915223">
                  <a:moveTo>
                    <a:pt x="222498" y="914565"/>
                  </a:moveTo>
                  <a:lnTo>
                    <a:pt x="301593" y="693945"/>
                  </a:lnTo>
                  <a:lnTo>
                    <a:pt x="602331" y="693945"/>
                  </a:lnTo>
                  <a:lnTo>
                    <a:pt x="602331" y="691394"/>
                  </a:lnTo>
                  <a:cubicBezTo>
                    <a:pt x="630483" y="727114"/>
                    <a:pt x="671986" y="744805"/>
                    <a:pt x="714512" y="759434"/>
                  </a:cubicBezTo>
                  <a:cubicBezTo>
                    <a:pt x="683043" y="803319"/>
                    <a:pt x="656083" y="852989"/>
                    <a:pt x="668415" y="914224"/>
                  </a:cubicBezTo>
                  <a:lnTo>
                    <a:pt x="770049" y="914224"/>
                  </a:lnTo>
                  <a:lnTo>
                    <a:pt x="885718" y="875867"/>
                  </a:lnTo>
                  <a:cubicBezTo>
                    <a:pt x="891161" y="888191"/>
                    <a:pt x="895413" y="901042"/>
                    <a:pt x="898220" y="914224"/>
                  </a:cubicBezTo>
                  <a:lnTo>
                    <a:pt x="950015" y="914224"/>
                  </a:lnTo>
                  <a:cubicBezTo>
                    <a:pt x="926032" y="800768"/>
                    <a:pt x="859182" y="760284"/>
                    <a:pt x="794460" y="735109"/>
                  </a:cubicBezTo>
                  <a:cubicBezTo>
                    <a:pt x="829584" y="686375"/>
                    <a:pt x="859607" y="630753"/>
                    <a:pt x="835963" y="559311"/>
                  </a:cubicBezTo>
                  <a:cubicBezTo>
                    <a:pt x="812319" y="487869"/>
                    <a:pt x="756443" y="461929"/>
                    <a:pt x="699883" y="443728"/>
                  </a:cubicBezTo>
                  <a:cubicBezTo>
                    <a:pt x="734414" y="395419"/>
                    <a:pt x="763415" y="340307"/>
                    <a:pt x="740027" y="269801"/>
                  </a:cubicBezTo>
                  <a:cubicBezTo>
                    <a:pt x="717404" y="201761"/>
                    <a:pt x="660676" y="176246"/>
                    <a:pt x="602246" y="156089"/>
                  </a:cubicBezTo>
                  <a:cubicBezTo>
                    <a:pt x="635840" y="107270"/>
                    <a:pt x="661781" y="53008"/>
                    <a:pt x="649194" y="-658"/>
                  </a:cubicBezTo>
                  <a:lnTo>
                    <a:pt x="598164" y="-658"/>
                  </a:lnTo>
                  <a:cubicBezTo>
                    <a:pt x="599439" y="2973"/>
                    <a:pt x="600460" y="6664"/>
                    <a:pt x="601309" y="10398"/>
                  </a:cubicBezTo>
                  <a:lnTo>
                    <a:pt x="539310" y="30895"/>
                  </a:lnTo>
                  <a:lnTo>
                    <a:pt x="550620" y="-658"/>
                  </a:lnTo>
                  <a:lnTo>
                    <a:pt x="378564" y="-658"/>
                  </a:lnTo>
                  <a:cubicBezTo>
                    <a:pt x="352708" y="-650"/>
                    <a:pt x="329575" y="15476"/>
                    <a:pt x="320644" y="39740"/>
                  </a:cubicBezTo>
                  <a:lnTo>
                    <a:pt x="-2120" y="914224"/>
                  </a:lnTo>
                  <a:close/>
                  <a:moveTo>
                    <a:pt x="704391" y="702875"/>
                  </a:moveTo>
                  <a:lnTo>
                    <a:pt x="771920" y="680507"/>
                  </a:lnTo>
                  <a:cubicBezTo>
                    <a:pt x="764096" y="693469"/>
                    <a:pt x="755591" y="706014"/>
                    <a:pt x="746405" y="718099"/>
                  </a:cubicBezTo>
                  <a:cubicBezTo>
                    <a:pt x="731011" y="713081"/>
                    <a:pt x="717063" y="708149"/>
                    <a:pt x="704391" y="702875"/>
                  </a:cubicBezTo>
                  <a:close/>
                  <a:moveTo>
                    <a:pt x="869387" y="846950"/>
                  </a:moveTo>
                  <a:lnTo>
                    <a:pt x="715789" y="897980"/>
                  </a:lnTo>
                  <a:cubicBezTo>
                    <a:pt x="714512" y="888982"/>
                    <a:pt x="714512" y="879847"/>
                    <a:pt x="715789" y="870849"/>
                  </a:cubicBezTo>
                  <a:lnTo>
                    <a:pt x="850932" y="826113"/>
                  </a:lnTo>
                  <a:cubicBezTo>
                    <a:pt x="857651" y="832474"/>
                    <a:pt x="863690" y="839449"/>
                    <a:pt x="869134" y="846950"/>
                  </a:cubicBezTo>
                  <a:close/>
                  <a:moveTo>
                    <a:pt x="827543" y="807487"/>
                  </a:moveTo>
                  <a:lnTo>
                    <a:pt x="723783" y="841507"/>
                  </a:lnTo>
                  <a:cubicBezTo>
                    <a:pt x="734414" y="818339"/>
                    <a:pt x="747767" y="796566"/>
                    <a:pt x="763756" y="776699"/>
                  </a:cubicBezTo>
                  <a:cubicBezTo>
                    <a:pt x="786040" y="784549"/>
                    <a:pt x="807302" y="794874"/>
                    <a:pt x="827288" y="807487"/>
                  </a:cubicBezTo>
                  <a:close/>
                  <a:moveTo>
                    <a:pt x="787570" y="649209"/>
                  </a:moveTo>
                  <a:lnTo>
                    <a:pt x="672668" y="687226"/>
                  </a:lnTo>
                  <a:cubicBezTo>
                    <a:pt x="662462" y="681196"/>
                    <a:pt x="653191" y="673661"/>
                    <a:pt x="645282" y="664858"/>
                  </a:cubicBezTo>
                  <a:lnTo>
                    <a:pt x="794798" y="615274"/>
                  </a:lnTo>
                  <a:cubicBezTo>
                    <a:pt x="794034" y="626900"/>
                    <a:pt x="791567" y="638348"/>
                    <a:pt x="787315" y="649209"/>
                  </a:cubicBezTo>
                  <a:close/>
                  <a:moveTo>
                    <a:pt x="789186" y="575300"/>
                  </a:moveTo>
                  <a:cubicBezTo>
                    <a:pt x="790716" y="580038"/>
                    <a:pt x="791993" y="584868"/>
                    <a:pt x="792927" y="589759"/>
                  </a:cubicBezTo>
                  <a:lnTo>
                    <a:pt x="631332" y="643425"/>
                  </a:lnTo>
                  <a:cubicBezTo>
                    <a:pt x="629036" y="638969"/>
                    <a:pt x="627080" y="634333"/>
                    <a:pt x="625550" y="629562"/>
                  </a:cubicBezTo>
                  <a:cubicBezTo>
                    <a:pt x="624019" y="624825"/>
                    <a:pt x="622742" y="619994"/>
                    <a:pt x="621808" y="615104"/>
                  </a:cubicBezTo>
                  <a:lnTo>
                    <a:pt x="783829" y="561437"/>
                  </a:lnTo>
                  <a:cubicBezTo>
                    <a:pt x="785870" y="565928"/>
                    <a:pt x="787570" y="570563"/>
                    <a:pt x="788930" y="575300"/>
                  </a:cubicBezTo>
                  <a:close/>
                  <a:moveTo>
                    <a:pt x="769794" y="539834"/>
                  </a:moveTo>
                  <a:lnTo>
                    <a:pt x="619341" y="589589"/>
                  </a:lnTo>
                  <a:cubicBezTo>
                    <a:pt x="620022" y="577945"/>
                    <a:pt x="622404" y="566472"/>
                    <a:pt x="626571" y="555569"/>
                  </a:cubicBezTo>
                  <a:lnTo>
                    <a:pt x="743430" y="516871"/>
                  </a:lnTo>
                  <a:cubicBezTo>
                    <a:pt x="753295" y="523114"/>
                    <a:pt x="762055" y="530862"/>
                    <a:pt x="769539" y="539834"/>
                  </a:cubicBezTo>
                  <a:close/>
                  <a:moveTo>
                    <a:pt x="605988" y="414301"/>
                  </a:moveTo>
                  <a:lnTo>
                    <a:pt x="676069" y="391082"/>
                  </a:lnTo>
                  <a:cubicBezTo>
                    <a:pt x="668415" y="403669"/>
                    <a:pt x="659059" y="416172"/>
                    <a:pt x="649790" y="429099"/>
                  </a:cubicBezTo>
                  <a:cubicBezTo>
                    <a:pt x="634055" y="424507"/>
                    <a:pt x="619341" y="419829"/>
                    <a:pt x="605732" y="414301"/>
                  </a:cubicBezTo>
                  <a:close/>
                  <a:moveTo>
                    <a:pt x="712556" y="501137"/>
                  </a:moveTo>
                  <a:lnTo>
                    <a:pt x="642389" y="524355"/>
                  </a:lnTo>
                  <a:cubicBezTo>
                    <a:pt x="650045" y="511768"/>
                    <a:pt x="659399" y="498840"/>
                    <a:pt x="668756" y="486338"/>
                  </a:cubicBezTo>
                  <a:cubicBezTo>
                    <a:pt x="683895" y="490846"/>
                    <a:pt x="698608" y="495608"/>
                    <a:pt x="712300" y="501137"/>
                  </a:cubicBezTo>
                  <a:close/>
                  <a:moveTo>
                    <a:pt x="691634" y="359784"/>
                  </a:moveTo>
                  <a:lnTo>
                    <a:pt x="574775" y="398481"/>
                  </a:lnTo>
                  <a:cubicBezTo>
                    <a:pt x="564910" y="392239"/>
                    <a:pt x="556149" y="384525"/>
                    <a:pt x="548664" y="375603"/>
                  </a:cubicBezTo>
                  <a:lnTo>
                    <a:pt x="698949" y="325849"/>
                  </a:lnTo>
                  <a:cubicBezTo>
                    <a:pt x="698183" y="337483"/>
                    <a:pt x="695631" y="348923"/>
                    <a:pt x="691378" y="359784"/>
                  </a:cubicBezTo>
                  <a:close/>
                  <a:moveTo>
                    <a:pt x="693249" y="285790"/>
                  </a:moveTo>
                  <a:cubicBezTo>
                    <a:pt x="694864" y="290544"/>
                    <a:pt x="696056" y="295401"/>
                    <a:pt x="696991" y="300334"/>
                  </a:cubicBezTo>
                  <a:lnTo>
                    <a:pt x="535396" y="354000"/>
                  </a:lnTo>
                  <a:cubicBezTo>
                    <a:pt x="533269" y="349476"/>
                    <a:pt x="531399" y="344849"/>
                    <a:pt x="529698" y="340137"/>
                  </a:cubicBezTo>
                  <a:cubicBezTo>
                    <a:pt x="528168" y="335366"/>
                    <a:pt x="526976" y="330509"/>
                    <a:pt x="526041" y="325594"/>
                  </a:cubicBezTo>
                  <a:lnTo>
                    <a:pt x="687636" y="272012"/>
                  </a:lnTo>
                  <a:cubicBezTo>
                    <a:pt x="689763" y="276460"/>
                    <a:pt x="691548" y="281070"/>
                    <a:pt x="692994" y="285790"/>
                  </a:cubicBezTo>
                  <a:close/>
                  <a:moveTo>
                    <a:pt x="672668" y="250749"/>
                  </a:moveTo>
                  <a:lnTo>
                    <a:pt x="523745" y="300079"/>
                  </a:lnTo>
                  <a:cubicBezTo>
                    <a:pt x="524426" y="288435"/>
                    <a:pt x="526808" y="276953"/>
                    <a:pt x="530975" y="266059"/>
                  </a:cubicBezTo>
                  <a:lnTo>
                    <a:pt x="644686" y="228381"/>
                  </a:lnTo>
                  <a:cubicBezTo>
                    <a:pt x="654976" y="234420"/>
                    <a:pt x="664333" y="241964"/>
                    <a:pt x="672412" y="250749"/>
                  </a:cubicBezTo>
                  <a:close/>
                  <a:moveTo>
                    <a:pt x="612451" y="212987"/>
                  </a:moveTo>
                  <a:lnTo>
                    <a:pt x="546538" y="234845"/>
                  </a:lnTo>
                  <a:cubicBezTo>
                    <a:pt x="553853" y="222768"/>
                    <a:pt x="562528" y="210691"/>
                    <a:pt x="572053" y="198274"/>
                  </a:cubicBezTo>
                  <a:cubicBezTo>
                    <a:pt x="585747" y="203121"/>
                    <a:pt x="599439" y="207799"/>
                    <a:pt x="612196" y="212987"/>
                  </a:cubicBezTo>
                  <a:close/>
                  <a:moveTo>
                    <a:pt x="528593" y="60578"/>
                  </a:moveTo>
                  <a:lnTo>
                    <a:pt x="603691" y="35658"/>
                  </a:lnTo>
                  <a:cubicBezTo>
                    <a:pt x="603353" y="47293"/>
                    <a:pt x="601141" y="58792"/>
                    <a:pt x="596974" y="69678"/>
                  </a:cubicBezTo>
                  <a:lnTo>
                    <a:pt x="515751" y="96554"/>
                  </a:lnTo>
                  <a:close/>
                  <a:moveTo>
                    <a:pt x="580983" y="100891"/>
                  </a:moveTo>
                  <a:cubicBezTo>
                    <a:pt x="573074" y="113479"/>
                    <a:pt x="563973" y="126406"/>
                    <a:pt x="553598" y="139419"/>
                  </a:cubicBezTo>
                  <a:cubicBezTo>
                    <a:pt x="539904" y="134724"/>
                    <a:pt x="526467" y="129332"/>
                    <a:pt x="513284" y="123259"/>
                  </a:cubicBezTo>
                  <a:close/>
                  <a:moveTo>
                    <a:pt x="490661" y="166380"/>
                  </a:moveTo>
                  <a:cubicBezTo>
                    <a:pt x="501207" y="171653"/>
                    <a:pt x="511924" y="176331"/>
                    <a:pt x="522723" y="180583"/>
                  </a:cubicBezTo>
                  <a:cubicBezTo>
                    <a:pt x="487939" y="229062"/>
                    <a:pt x="458427" y="284429"/>
                    <a:pt x="481986" y="355361"/>
                  </a:cubicBezTo>
                  <a:cubicBezTo>
                    <a:pt x="505545" y="426293"/>
                    <a:pt x="561421" y="452828"/>
                    <a:pt x="618066" y="470944"/>
                  </a:cubicBezTo>
                  <a:cubicBezTo>
                    <a:pt x="601480" y="492904"/>
                    <a:pt x="588213" y="517135"/>
                    <a:pt x="578517" y="542896"/>
                  </a:cubicBezTo>
                  <a:lnTo>
                    <a:pt x="355686" y="542896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B7414A05-9DB3-45B8-9D9A-50C4E7A0F363}"/>
                </a:ext>
              </a:extLst>
            </p:cNvPr>
            <p:cNvSpPr/>
            <p:nvPr/>
          </p:nvSpPr>
          <p:spPr>
            <a:xfrm>
              <a:off x="3998381" y="-5377046"/>
              <a:ext cx="1470634" cy="1233735"/>
            </a:xfrm>
            <a:custGeom>
              <a:avLst/>
              <a:gdLst>
                <a:gd name="connsiteX0" fmla="*/ 307751 w 1470634"/>
                <a:gd name="connsiteY0" fmla="*/ 1010671 h 1233735"/>
                <a:gd name="connsiteX1" fmla="*/ 214622 w 1470634"/>
                <a:gd name="connsiteY1" fmla="*/ 1157638 h 1233735"/>
                <a:gd name="connsiteX2" fmla="*/ 61532 w 1470634"/>
                <a:gd name="connsiteY2" fmla="*/ 1157638 h 1233735"/>
                <a:gd name="connsiteX3" fmla="*/ 9736 w 1470634"/>
                <a:gd name="connsiteY3" fmla="*/ 1155426 h 1233735"/>
                <a:gd name="connsiteX4" fmla="*/ 7524 w 1470634"/>
                <a:gd name="connsiteY4" fmla="*/ 1207222 h 1233735"/>
                <a:gd name="connsiteX5" fmla="*/ 59320 w 1470634"/>
                <a:gd name="connsiteY5" fmla="*/ 1209433 h 1233735"/>
                <a:gd name="connsiteX6" fmla="*/ 61532 w 1470634"/>
                <a:gd name="connsiteY6" fmla="*/ 1207222 h 1233735"/>
                <a:gd name="connsiteX7" fmla="*/ 242857 w 1470634"/>
                <a:gd name="connsiteY7" fmla="*/ 1206711 h 1233735"/>
                <a:gd name="connsiteX8" fmla="*/ 308007 w 1470634"/>
                <a:gd name="connsiteY8" fmla="*/ 1094275 h 1233735"/>
                <a:gd name="connsiteX9" fmla="*/ 391016 w 1470634"/>
                <a:gd name="connsiteY9" fmla="*/ 1233077 h 1233735"/>
                <a:gd name="connsiteX10" fmla="*/ 432860 w 1470634"/>
                <a:gd name="connsiteY10" fmla="*/ 1233077 h 1233735"/>
                <a:gd name="connsiteX11" fmla="*/ 758091 w 1470634"/>
                <a:gd name="connsiteY11" fmla="*/ 222088 h 1233735"/>
                <a:gd name="connsiteX12" fmla="*/ 940352 w 1470634"/>
                <a:gd name="connsiteY12" fmla="*/ 914905 h 1233735"/>
                <a:gd name="connsiteX13" fmla="*/ 1073712 w 1470634"/>
                <a:gd name="connsiteY13" fmla="*/ 914905 h 1233735"/>
                <a:gd name="connsiteX14" fmla="*/ 1241516 w 1470634"/>
                <a:gd name="connsiteY14" fmla="*/ 393293 h 1233735"/>
                <a:gd name="connsiteX15" fmla="*/ 1241516 w 1470634"/>
                <a:gd name="connsiteY15" fmla="*/ 914905 h 1233735"/>
                <a:gd name="connsiteX16" fmla="*/ 1468514 w 1470634"/>
                <a:gd name="connsiteY16" fmla="*/ 914905 h 1233735"/>
                <a:gd name="connsiteX17" fmla="*/ 1468514 w 1470634"/>
                <a:gd name="connsiteY17" fmla="*/ 61428 h 1233735"/>
                <a:gd name="connsiteX18" fmla="*/ 1421226 w 1470634"/>
                <a:gd name="connsiteY18" fmla="*/ 1383 h 1233735"/>
                <a:gd name="connsiteX19" fmla="*/ 1421226 w 1470634"/>
                <a:gd name="connsiteY19" fmla="*/ 766833 h 1233735"/>
                <a:gd name="connsiteX20" fmla="*/ 1429731 w 1470634"/>
                <a:gd name="connsiteY20" fmla="*/ 781461 h 1233735"/>
                <a:gd name="connsiteX21" fmla="*/ 1412806 w 1470634"/>
                <a:gd name="connsiteY21" fmla="*/ 798574 h 1233735"/>
                <a:gd name="connsiteX22" fmla="*/ 1395711 w 1470634"/>
                <a:gd name="connsiteY22" fmla="*/ 781666 h 1233735"/>
                <a:gd name="connsiteX23" fmla="*/ 1404216 w 1470634"/>
                <a:gd name="connsiteY23" fmla="*/ 766833 h 1233735"/>
                <a:gd name="connsiteX24" fmla="*/ 1404216 w 1470634"/>
                <a:gd name="connsiteY24" fmla="*/ -403 h 1233735"/>
                <a:gd name="connsiteX25" fmla="*/ 1362797 w 1470634"/>
                <a:gd name="connsiteY25" fmla="*/ -403 h 1233735"/>
                <a:gd name="connsiteX26" fmla="*/ 1362797 w 1470634"/>
                <a:gd name="connsiteY26" fmla="*/ 766408 h 1233735"/>
                <a:gd name="connsiteX27" fmla="*/ 1369006 w 1470634"/>
                <a:gd name="connsiteY27" fmla="*/ 789643 h 1233735"/>
                <a:gd name="connsiteX28" fmla="*/ 1345787 w 1470634"/>
                <a:gd name="connsiteY28" fmla="*/ 795869 h 1233735"/>
                <a:gd name="connsiteX29" fmla="*/ 1337282 w 1470634"/>
                <a:gd name="connsiteY29" fmla="*/ 781036 h 1233735"/>
                <a:gd name="connsiteX30" fmla="*/ 1345787 w 1470634"/>
                <a:gd name="connsiteY30" fmla="*/ 766408 h 1233735"/>
                <a:gd name="connsiteX31" fmla="*/ 1345787 w 1470634"/>
                <a:gd name="connsiteY31" fmla="*/ -403 h 1233735"/>
                <a:gd name="connsiteX32" fmla="*/ 1304367 w 1470634"/>
                <a:gd name="connsiteY32" fmla="*/ -403 h 1233735"/>
                <a:gd name="connsiteX33" fmla="*/ 1304367 w 1470634"/>
                <a:gd name="connsiteY33" fmla="*/ 766408 h 1233735"/>
                <a:gd name="connsiteX34" fmla="*/ 1310575 w 1470634"/>
                <a:gd name="connsiteY34" fmla="*/ 789643 h 1233735"/>
                <a:gd name="connsiteX35" fmla="*/ 1287357 w 1470634"/>
                <a:gd name="connsiteY35" fmla="*/ 795869 h 1233735"/>
                <a:gd name="connsiteX36" fmla="*/ 1278852 w 1470634"/>
                <a:gd name="connsiteY36" fmla="*/ 781036 h 1233735"/>
                <a:gd name="connsiteX37" fmla="*/ 1287357 w 1470634"/>
                <a:gd name="connsiteY37" fmla="*/ 766408 h 1233735"/>
                <a:gd name="connsiteX38" fmla="*/ 1287357 w 1470634"/>
                <a:gd name="connsiteY38" fmla="*/ -403 h 1233735"/>
                <a:gd name="connsiteX39" fmla="*/ 1240069 w 1470634"/>
                <a:gd name="connsiteY39" fmla="*/ -403 h 1233735"/>
                <a:gd name="connsiteX40" fmla="*/ 1240069 w 1470634"/>
                <a:gd name="connsiteY40" fmla="*/ 447 h 1233735"/>
                <a:gd name="connsiteX41" fmla="*/ 1238113 w 1470634"/>
                <a:gd name="connsiteY41" fmla="*/ -658 h 1233735"/>
                <a:gd name="connsiteX42" fmla="*/ 1021746 w 1470634"/>
                <a:gd name="connsiteY42" fmla="*/ 671917 h 1233735"/>
                <a:gd name="connsiteX43" fmla="*/ 837103 w 1470634"/>
                <a:gd name="connsiteY43" fmla="*/ 22 h 1233735"/>
                <a:gd name="connsiteX44" fmla="*/ 741336 w 1470634"/>
                <a:gd name="connsiteY44" fmla="*/ 22 h 1233735"/>
                <a:gd name="connsiteX45" fmla="*/ 384126 w 1470634"/>
                <a:gd name="connsiteY45" fmla="*/ 1135780 h 12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70634" h="1233735">
                  <a:moveTo>
                    <a:pt x="307751" y="1010671"/>
                  </a:moveTo>
                  <a:lnTo>
                    <a:pt x="214622" y="1157638"/>
                  </a:lnTo>
                  <a:lnTo>
                    <a:pt x="61532" y="1157638"/>
                  </a:lnTo>
                  <a:cubicBezTo>
                    <a:pt x="47838" y="1142729"/>
                    <a:pt x="24619" y="1141733"/>
                    <a:pt x="9736" y="1155426"/>
                  </a:cubicBezTo>
                  <a:cubicBezTo>
                    <a:pt x="-5148" y="1169120"/>
                    <a:pt x="-6168" y="1192313"/>
                    <a:pt x="7524" y="1207222"/>
                  </a:cubicBezTo>
                  <a:cubicBezTo>
                    <a:pt x="21218" y="1222131"/>
                    <a:pt x="44437" y="1223126"/>
                    <a:pt x="59320" y="1209433"/>
                  </a:cubicBezTo>
                  <a:cubicBezTo>
                    <a:pt x="60085" y="1208727"/>
                    <a:pt x="60851" y="1207987"/>
                    <a:pt x="61532" y="1207222"/>
                  </a:cubicBezTo>
                  <a:lnTo>
                    <a:pt x="242857" y="1206711"/>
                  </a:lnTo>
                  <a:lnTo>
                    <a:pt x="308007" y="1094275"/>
                  </a:lnTo>
                  <a:lnTo>
                    <a:pt x="391016" y="1233077"/>
                  </a:lnTo>
                  <a:lnTo>
                    <a:pt x="432860" y="1233077"/>
                  </a:lnTo>
                  <a:lnTo>
                    <a:pt x="758091" y="222088"/>
                  </a:lnTo>
                  <a:lnTo>
                    <a:pt x="940352" y="914905"/>
                  </a:lnTo>
                  <a:lnTo>
                    <a:pt x="1073712" y="914905"/>
                  </a:lnTo>
                  <a:lnTo>
                    <a:pt x="1241516" y="393293"/>
                  </a:lnTo>
                  <a:lnTo>
                    <a:pt x="1241516" y="914905"/>
                  </a:lnTo>
                  <a:lnTo>
                    <a:pt x="1468514" y="914905"/>
                  </a:lnTo>
                  <a:lnTo>
                    <a:pt x="1468514" y="61428"/>
                  </a:lnTo>
                  <a:cubicBezTo>
                    <a:pt x="1468514" y="32902"/>
                    <a:pt x="1448952" y="8093"/>
                    <a:pt x="1421226" y="1383"/>
                  </a:cubicBezTo>
                  <a:lnTo>
                    <a:pt x="1421226" y="766833"/>
                  </a:lnTo>
                  <a:cubicBezTo>
                    <a:pt x="1426415" y="769852"/>
                    <a:pt x="1429731" y="775423"/>
                    <a:pt x="1429731" y="781461"/>
                  </a:cubicBezTo>
                  <a:cubicBezTo>
                    <a:pt x="1429816" y="790860"/>
                    <a:pt x="1422247" y="798514"/>
                    <a:pt x="1412806" y="798574"/>
                  </a:cubicBezTo>
                  <a:cubicBezTo>
                    <a:pt x="1403452" y="798633"/>
                    <a:pt x="1395796" y="791064"/>
                    <a:pt x="1395711" y="781666"/>
                  </a:cubicBezTo>
                  <a:cubicBezTo>
                    <a:pt x="1395711" y="775551"/>
                    <a:pt x="1398944" y="769886"/>
                    <a:pt x="1404216" y="766833"/>
                  </a:cubicBezTo>
                  <a:lnTo>
                    <a:pt x="1404216" y="-403"/>
                  </a:lnTo>
                  <a:lnTo>
                    <a:pt x="1362797" y="-403"/>
                  </a:lnTo>
                  <a:lnTo>
                    <a:pt x="1362797" y="766408"/>
                  </a:lnTo>
                  <a:cubicBezTo>
                    <a:pt x="1370962" y="771102"/>
                    <a:pt x="1373684" y="781504"/>
                    <a:pt x="1369006" y="789643"/>
                  </a:cubicBezTo>
                  <a:cubicBezTo>
                    <a:pt x="1364328" y="797783"/>
                    <a:pt x="1353952" y="800564"/>
                    <a:pt x="1345787" y="795869"/>
                  </a:cubicBezTo>
                  <a:cubicBezTo>
                    <a:pt x="1340513" y="792816"/>
                    <a:pt x="1337282" y="787151"/>
                    <a:pt x="1337282" y="781036"/>
                  </a:cubicBezTo>
                  <a:cubicBezTo>
                    <a:pt x="1337282" y="774998"/>
                    <a:pt x="1340513" y="769427"/>
                    <a:pt x="1345787" y="766408"/>
                  </a:cubicBezTo>
                  <a:lnTo>
                    <a:pt x="1345787" y="-403"/>
                  </a:lnTo>
                  <a:lnTo>
                    <a:pt x="1304367" y="-403"/>
                  </a:lnTo>
                  <a:lnTo>
                    <a:pt x="1304367" y="766408"/>
                  </a:lnTo>
                  <a:cubicBezTo>
                    <a:pt x="1312531" y="771102"/>
                    <a:pt x="1315254" y="781504"/>
                    <a:pt x="1310575" y="789643"/>
                  </a:cubicBezTo>
                  <a:cubicBezTo>
                    <a:pt x="1305897" y="797783"/>
                    <a:pt x="1295521" y="800564"/>
                    <a:pt x="1287357" y="795869"/>
                  </a:cubicBezTo>
                  <a:cubicBezTo>
                    <a:pt x="1282085" y="792816"/>
                    <a:pt x="1278852" y="787151"/>
                    <a:pt x="1278852" y="781036"/>
                  </a:cubicBezTo>
                  <a:cubicBezTo>
                    <a:pt x="1278852" y="774998"/>
                    <a:pt x="1282085" y="769427"/>
                    <a:pt x="1287357" y="766408"/>
                  </a:cubicBezTo>
                  <a:lnTo>
                    <a:pt x="1287357" y="-403"/>
                  </a:lnTo>
                  <a:lnTo>
                    <a:pt x="1240069" y="-403"/>
                  </a:lnTo>
                  <a:lnTo>
                    <a:pt x="1240069" y="447"/>
                  </a:lnTo>
                  <a:lnTo>
                    <a:pt x="1238113" y="-658"/>
                  </a:lnTo>
                  <a:lnTo>
                    <a:pt x="1021746" y="671917"/>
                  </a:lnTo>
                  <a:lnTo>
                    <a:pt x="837103" y="22"/>
                  </a:lnTo>
                  <a:lnTo>
                    <a:pt x="741336" y="22"/>
                  </a:lnTo>
                  <a:lnTo>
                    <a:pt x="384126" y="113578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EA97499F-4A0F-4FD8-B159-729FBE394DC3}"/>
                </a:ext>
              </a:extLst>
            </p:cNvPr>
            <p:cNvSpPr/>
            <p:nvPr/>
          </p:nvSpPr>
          <p:spPr>
            <a:xfrm>
              <a:off x="4092309" y="-5561860"/>
              <a:ext cx="176734" cy="60300"/>
            </a:xfrm>
            <a:custGeom>
              <a:avLst/>
              <a:gdLst>
                <a:gd name="connsiteX0" fmla="*/ 117546 w 176734"/>
                <a:gd name="connsiteY0" fmla="*/ -658 h 60300"/>
                <a:gd name="connsiteX1" fmla="*/ 109041 w 176734"/>
                <a:gd name="connsiteY1" fmla="*/ -658 h 60300"/>
                <a:gd name="connsiteX2" fmla="*/ -588 w 176734"/>
                <a:gd name="connsiteY2" fmla="*/ 20009 h 60300"/>
                <a:gd name="connsiteX3" fmla="*/ -2120 w 176734"/>
                <a:gd name="connsiteY3" fmla="*/ 45013 h 60300"/>
                <a:gd name="connsiteX4" fmla="*/ -2120 w 176734"/>
                <a:gd name="connsiteY4" fmla="*/ 45013 h 60300"/>
                <a:gd name="connsiteX5" fmla="*/ 43042 w 176734"/>
                <a:gd name="connsiteY5" fmla="*/ 59642 h 60300"/>
                <a:gd name="connsiteX6" fmla="*/ 43042 w 176734"/>
                <a:gd name="connsiteY6" fmla="*/ 59642 h 60300"/>
                <a:gd name="connsiteX7" fmla="*/ 60478 w 176734"/>
                <a:gd name="connsiteY7" fmla="*/ 32426 h 60300"/>
                <a:gd name="connsiteX8" fmla="*/ 80040 w 176734"/>
                <a:gd name="connsiteY8" fmla="*/ 33532 h 60300"/>
                <a:gd name="connsiteX9" fmla="*/ 98324 w 176734"/>
                <a:gd name="connsiteY9" fmla="*/ 32511 h 60300"/>
                <a:gd name="connsiteX10" fmla="*/ 115760 w 176734"/>
                <a:gd name="connsiteY10" fmla="*/ 59642 h 60300"/>
                <a:gd name="connsiteX11" fmla="*/ 115760 w 176734"/>
                <a:gd name="connsiteY11" fmla="*/ 59642 h 60300"/>
                <a:gd name="connsiteX12" fmla="*/ 160922 w 176734"/>
                <a:gd name="connsiteY12" fmla="*/ 45013 h 60300"/>
                <a:gd name="connsiteX13" fmla="*/ 160922 w 176734"/>
                <a:gd name="connsiteY13" fmla="*/ 45013 h 60300"/>
                <a:gd name="connsiteX14" fmla="*/ 159051 w 176734"/>
                <a:gd name="connsiteY14" fmla="*/ 13120 h 60300"/>
                <a:gd name="connsiteX15" fmla="*/ 174614 w 176734"/>
                <a:gd name="connsiteY15" fmla="*/ 3169 h 60300"/>
                <a:gd name="connsiteX16" fmla="*/ 117546 w 176734"/>
                <a:gd name="connsiteY16" fmla="*/ -658 h 6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734" h="60300">
                  <a:moveTo>
                    <a:pt x="117546" y="-658"/>
                  </a:moveTo>
                  <a:lnTo>
                    <a:pt x="109041" y="-658"/>
                  </a:lnTo>
                  <a:cubicBezTo>
                    <a:pt x="59288" y="-658"/>
                    <a:pt x="23991" y="7847"/>
                    <a:pt x="-588" y="20009"/>
                  </a:cubicBezTo>
                  <a:lnTo>
                    <a:pt x="-2120" y="45013"/>
                  </a:lnTo>
                  <a:lnTo>
                    <a:pt x="-2120" y="45013"/>
                  </a:lnTo>
                  <a:lnTo>
                    <a:pt x="43042" y="59642"/>
                  </a:lnTo>
                  <a:lnTo>
                    <a:pt x="43042" y="59642"/>
                  </a:lnTo>
                  <a:lnTo>
                    <a:pt x="60478" y="32426"/>
                  </a:lnTo>
                  <a:cubicBezTo>
                    <a:pt x="66941" y="33183"/>
                    <a:pt x="73491" y="33549"/>
                    <a:pt x="80040" y="33532"/>
                  </a:cubicBezTo>
                  <a:cubicBezTo>
                    <a:pt x="86163" y="33532"/>
                    <a:pt x="92286" y="33192"/>
                    <a:pt x="98324" y="32511"/>
                  </a:cubicBezTo>
                  <a:lnTo>
                    <a:pt x="115760" y="59642"/>
                  </a:lnTo>
                  <a:lnTo>
                    <a:pt x="115760" y="59642"/>
                  </a:lnTo>
                  <a:lnTo>
                    <a:pt x="160922" y="45013"/>
                  </a:lnTo>
                  <a:lnTo>
                    <a:pt x="160922" y="45013"/>
                  </a:lnTo>
                  <a:lnTo>
                    <a:pt x="159051" y="13120"/>
                  </a:lnTo>
                  <a:cubicBezTo>
                    <a:pt x="164408" y="10092"/>
                    <a:pt x="169597" y="6775"/>
                    <a:pt x="174614" y="3169"/>
                  </a:cubicBezTo>
                  <a:cubicBezTo>
                    <a:pt x="153181" y="1213"/>
                    <a:pt x="136171" y="107"/>
                    <a:pt x="117546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EF0FA2B4-B562-422C-86E9-D0741A864FFD}"/>
                </a:ext>
              </a:extLst>
            </p:cNvPr>
            <p:cNvSpPr/>
            <p:nvPr/>
          </p:nvSpPr>
          <p:spPr>
            <a:xfrm>
              <a:off x="3983532" y="-5879862"/>
              <a:ext cx="380769" cy="217047"/>
            </a:xfrm>
            <a:custGeom>
              <a:avLst/>
              <a:gdLst>
                <a:gd name="connsiteX0" fmla="*/ 102745 w 380769"/>
                <a:gd name="connsiteY0" fmla="*/ 176246 h 217047"/>
                <a:gd name="connsiteX1" fmla="*/ 204296 w 380769"/>
                <a:gd name="connsiteY1" fmla="*/ 108937 h 217047"/>
                <a:gd name="connsiteX2" fmla="*/ 262044 w 380769"/>
                <a:gd name="connsiteY2" fmla="*/ 150731 h 217047"/>
                <a:gd name="connsiteX3" fmla="*/ 296745 w 380769"/>
                <a:gd name="connsiteY3" fmla="*/ 149200 h 217047"/>
                <a:gd name="connsiteX4" fmla="*/ 308568 w 380769"/>
                <a:gd name="connsiteY4" fmla="*/ 149200 h 217047"/>
                <a:gd name="connsiteX5" fmla="*/ 363084 w 380769"/>
                <a:gd name="connsiteY5" fmla="*/ 170122 h 217047"/>
                <a:gd name="connsiteX6" fmla="*/ 378649 w 380769"/>
                <a:gd name="connsiteY6" fmla="*/ 178627 h 217047"/>
                <a:gd name="connsiteX7" fmla="*/ 378649 w 380769"/>
                <a:gd name="connsiteY7" fmla="*/ 164339 h 217047"/>
                <a:gd name="connsiteX8" fmla="*/ 378649 w 380769"/>
                <a:gd name="connsiteY8" fmla="*/ 164339 h 217047"/>
                <a:gd name="connsiteX9" fmla="*/ 348115 w 380769"/>
                <a:gd name="connsiteY9" fmla="*/ 156344 h 217047"/>
                <a:gd name="connsiteX10" fmla="*/ 336124 w 380769"/>
                <a:gd name="connsiteY10" fmla="*/ 119602 h 217047"/>
                <a:gd name="connsiteX11" fmla="*/ 356195 w 380769"/>
                <a:gd name="connsiteY11" fmla="*/ 95193 h 217047"/>
                <a:gd name="connsiteX12" fmla="*/ 356195 w 380769"/>
                <a:gd name="connsiteY12" fmla="*/ 95193 h 217047"/>
                <a:gd name="connsiteX13" fmla="*/ 328298 w 380769"/>
                <a:gd name="connsiteY13" fmla="*/ 56750 h 217047"/>
                <a:gd name="connsiteX14" fmla="*/ 328298 w 380769"/>
                <a:gd name="connsiteY14" fmla="*/ 56750 h 217047"/>
                <a:gd name="connsiteX15" fmla="*/ 298701 w 380769"/>
                <a:gd name="connsiteY15" fmla="*/ 68402 h 217047"/>
                <a:gd name="connsiteX16" fmla="*/ 267488 w 380769"/>
                <a:gd name="connsiteY16" fmla="*/ 45864 h 217047"/>
                <a:gd name="connsiteX17" fmla="*/ 269444 w 380769"/>
                <a:gd name="connsiteY17" fmla="*/ 13970 h 217047"/>
                <a:gd name="connsiteX18" fmla="*/ 224282 w 380769"/>
                <a:gd name="connsiteY18" fmla="*/ -658 h 217047"/>
                <a:gd name="connsiteX19" fmla="*/ 224282 w 380769"/>
                <a:gd name="connsiteY19" fmla="*/ -658 h 217047"/>
                <a:gd name="connsiteX20" fmla="*/ 207272 w 380769"/>
                <a:gd name="connsiteY20" fmla="*/ 26473 h 217047"/>
                <a:gd name="connsiteX21" fmla="*/ 188902 w 380769"/>
                <a:gd name="connsiteY21" fmla="*/ 25452 h 217047"/>
                <a:gd name="connsiteX22" fmla="*/ 169255 w 380769"/>
                <a:gd name="connsiteY22" fmla="*/ 26643 h 217047"/>
                <a:gd name="connsiteX23" fmla="*/ 152245 w 380769"/>
                <a:gd name="connsiteY23" fmla="*/ -658 h 217047"/>
                <a:gd name="connsiteX24" fmla="*/ 152245 w 380769"/>
                <a:gd name="connsiteY24" fmla="*/ -658 h 217047"/>
                <a:gd name="connsiteX25" fmla="*/ 107083 w 380769"/>
                <a:gd name="connsiteY25" fmla="*/ 13970 h 217047"/>
                <a:gd name="connsiteX26" fmla="*/ 109039 w 380769"/>
                <a:gd name="connsiteY26" fmla="*/ 46544 h 217047"/>
                <a:gd name="connsiteX27" fmla="*/ 78763 w 380769"/>
                <a:gd name="connsiteY27" fmla="*/ 68743 h 217047"/>
                <a:gd name="connsiteX28" fmla="*/ 48229 w 380769"/>
                <a:gd name="connsiteY28" fmla="*/ 56750 h 217047"/>
                <a:gd name="connsiteX29" fmla="*/ 20332 w 380769"/>
                <a:gd name="connsiteY29" fmla="*/ 95193 h 217047"/>
                <a:gd name="connsiteX30" fmla="*/ 20332 w 380769"/>
                <a:gd name="connsiteY30" fmla="*/ 95193 h 217047"/>
                <a:gd name="connsiteX31" fmla="*/ 41254 w 380769"/>
                <a:gd name="connsiteY31" fmla="*/ 120708 h 217047"/>
                <a:gd name="connsiteX32" fmla="*/ 29774 w 380769"/>
                <a:gd name="connsiteY32" fmla="*/ 156259 h 217047"/>
                <a:gd name="connsiteX33" fmla="*/ -2120 w 380769"/>
                <a:gd name="connsiteY33" fmla="*/ 164764 h 217047"/>
                <a:gd name="connsiteX34" fmla="*/ -2120 w 380769"/>
                <a:gd name="connsiteY34" fmla="*/ 212307 h 217047"/>
                <a:gd name="connsiteX35" fmla="*/ 13698 w 380769"/>
                <a:gd name="connsiteY35" fmla="*/ 216389 h 217047"/>
                <a:gd name="connsiteX36" fmla="*/ 102745 w 380769"/>
                <a:gd name="connsiteY36" fmla="*/ 176246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80769" h="217047">
                  <a:moveTo>
                    <a:pt x="102745" y="176246"/>
                  </a:moveTo>
                  <a:cubicBezTo>
                    <a:pt x="112187" y="129613"/>
                    <a:pt x="157687" y="99480"/>
                    <a:pt x="204296" y="108937"/>
                  </a:cubicBezTo>
                  <a:cubicBezTo>
                    <a:pt x="228705" y="113878"/>
                    <a:pt x="249712" y="129120"/>
                    <a:pt x="262044" y="150731"/>
                  </a:cubicBezTo>
                  <a:cubicBezTo>
                    <a:pt x="273101" y="149795"/>
                    <a:pt x="284498" y="149200"/>
                    <a:pt x="296745" y="149200"/>
                  </a:cubicBezTo>
                  <a:cubicBezTo>
                    <a:pt x="300657" y="149200"/>
                    <a:pt x="304569" y="149200"/>
                    <a:pt x="308568" y="149200"/>
                  </a:cubicBezTo>
                  <a:cubicBezTo>
                    <a:pt x="328979" y="149880"/>
                    <a:pt x="347094" y="160596"/>
                    <a:pt x="363084" y="170122"/>
                  </a:cubicBezTo>
                  <a:cubicBezTo>
                    <a:pt x="368271" y="173184"/>
                    <a:pt x="373630" y="176331"/>
                    <a:pt x="378649" y="178627"/>
                  </a:cubicBezTo>
                  <a:lnTo>
                    <a:pt x="378649" y="164339"/>
                  </a:lnTo>
                  <a:lnTo>
                    <a:pt x="378649" y="164339"/>
                  </a:lnTo>
                  <a:lnTo>
                    <a:pt x="348115" y="156344"/>
                  </a:lnTo>
                  <a:cubicBezTo>
                    <a:pt x="345563" y="143663"/>
                    <a:pt x="341566" y="131331"/>
                    <a:pt x="336124" y="119602"/>
                  </a:cubicBezTo>
                  <a:lnTo>
                    <a:pt x="356195" y="95193"/>
                  </a:lnTo>
                  <a:lnTo>
                    <a:pt x="356195" y="95193"/>
                  </a:lnTo>
                  <a:lnTo>
                    <a:pt x="328298" y="56750"/>
                  </a:lnTo>
                  <a:lnTo>
                    <a:pt x="328298" y="56750"/>
                  </a:lnTo>
                  <a:lnTo>
                    <a:pt x="298701" y="68402"/>
                  </a:lnTo>
                  <a:cubicBezTo>
                    <a:pt x="289176" y="59685"/>
                    <a:pt x="278715" y="52124"/>
                    <a:pt x="267488" y="45864"/>
                  </a:cubicBezTo>
                  <a:lnTo>
                    <a:pt x="269444" y="13970"/>
                  </a:lnTo>
                  <a:lnTo>
                    <a:pt x="224282" y="-658"/>
                  </a:lnTo>
                  <a:lnTo>
                    <a:pt x="224282" y="-658"/>
                  </a:lnTo>
                  <a:lnTo>
                    <a:pt x="207272" y="26473"/>
                  </a:lnTo>
                  <a:cubicBezTo>
                    <a:pt x="201149" y="25792"/>
                    <a:pt x="195025" y="25452"/>
                    <a:pt x="188902" y="25452"/>
                  </a:cubicBezTo>
                  <a:cubicBezTo>
                    <a:pt x="182353" y="25418"/>
                    <a:pt x="175804" y="25818"/>
                    <a:pt x="169255" y="26643"/>
                  </a:cubicBezTo>
                  <a:lnTo>
                    <a:pt x="152245" y="-658"/>
                  </a:lnTo>
                  <a:lnTo>
                    <a:pt x="152245" y="-658"/>
                  </a:lnTo>
                  <a:lnTo>
                    <a:pt x="107083" y="13970"/>
                  </a:lnTo>
                  <a:lnTo>
                    <a:pt x="109039" y="46544"/>
                  </a:lnTo>
                  <a:cubicBezTo>
                    <a:pt x="98152" y="52770"/>
                    <a:pt x="87947" y="60212"/>
                    <a:pt x="78763" y="68743"/>
                  </a:cubicBezTo>
                  <a:lnTo>
                    <a:pt x="48229" y="56750"/>
                  </a:lnTo>
                  <a:lnTo>
                    <a:pt x="20332" y="95193"/>
                  </a:lnTo>
                  <a:lnTo>
                    <a:pt x="20332" y="95193"/>
                  </a:lnTo>
                  <a:lnTo>
                    <a:pt x="41254" y="120708"/>
                  </a:lnTo>
                  <a:cubicBezTo>
                    <a:pt x="36067" y="132079"/>
                    <a:pt x="32238" y="144003"/>
                    <a:pt x="29774" y="156259"/>
                  </a:cubicBezTo>
                  <a:lnTo>
                    <a:pt x="-2120" y="164764"/>
                  </a:lnTo>
                  <a:lnTo>
                    <a:pt x="-2120" y="212307"/>
                  </a:lnTo>
                  <a:lnTo>
                    <a:pt x="13698" y="216389"/>
                  </a:lnTo>
                  <a:cubicBezTo>
                    <a:pt x="41169" y="198605"/>
                    <a:pt x="71192" y="185074"/>
                    <a:pt x="102745" y="17624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3A0D3815-E8A3-4C71-B851-F9B0B3C42A9C}"/>
                </a:ext>
              </a:extLst>
            </p:cNvPr>
            <p:cNvSpPr/>
            <p:nvPr/>
          </p:nvSpPr>
          <p:spPr>
            <a:xfrm>
              <a:off x="3901287" y="-5706957"/>
              <a:ext cx="606662" cy="1245049"/>
            </a:xfrm>
            <a:custGeom>
              <a:avLst/>
              <a:gdLst>
                <a:gd name="connsiteX0" fmla="*/ 87778 w 606662"/>
                <a:gd name="connsiteY0" fmla="*/ 465248 h 1245049"/>
                <a:gd name="connsiteX1" fmla="*/ 158541 w 606662"/>
                <a:gd name="connsiteY1" fmla="*/ 519425 h 1245049"/>
                <a:gd name="connsiteX2" fmla="*/ 158541 w 606662"/>
                <a:gd name="connsiteY2" fmla="*/ 864813 h 1245049"/>
                <a:gd name="connsiteX3" fmla="*/ -1099 w 606662"/>
                <a:gd name="connsiteY3" fmla="*/ 1054985 h 1245049"/>
                <a:gd name="connsiteX4" fmla="*/ 56140 w 606662"/>
                <a:gd name="connsiteY4" fmla="*/ 1186132 h 1245049"/>
                <a:gd name="connsiteX5" fmla="*/ 158200 w 606662"/>
                <a:gd name="connsiteY5" fmla="*/ 1237927 h 1245049"/>
                <a:gd name="connsiteX6" fmla="*/ 158200 w 606662"/>
                <a:gd name="connsiteY6" fmla="*/ 1244391 h 1245049"/>
                <a:gd name="connsiteX7" fmla="*/ 385113 w 606662"/>
                <a:gd name="connsiteY7" fmla="*/ 1244391 h 1245049"/>
                <a:gd name="connsiteX8" fmla="*/ 385113 w 606662"/>
                <a:gd name="connsiteY8" fmla="*/ 1214623 h 1245049"/>
                <a:gd name="connsiteX9" fmla="*/ 416328 w 606662"/>
                <a:gd name="connsiteY9" fmla="*/ 1200080 h 1245049"/>
                <a:gd name="connsiteX10" fmla="*/ 509883 w 606662"/>
                <a:gd name="connsiteY10" fmla="*/ 1088069 h 1245049"/>
                <a:gd name="connsiteX11" fmla="*/ 440566 w 606662"/>
                <a:gd name="connsiteY11" fmla="*/ 1005145 h 1245049"/>
                <a:gd name="connsiteX12" fmla="*/ 392088 w 606662"/>
                <a:gd name="connsiteY12" fmla="*/ 1001148 h 1245049"/>
                <a:gd name="connsiteX13" fmla="*/ 392088 w 606662"/>
                <a:gd name="connsiteY13" fmla="*/ 1047245 h 1245049"/>
                <a:gd name="connsiteX14" fmla="*/ 399233 w 606662"/>
                <a:gd name="connsiteY14" fmla="*/ 1101677 h 1245049"/>
                <a:gd name="connsiteX15" fmla="*/ 384943 w 606662"/>
                <a:gd name="connsiteY15" fmla="*/ 1108736 h 1245049"/>
                <a:gd name="connsiteX16" fmla="*/ 384943 w 606662"/>
                <a:gd name="connsiteY16" fmla="*/ 1092832 h 1245049"/>
                <a:gd name="connsiteX17" fmla="*/ 385368 w 606662"/>
                <a:gd name="connsiteY17" fmla="*/ 1092832 h 1245049"/>
                <a:gd name="connsiteX18" fmla="*/ 385368 w 606662"/>
                <a:gd name="connsiteY18" fmla="*/ 892709 h 1245049"/>
                <a:gd name="connsiteX19" fmla="*/ 538969 w 606662"/>
                <a:gd name="connsiteY19" fmla="*/ 693182 h 1245049"/>
                <a:gd name="connsiteX20" fmla="*/ 384943 w 606662"/>
                <a:gd name="connsiteY20" fmla="*/ 500799 h 1245049"/>
                <a:gd name="connsiteX21" fmla="*/ 384943 w 606662"/>
                <a:gd name="connsiteY21" fmla="*/ 329508 h 1245049"/>
                <a:gd name="connsiteX22" fmla="*/ 158030 w 606662"/>
                <a:gd name="connsiteY22" fmla="*/ 329508 h 1245049"/>
                <a:gd name="connsiteX23" fmla="*/ 158030 w 606662"/>
                <a:gd name="connsiteY23" fmla="*/ 380538 h 1245049"/>
                <a:gd name="connsiteX24" fmla="*/ 107425 w 606662"/>
                <a:gd name="connsiteY24" fmla="*/ 268697 h 1245049"/>
                <a:gd name="connsiteX25" fmla="*/ 299128 w 606662"/>
                <a:gd name="connsiteY25" fmla="*/ 122156 h 1245049"/>
                <a:gd name="connsiteX26" fmla="*/ 308398 w 606662"/>
                <a:gd name="connsiteY26" fmla="*/ 122156 h 1245049"/>
                <a:gd name="connsiteX27" fmla="*/ 374907 w 606662"/>
                <a:gd name="connsiteY27" fmla="*/ 126834 h 1245049"/>
                <a:gd name="connsiteX28" fmla="*/ 502482 w 606662"/>
                <a:gd name="connsiteY28" fmla="*/ 116968 h 1245049"/>
                <a:gd name="connsiteX29" fmla="*/ 514644 w 606662"/>
                <a:gd name="connsiteY29" fmla="*/ 110674 h 1245049"/>
                <a:gd name="connsiteX30" fmla="*/ 581664 w 606662"/>
                <a:gd name="connsiteY30" fmla="*/ 171655 h 1245049"/>
                <a:gd name="connsiteX31" fmla="*/ 580728 w 606662"/>
                <a:gd name="connsiteY31" fmla="*/ 139421 h 1245049"/>
                <a:gd name="connsiteX32" fmla="*/ 604542 w 606662"/>
                <a:gd name="connsiteY32" fmla="*/ 143929 h 1245049"/>
                <a:gd name="connsiteX33" fmla="*/ 533271 w 606662"/>
                <a:gd name="connsiteY33" fmla="*/ 92899 h 1245049"/>
                <a:gd name="connsiteX34" fmla="*/ 530294 w 606662"/>
                <a:gd name="connsiteY34" fmla="*/ 51820 h 1245049"/>
                <a:gd name="connsiteX35" fmla="*/ 474330 w 606662"/>
                <a:gd name="connsiteY35" fmla="*/ 34810 h 1245049"/>
                <a:gd name="connsiteX36" fmla="*/ 389706 w 606662"/>
                <a:gd name="connsiteY36" fmla="*/ -486 h 1245049"/>
                <a:gd name="connsiteX37" fmla="*/ 244695 w 606662"/>
                <a:gd name="connsiteY37" fmla="*/ 15078 h 1245049"/>
                <a:gd name="connsiteX38" fmla="*/ 235341 w 606662"/>
                <a:gd name="connsiteY38" fmla="*/ 16184 h 1245049"/>
                <a:gd name="connsiteX39" fmla="*/ -2120 w 606662"/>
                <a:gd name="connsiteY39" fmla="*/ 269122 h 1245049"/>
                <a:gd name="connsiteX40" fmla="*/ 87778 w 606662"/>
                <a:gd name="connsiteY40" fmla="*/ 465248 h 1245049"/>
                <a:gd name="connsiteX41" fmla="*/ 158541 w 606662"/>
                <a:gd name="connsiteY41" fmla="*/ 1123705 h 1245049"/>
                <a:gd name="connsiteX42" fmla="*/ 133536 w 606662"/>
                <a:gd name="connsiteY42" fmla="*/ 1105674 h 1245049"/>
                <a:gd name="connsiteX43" fmla="*/ 110571 w 606662"/>
                <a:gd name="connsiteY43" fmla="*/ 1054644 h 1245049"/>
                <a:gd name="connsiteX44" fmla="*/ 158541 w 606662"/>
                <a:gd name="connsiteY44" fmla="*/ 989496 h 1245049"/>
                <a:gd name="connsiteX45" fmla="*/ 385453 w 606662"/>
                <a:gd name="connsiteY45" fmla="*/ 627693 h 1245049"/>
                <a:gd name="connsiteX46" fmla="*/ 427978 w 606662"/>
                <a:gd name="connsiteY46" fmla="*/ 693182 h 1245049"/>
                <a:gd name="connsiteX47" fmla="*/ 386049 w 606662"/>
                <a:gd name="connsiteY47" fmla="*/ 763858 h 1245049"/>
                <a:gd name="connsiteX48" fmla="*/ 386049 w 606662"/>
                <a:gd name="connsiteY48" fmla="*/ 715465 h 1245049"/>
                <a:gd name="connsiteX49" fmla="*/ 385624 w 606662"/>
                <a:gd name="connsiteY49" fmla="*/ 715465 h 124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06662" h="1245049">
                  <a:moveTo>
                    <a:pt x="87778" y="465248"/>
                  </a:moveTo>
                  <a:cubicBezTo>
                    <a:pt x="109467" y="485643"/>
                    <a:pt x="133196" y="503792"/>
                    <a:pt x="158541" y="519425"/>
                  </a:cubicBezTo>
                  <a:lnTo>
                    <a:pt x="158541" y="864813"/>
                  </a:lnTo>
                  <a:cubicBezTo>
                    <a:pt x="74851" y="902575"/>
                    <a:pt x="-1099" y="955901"/>
                    <a:pt x="-1099" y="1054985"/>
                  </a:cubicBezTo>
                  <a:cubicBezTo>
                    <a:pt x="-1354" y="1104815"/>
                    <a:pt x="19398" y="1152452"/>
                    <a:pt x="56140" y="1186132"/>
                  </a:cubicBezTo>
                  <a:cubicBezTo>
                    <a:pt x="84547" y="1212778"/>
                    <a:pt x="119927" y="1230749"/>
                    <a:pt x="158200" y="1237927"/>
                  </a:cubicBezTo>
                  <a:lnTo>
                    <a:pt x="158200" y="1244391"/>
                  </a:lnTo>
                  <a:lnTo>
                    <a:pt x="385113" y="1244391"/>
                  </a:lnTo>
                  <a:lnTo>
                    <a:pt x="385113" y="1214623"/>
                  </a:lnTo>
                  <a:cubicBezTo>
                    <a:pt x="395914" y="1210635"/>
                    <a:pt x="406375" y="1205770"/>
                    <a:pt x="416328" y="1200080"/>
                  </a:cubicBezTo>
                  <a:cubicBezTo>
                    <a:pt x="449837" y="1179838"/>
                    <a:pt x="506905" y="1137228"/>
                    <a:pt x="509883" y="1088069"/>
                  </a:cubicBezTo>
                  <a:cubicBezTo>
                    <a:pt x="513199" y="1036018"/>
                    <a:pt x="471693" y="1010844"/>
                    <a:pt x="440566" y="1005145"/>
                  </a:cubicBezTo>
                  <a:cubicBezTo>
                    <a:pt x="424577" y="1002551"/>
                    <a:pt x="408331" y="1001216"/>
                    <a:pt x="392088" y="1001148"/>
                  </a:cubicBezTo>
                  <a:lnTo>
                    <a:pt x="392088" y="1047245"/>
                  </a:lnTo>
                  <a:cubicBezTo>
                    <a:pt x="422789" y="1045969"/>
                    <a:pt x="455875" y="1071569"/>
                    <a:pt x="399233" y="1101677"/>
                  </a:cubicBezTo>
                  <a:cubicBezTo>
                    <a:pt x="394554" y="1104144"/>
                    <a:pt x="389791" y="1106440"/>
                    <a:pt x="384943" y="1108736"/>
                  </a:cubicBezTo>
                  <a:lnTo>
                    <a:pt x="384943" y="1092832"/>
                  </a:lnTo>
                  <a:lnTo>
                    <a:pt x="385368" y="1092832"/>
                  </a:lnTo>
                  <a:lnTo>
                    <a:pt x="385368" y="892709"/>
                  </a:lnTo>
                  <a:cubicBezTo>
                    <a:pt x="467696" y="852821"/>
                    <a:pt x="538969" y="795837"/>
                    <a:pt x="538969" y="693182"/>
                  </a:cubicBezTo>
                  <a:cubicBezTo>
                    <a:pt x="538969" y="592227"/>
                    <a:pt x="465910" y="538476"/>
                    <a:pt x="384943" y="500799"/>
                  </a:cubicBezTo>
                  <a:lnTo>
                    <a:pt x="384943" y="329508"/>
                  </a:lnTo>
                  <a:lnTo>
                    <a:pt x="158030" y="329508"/>
                  </a:lnTo>
                  <a:lnTo>
                    <a:pt x="158030" y="380538"/>
                  </a:lnTo>
                  <a:cubicBezTo>
                    <a:pt x="127751" y="350260"/>
                    <a:pt x="107425" y="313263"/>
                    <a:pt x="107425" y="268697"/>
                  </a:cubicBezTo>
                  <a:cubicBezTo>
                    <a:pt x="107425" y="171995"/>
                    <a:pt x="171892" y="122666"/>
                    <a:pt x="299128" y="122156"/>
                  </a:cubicBezTo>
                  <a:lnTo>
                    <a:pt x="308398" y="122156"/>
                  </a:lnTo>
                  <a:cubicBezTo>
                    <a:pt x="328045" y="122922"/>
                    <a:pt x="347351" y="124197"/>
                    <a:pt x="374907" y="126834"/>
                  </a:cubicBezTo>
                  <a:cubicBezTo>
                    <a:pt x="415476" y="130831"/>
                    <a:pt x="462339" y="133638"/>
                    <a:pt x="502482" y="116968"/>
                  </a:cubicBezTo>
                  <a:cubicBezTo>
                    <a:pt x="506650" y="115165"/>
                    <a:pt x="510732" y="113056"/>
                    <a:pt x="514644" y="110674"/>
                  </a:cubicBezTo>
                  <a:cubicBezTo>
                    <a:pt x="539650" y="125813"/>
                    <a:pt x="567545" y="146821"/>
                    <a:pt x="581664" y="171655"/>
                  </a:cubicBezTo>
                  <a:lnTo>
                    <a:pt x="580728" y="139421"/>
                  </a:lnTo>
                  <a:lnTo>
                    <a:pt x="604542" y="143929"/>
                  </a:lnTo>
                  <a:cubicBezTo>
                    <a:pt x="604542" y="143929"/>
                    <a:pt x="575796" y="101829"/>
                    <a:pt x="533271" y="92899"/>
                  </a:cubicBezTo>
                  <a:cubicBezTo>
                    <a:pt x="541351" y="80022"/>
                    <a:pt x="540159" y="63404"/>
                    <a:pt x="530294" y="51820"/>
                  </a:cubicBezTo>
                  <a:cubicBezTo>
                    <a:pt x="518303" y="35405"/>
                    <a:pt x="489810" y="36085"/>
                    <a:pt x="474330" y="34810"/>
                  </a:cubicBezTo>
                  <a:cubicBezTo>
                    <a:pt x="446095" y="32088"/>
                    <a:pt x="418113" y="790"/>
                    <a:pt x="389706" y="-486"/>
                  </a:cubicBezTo>
                  <a:cubicBezTo>
                    <a:pt x="332723" y="-2272"/>
                    <a:pt x="291047" y="10315"/>
                    <a:pt x="244695" y="15078"/>
                  </a:cubicBezTo>
                  <a:lnTo>
                    <a:pt x="235341" y="16184"/>
                  </a:lnTo>
                  <a:cubicBezTo>
                    <a:pt x="147143" y="26730"/>
                    <a:pt x="-2120" y="91793"/>
                    <a:pt x="-2120" y="269122"/>
                  </a:cubicBezTo>
                  <a:cubicBezTo>
                    <a:pt x="-1694" y="342351"/>
                    <a:pt x="28414" y="408434"/>
                    <a:pt x="87778" y="465248"/>
                  </a:cubicBezTo>
                  <a:close/>
                  <a:moveTo>
                    <a:pt x="158541" y="1123705"/>
                  </a:moveTo>
                  <a:cubicBezTo>
                    <a:pt x="149440" y="1118848"/>
                    <a:pt x="141020" y="1112785"/>
                    <a:pt x="133536" y="1105674"/>
                  </a:cubicBezTo>
                  <a:cubicBezTo>
                    <a:pt x="118821" y="1092806"/>
                    <a:pt x="110486" y="1074180"/>
                    <a:pt x="110571" y="1054644"/>
                  </a:cubicBezTo>
                  <a:cubicBezTo>
                    <a:pt x="110571" y="1028449"/>
                    <a:pt x="127581" y="1008377"/>
                    <a:pt x="158541" y="989496"/>
                  </a:cubicBezTo>
                  <a:close/>
                  <a:moveTo>
                    <a:pt x="385453" y="627693"/>
                  </a:moveTo>
                  <a:cubicBezTo>
                    <a:pt x="414455" y="647085"/>
                    <a:pt x="427978" y="666901"/>
                    <a:pt x="427978" y="693182"/>
                  </a:cubicBezTo>
                  <a:cubicBezTo>
                    <a:pt x="427978" y="721844"/>
                    <a:pt x="412839" y="744212"/>
                    <a:pt x="386049" y="763858"/>
                  </a:cubicBezTo>
                  <a:lnTo>
                    <a:pt x="386049" y="715465"/>
                  </a:lnTo>
                  <a:lnTo>
                    <a:pt x="385624" y="7154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4F114AB4-FB4D-49EE-932D-33B3BB88E008}"/>
                </a:ext>
              </a:extLst>
            </p:cNvPr>
            <p:cNvSpPr/>
            <p:nvPr/>
          </p:nvSpPr>
          <p:spPr>
            <a:xfrm>
              <a:off x="2703444" y="-3949057"/>
              <a:ext cx="154620" cy="152664"/>
            </a:xfrm>
            <a:custGeom>
              <a:avLst/>
              <a:gdLst>
                <a:gd name="connsiteX0" fmla="*/ -2120 w 154620"/>
                <a:gd name="connsiteY0" fmla="*/ 63895 h 152664"/>
                <a:gd name="connsiteX1" fmla="*/ 58264 w 154620"/>
                <a:gd name="connsiteY1" fmla="*/ 152007 h 152664"/>
                <a:gd name="connsiteX2" fmla="*/ 152500 w 154620"/>
                <a:gd name="connsiteY2" fmla="*/ 87454 h 152664"/>
                <a:gd name="connsiteX3" fmla="*/ 92114 w 154620"/>
                <a:gd name="connsiteY3" fmla="*/ -658 h 152664"/>
                <a:gd name="connsiteX4" fmla="*/ 63453 w 154620"/>
                <a:gd name="connsiteY4" fmla="*/ 111608 h 152664"/>
                <a:gd name="connsiteX5" fmla="*/ 37427 w 154620"/>
                <a:gd name="connsiteY5" fmla="*/ 73676 h 152664"/>
                <a:gd name="connsiteX6" fmla="*/ 86672 w 154620"/>
                <a:gd name="connsiteY6" fmla="*/ 39656 h 152664"/>
                <a:gd name="connsiteX7" fmla="*/ 112697 w 154620"/>
                <a:gd name="connsiteY7" fmla="*/ 77503 h 152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620" h="152664">
                  <a:moveTo>
                    <a:pt x="-2120" y="63895"/>
                  </a:moveTo>
                  <a:lnTo>
                    <a:pt x="58264" y="152007"/>
                  </a:lnTo>
                  <a:lnTo>
                    <a:pt x="152500" y="87454"/>
                  </a:lnTo>
                  <a:lnTo>
                    <a:pt x="92114" y="-658"/>
                  </a:lnTo>
                  <a:close/>
                  <a:moveTo>
                    <a:pt x="63453" y="111608"/>
                  </a:moveTo>
                  <a:lnTo>
                    <a:pt x="37427" y="73676"/>
                  </a:lnTo>
                  <a:lnTo>
                    <a:pt x="86672" y="39656"/>
                  </a:lnTo>
                  <a:lnTo>
                    <a:pt x="112697" y="775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A3EA3B33-2394-4193-96ED-ED9DFA09EC0B}"/>
                </a:ext>
              </a:extLst>
            </p:cNvPr>
            <p:cNvSpPr/>
            <p:nvPr/>
          </p:nvSpPr>
          <p:spPr>
            <a:xfrm>
              <a:off x="2519820" y="-4059792"/>
              <a:ext cx="269352" cy="326421"/>
            </a:xfrm>
            <a:custGeom>
              <a:avLst/>
              <a:gdLst>
                <a:gd name="connsiteX0" fmla="*/ 177166 w 269352"/>
                <a:gd name="connsiteY0" fmla="*/ 163573 h 326421"/>
                <a:gd name="connsiteX1" fmla="*/ 173422 w 269352"/>
                <a:gd name="connsiteY1" fmla="*/ 98510 h 326421"/>
                <a:gd name="connsiteX2" fmla="*/ 176144 w 269352"/>
                <a:gd name="connsiteY2" fmla="*/ 97745 h 326421"/>
                <a:gd name="connsiteX3" fmla="*/ 209400 w 269352"/>
                <a:gd name="connsiteY3" fmla="*/ 146223 h 326421"/>
                <a:gd name="connsiteX4" fmla="*/ 232789 w 269352"/>
                <a:gd name="connsiteY4" fmla="*/ 130149 h 326421"/>
                <a:gd name="connsiteX5" fmla="*/ 203107 w 269352"/>
                <a:gd name="connsiteY5" fmla="*/ 86858 h 326421"/>
                <a:gd name="connsiteX6" fmla="*/ 221051 w 269352"/>
                <a:gd name="connsiteY6" fmla="*/ 77162 h 326421"/>
                <a:gd name="connsiteX7" fmla="*/ 244780 w 269352"/>
                <a:gd name="connsiteY7" fmla="*/ 111863 h 326421"/>
                <a:gd name="connsiteX8" fmla="*/ 267233 w 269352"/>
                <a:gd name="connsiteY8" fmla="*/ 96469 h 326421"/>
                <a:gd name="connsiteX9" fmla="*/ 221817 w 269352"/>
                <a:gd name="connsiteY9" fmla="*/ 30300 h 326421"/>
                <a:gd name="connsiteX10" fmla="*/ 238316 w 269352"/>
                <a:gd name="connsiteY10" fmla="*/ 26983 h 326421"/>
                <a:gd name="connsiteX11" fmla="*/ 227685 w 269352"/>
                <a:gd name="connsiteY11" fmla="*/ 277 h 326421"/>
                <a:gd name="connsiteX12" fmla="*/ 165173 w 269352"/>
                <a:gd name="connsiteY12" fmla="*/ -658 h 326421"/>
                <a:gd name="connsiteX13" fmla="*/ 158370 w 269352"/>
                <a:gd name="connsiteY13" fmla="*/ 21710 h 326421"/>
                <a:gd name="connsiteX14" fmla="*/ 150970 w 269352"/>
                <a:gd name="connsiteY14" fmla="*/ 10823 h 326421"/>
                <a:gd name="connsiteX15" fmla="*/ 127581 w 269352"/>
                <a:gd name="connsiteY15" fmla="*/ 26898 h 326421"/>
                <a:gd name="connsiteX16" fmla="*/ 157774 w 269352"/>
                <a:gd name="connsiteY16" fmla="*/ 70869 h 326421"/>
                <a:gd name="connsiteX17" fmla="*/ 84375 w 269352"/>
                <a:gd name="connsiteY17" fmla="*/ 48841 h 326421"/>
                <a:gd name="connsiteX18" fmla="*/ 75276 w 269352"/>
                <a:gd name="connsiteY18" fmla="*/ 80394 h 326421"/>
                <a:gd name="connsiteX19" fmla="*/ 98069 w 269352"/>
                <a:gd name="connsiteY19" fmla="*/ 91961 h 326421"/>
                <a:gd name="connsiteX20" fmla="*/ -2120 w 269352"/>
                <a:gd name="connsiteY20" fmla="*/ 160512 h 326421"/>
                <a:gd name="connsiteX21" fmla="*/ 15571 w 269352"/>
                <a:gd name="connsiteY21" fmla="*/ 186027 h 326421"/>
                <a:gd name="connsiteX22" fmla="*/ 24670 w 269352"/>
                <a:gd name="connsiteY22" fmla="*/ 179818 h 326421"/>
                <a:gd name="connsiteX23" fmla="*/ 102577 w 269352"/>
                <a:gd name="connsiteY23" fmla="*/ 293444 h 326421"/>
                <a:gd name="connsiteX24" fmla="*/ 93476 w 269352"/>
                <a:gd name="connsiteY24" fmla="*/ 299738 h 326421"/>
                <a:gd name="connsiteX25" fmla="*/ 111422 w 269352"/>
                <a:gd name="connsiteY25" fmla="*/ 325764 h 326421"/>
                <a:gd name="connsiteX26" fmla="*/ 217480 w 269352"/>
                <a:gd name="connsiteY26" fmla="*/ 253131 h 326421"/>
                <a:gd name="connsiteX27" fmla="*/ 152671 w 269352"/>
                <a:gd name="connsiteY27" fmla="*/ 158640 h 326421"/>
                <a:gd name="connsiteX28" fmla="*/ 190858 w 269352"/>
                <a:gd name="connsiteY28" fmla="*/ 33107 h 326421"/>
                <a:gd name="connsiteX29" fmla="*/ 204467 w 269352"/>
                <a:gd name="connsiteY29" fmla="*/ 53008 h 326421"/>
                <a:gd name="connsiteX30" fmla="*/ 186265 w 269352"/>
                <a:gd name="connsiteY30" fmla="*/ 62279 h 326421"/>
                <a:gd name="connsiteX31" fmla="*/ 164323 w 269352"/>
                <a:gd name="connsiteY31" fmla="*/ 30300 h 326421"/>
                <a:gd name="connsiteX32" fmla="*/ 190858 w 269352"/>
                <a:gd name="connsiteY32" fmla="*/ 32681 h 326421"/>
                <a:gd name="connsiteX33" fmla="*/ 148759 w 269352"/>
                <a:gd name="connsiteY33" fmla="*/ 103103 h 326421"/>
                <a:gd name="connsiteX34" fmla="*/ 147313 w 269352"/>
                <a:gd name="connsiteY34" fmla="*/ 151156 h 326421"/>
                <a:gd name="connsiteX35" fmla="*/ 109890 w 269352"/>
                <a:gd name="connsiteY35" fmla="*/ 96469 h 326421"/>
                <a:gd name="connsiteX36" fmla="*/ 148929 w 269352"/>
                <a:gd name="connsiteY36" fmla="*/ 102677 h 326421"/>
                <a:gd name="connsiteX37" fmla="*/ 125285 w 269352"/>
                <a:gd name="connsiteY37" fmla="*/ 278306 h 326421"/>
                <a:gd name="connsiteX38" fmla="*/ 47294 w 269352"/>
                <a:gd name="connsiteY38" fmla="*/ 164594 h 326421"/>
                <a:gd name="connsiteX39" fmla="*/ 61582 w 269352"/>
                <a:gd name="connsiteY39" fmla="*/ 154813 h 326421"/>
                <a:gd name="connsiteX40" fmla="*/ 139572 w 269352"/>
                <a:gd name="connsiteY40" fmla="*/ 268525 h 326421"/>
                <a:gd name="connsiteX41" fmla="*/ 176996 w 269352"/>
                <a:gd name="connsiteY41" fmla="*/ 242925 h 326421"/>
                <a:gd name="connsiteX42" fmla="*/ 161686 w 269352"/>
                <a:gd name="connsiteY42" fmla="*/ 253386 h 326421"/>
                <a:gd name="connsiteX43" fmla="*/ 83781 w 269352"/>
                <a:gd name="connsiteY43" fmla="*/ 139674 h 326421"/>
                <a:gd name="connsiteX44" fmla="*/ 99003 w 269352"/>
                <a:gd name="connsiteY44" fmla="*/ 129213 h 326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9352" h="326421">
                  <a:moveTo>
                    <a:pt x="177166" y="163573"/>
                  </a:moveTo>
                  <a:cubicBezTo>
                    <a:pt x="177760" y="141817"/>
                    <a:pt x="176485" y="120053"/>
                    <a:pt x="173422" y="98510"/>
                  </a:cubicBezTo>
                  <a:lnTo>
                    <a:pt x="176144" y="97745"/>
                  </a:lnTo>
                  <a:lnTo>
                    <a:pt x="209400" y="146223"/>
                  </a:lnTo>
                  <a:lnTo>
                    <a:pt x="232789" y="130149"/>
                  </a:lnTo>
                  <a:lnTo>
                    <a:pt x="203107" y="86858"/>
                  </a:lnTo>
                  <a:cubicBezTo>
                    <a:pt x="209060" y="83881"/>
                    <a:pt x="214757" y="80649"/>
                    <a:pt x="221051" y="77162"/>
                  </a:cubicBezTo>
                  <a:lnTo>
                    <a:pt x="244780" y="111863"/>
                  </a:lnTo>
                  <a:lnTo>
                    <a:pt x="267233" y="96469"/>
                  </a:lnTo>
                  <a:lnTo>
                    <a:pt x="221817" y="30300"/>
                  </a:lnTo>
                  <a:cubicBezTo>
                    <a:pt x="227089" y="29534"/>
                    <a:pt x="232704" y="28259"/>
                    <a:pt x="238316" y="26983"/>
                  </a:cubicBezTo>
                  <a:lnTo>
                    <a:pt x="227685" y="277"/>
                  </a:lnTo>
                  <a:cubicBezTo>
                    <a:pt x="207019" y="4249"/>
                    <a:pt x="185756" y="3934"/>
                    <a:pt x="165173" y="-658"/>
                  </a:cubicBezTo>
                  <a:lnTo>
                    <a:pt x="158370" y="21710"/>
                  </a:lnTo>
                  <a:lnTo>
                    <a:pt x="150970" y="10823"/>
                  </a:lnTo>
                  <a:lnTo>
                    <a:pt x="127581" y="26898"/>
                  </a:lnTo>
                  <a:lnTo>
                    <a:pt x="157774" y="70869"/>
                  </a:lnTo>
                  <a:cubicBezTo>
                    <a:pt x="137276" y="73760"/>
                    <a:pt x="112697" y="66361"/>
                    <a:pt x="84375" y="48841"/>
                  </a:cubicBezTo>
                  <a:lnTo>
                    <a:pt x="75276" y="80394"/>
                  </a:lnTo>
                  <a:cubicBezTo>
                    <a:pt x="82845" y="84562"/>
                    <a:pt x="90584" y="88389"/>
                    <a:pt x="98069" y="91961"/>
                  </a:cubicBezTo>
                  <a:lnTo>
                    <a:pt x="-2120" y="160512"/>
                  </a:lnTo>
                  <a:lnTo>
                    <a:pt x="15571" y="186027"/>
                  </a:lnTo>
                  <a:lnTo>
                    <a:pt x="24670" y="179818"/>
                  </a:lnTo>
                  <a:lnTo>
                    <a:pt x="102577" y="293444"/>
                  </a:lnTo>
                  <a:lnTo>
                    <a:pt x="93476" y="299738"/>
                  </a:lnTo>
                  <a:lnTo>
                    <a:pt x="111422" y="325764"/>
                  </a:lnTo>
                  <a:lnTo>
                    <a:pt x="217480" y="253131"/>
                  </a:lnTo>
                  <a:lnTo>
                    <a:pt x="152671" y="158640"/>
                  </a:lnTo>
                  <a:close/>
                  <a:moveTo>
                    <a:pt x="190858" y="33107"/>
                  </a:moveTo>
                  <a:lnTo>
                    <a:pt x="204467" y="53008"/>
                  </a:lnTo>
                  <a:cubicBezTo>
                    <a:pt x="198258" y="56580"/>
                    <a:pt x="192305" y="59557"/>
                    <a:pt x="186265" y="62279"/>
                  </a:cubicBezTo>
                  <a:lnTo>
                    <a:pt x="164323" y="30300"/>
                  </a:lnTo>
                  <a:cubicBezTo>
                    <a:pt x="173084" y="31865"/>
                    <a:pt x="181927" y="32664"/>
                    <a:pt x="190858" y="32681"/>
                  </a:cubicBezTo>
                  <a:close/>
                  <a:moveTo>
                    <a:pt x="148759" y="103103"/>
                  </a:moveTo>
                  <a:cubicBezTo>
                    <a:pt x="149610" y="119135"/>
                    <a:pt x="149099" y="135209"/>
                    <a:pt x="147313" y="151156"/>
                  </a:cubicBezTo>
                  <a:lnTo>
                    <a:pt x="109890" y="96469"/>
                  </a:lnTo>
                  <a:cubicBezTo>
                    <a:pt x="122477" y="100670"/>
                    <a:pt x="135661" y="102763"/>
                    <a:pt x="148929" y="102677"/>
                  </a:cubicBezTo>
                  <a:close/>
                  <a:moveTo>
                    <a:pt x="125285" y="278306"/>
                  </a:moveTo>
                  <a:lnTo>
                    <a:pt x="47294" y="164594"/>
                  </a:lnTo>
                  <a:lnTo>
                    <a:pt x="61582" y="154813"/>
                  </a:lnTo>
                  <a:lnTo>
                    <a:pt x="139572" y="268525"/>
                  </a:lnTo>
                  <a:close/>
                  <a:moveTo>
                    <a:pt x="176996" y="242925"/>
                  </a:moveTo>
                  <a:lnTo>
                    <a:pt x="161686" y="253386"/>
                  </a:lnTo>
                  <a:lnTo>
                    <a:pt x="83781" y="139674"/>
                  </a:lnTo>
                  <a:lnTo>
                    <a:pt x="99003" y="12921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40DFD94E-883B-4C6C-BB18-C6C8D317C3E7}"/>
                </a:ext>
              </a:extLst>
            </p:cNvPr>
            <p:cNvSpPr/>
            <p:nvPr/>
          </p:nvSpPr>
          <p:spPr>
            <a:xfrm>
              <a:off x="2963696" y="-3648320"/>
              <a:ext cx="296996" cy="283131"/>
            </a:xfrm>
            <a:custGeom>
              <a:avLst/>
              <a:gdLst>
                <a:gd name="connsiteX0" fmla="*/ 267488 w 296996"/>
                <a:gd name="connsiteY0" fmla="*/ 106930 h 283131"/>
                <a:gd name="connsiteX1" fmla="*/ 243165 w 296996"/>
                <a:gd name="connsiteY1" fmla="*/ 88559 h 283131"/>
                <a:gd name="connsiteX2" fmla="*/ 234660 w 296996"/>
                <a:gd name="connsiteY2" fmla="*/ 99531 h 283131"/>
                <a:gd name="connsiteX3" fmla="*/ 201406 w 296996"/>
                <a:gd name="connsiteY3" fmla="*/ 74016 h 283131"/>
                <a:gd name="connsiteX4" fmla="*/ 188393 w 296996"/>
                <a:gd name="connsiteY4" fmla="*/ 91026 h 283131"/>
                <a:gd name="connsiteX5" fmla="*/ 221732 w 296996"/>
                <a:gd name="connsiteY5" fmla="*/ 116541 h 283131"/>
                <a:gd name="connsiteX6" fmla="*/ 215268 w 296996"/>
                <a:gd name="connsiteY6" fmla="*/ 125046 h 283131"/>
                <a:gd name="connsiteX7" fmla="*/ 185756 w 296996"/>
                <a:gd name="connsiteY7" fmla="*/ 102763 h 283131"/>
                <a:gd name="connsiteX8" fmla="*/ 172828 w 296996"/>
                <a:gd name="connsiteY8" fmla="*/ 119773 h 283131"/>
                <a:gd name="connsiteX9" fmla="*/ 202255 w 296996"/>
                <a:gd name="connsiteY9" fmla="*/ 142140 h 283131"/>
                <a:gd name="connsiteX10" fmla="*/ 195621 w 296996"/>
                <a:gd name="connsiteY10" fmla="*/ 150645 h 283131"/>
                <a:gd name="connsiteX11" fmla="*/ 161176 w 296996"/>
                <a:gd name="connsiteY11" fmla="*/ 124535 h 283131"/>
                <a:gd name="connsiteX12" fmla="*/ 148165 w 296996"/>
                <a:gd name="connsiteY12" fmla="*/ 141545 h 283131"/>
                <a:gd name="connsiteX13" fmla="*/ 182693 w 296996"/>
                <a:gd name="connsiteY13" fmla="*/ 167655 h 283131"/>
                <a:gd name="connsiteX14" fmla="*/ 175465 w 296996"/>
                <a:gd name="connsiteY14" fmla="*/ 177181 h 283131"/>
                <a:gd name="connsiteX15" fmla="*/ 102747 w 296996"/>
                <a:gd name="connsiteY15" fmla="*/ 122069 h 283131"/>
                <a:gd name="connsiteX16" fmla="*/ 109892 w 296996"/>
                <a:gd name="connsiteY16" fmla="*/ 112543 h 283131"/>
                <a:gd name="connsiteX17" fmla="*/ 141275 w 296996"/>
                <a:gd name="connsiteY17" fmla="*/ 136272 h 283131"/>
                <a:gd name="connsiteX18" fmla="*/ 154288 w 296996"/>
                <a:gd name="connsiteY18" fmla="*/ 119262 h 283131"/>
                <a:gd name="connsiteX19" fmla="*/ 122820 w 296996"/>
                <a:gd name="connsiteY19" fmla="*/ 95533 h 283131"/>
                <a:gd name="connsiteX20" fmla="*/ 129537 w 296996"/>
                <a:gd name="connsiteY20" fmla="*/ 87028 h 283131"/>
                <a:gd name="connsiteX21" fmla="*/ 157604 w 296996"/>
                <a:gd name="connsiteY21" fmla="*/ 108291 h 283131"/>
                <a:gd name="connsiteX22" fmla="*/ 170532 w 296996"/>
                <a:gd name="connsiteY22" fmla="*/ 91281 h 283131"/>
                <a:gd name="connsiteX23" fmla="*/ 142465 w 296996"/>
                <a:gd name="connsiteY23" fmla="*/ 70103 h 283131"/>
                <a:gd name="connsiteX24" fmla="*/ 148929 w 296996"/>
                <a:gd name="connsiteY24" fmla="*/ 61598 h 283131"/>
                <a:gd name="connsiteX25" fmla="*/ 180567 w 296996"/>
                <a:gd name="connsiteY25" fmla="*/ 85497 h 283131"/>
                <a:gd name="connsiteX26" fmla="*/ 193495 w 296996"/>
                <a:gd name="connsiteY26" fmla="*/ 68487 h 283131"/>
                <a:gd name="connsiteX27" fmla="*/ 161857 w 296996"/>
                <a:gd name="connsiteY27" fmla="*/ 44503 h 283131"/>
                <a:gd name="connsiteX28" fmla="*/ 170362 w 296996"/>
                <a:gd name="connsiteY28" fmla="*/ 33617 h 283131"/>
                <a:gd name="connsiteX29" fmla="*/ 146038 w 296996"/>
                <a:gd name="connsiteY29" fmla="*/ 15246 h 283131"/>
                <a:gd name="connsiteX30" fmla="*/ 137533 w 296996"/>
                <a:gd name="connsiteY30" fmla="*/ 26132 h 283131"/>
                <a:gd name="connsiteX31" fmla="*/ 102066 w 296996"/>
                <a:gd name="connsiteY31" fmla="*/ -658 h 283131"/>
                <a:gd name="connsiteX32" fmla="*/ 89138 w 296996"/>
                <a:gd name="connsiteY32" fmla="*/ 16352 h 283131"/>
                <a:gd name="connsiteX33" fmla="*/ 124606 w 296996"/>
                <a:gd name="connsiteY33" fmla="*/ 43142 h 283131"/>
                <a:gd name="connsiteX34" fmla="*/ 118142 w 296996"/>
                <a:gd name="connsiteY34" fmla="*/ 51647 h 283131"/>
                <a:gd name="connsiteX35" fmla="*/ 86927 w 296996"/>
                <a:gd name="connsiteY35" fmla="*/ 28003 h 283131"/>
                <a:gd name="connsiteX36" fmla="*/ 73999 w 296996"/>
                <a:gd name="connsiteY36" fmla="*/ 45013 h 283131"/>
                <a:gd name="connsiteX37" fmla="*/ 105129 w 296996"/>
                <a:gd name="connsiteY37" fmla="*/ 68572 h 283131"/>
                <a:gd name="connsiteX38" fmla="*/ 98495 w 296996"/>
                <a:gd name="connsiteY38" fmla="*/ 77077 h 283131"/>
                <a:gd name="connsiteX39" fmla="*/ 58522 w 296996"/>
                <a:gd name="connsiteY39" fmla="*/ 46799 h 283131"/>
                <a:gd name="connsiteX40" fmla="*/ 45594 w 296996"/>
                <a:gd name="connsiteY40" fmla="*/ 63809 h 283131"/>
                <a:gd name="connsiteX41" fmla="*/ 85567 w 296996"/>
                <a:gd name="connsiteY41" fmla="*/ 94002 h 283131"/>
                <a:gd name="connsiteX42" fmla="*/ 78337 w 296996"/>
                <a:gd name="connsiteY42" fmla="*/ 103528 h 283131"/>
                <a:gd name="connsiteX43" fmla="*/ 52822 w 296996"/>
                <a:gd name="connsiteY43" fmla="*/ 84477 h 283131"/>
                <a:gd name="connsiteX44" fmla="*/ 39470 w 296996"/>
                <a:gd name="connsiteY44" fmla="*/ 102082 h 283131"/>
                <a:gd name="connsiteX45" fmla="*/ 184056 w 296996"/>
                <a:gd name="connsiteY45" fmla="*/ 211286 h 283131"/>
                <a:gd name="connsiteX46" fmla="*/ 177251 w 296996"/>
                <a:gd name="connsiteY46" fmla="*/ 220387 h 283131"/>
                <a:gd name="connsiteX47" fmla="*/ 41171 w 296996"/>
                <a:gd name="connsiteY47" fmla="*/ 117816 h 283131"/>
                <a:gd name="connsiteX48" fmla="*/ 28754 w 296996"/>
                <a:gd name="connsiteY48" fmla="*/ 134231 h 283131"/>
                <a:gd name="connsiteX49" fmla="*/ 165345 w 296996"/>
                <a:gd name="connsiteY49" fmla="*/ 237567 h 283131"/>
                <a:gd name="connsiteX50" fmla="*/ 158455 w 296996"/>
                <a:gd name="connsiteY50" fmla="*/ 246582 h 283131"/>
                <a:gd name="connsiteX51" fmla="*/ 11233 w 296996"/>
                <a:gd name="connsiteY51" fmla="*/ 135251 h 283131"/>
                <a:gd name="connsiteX52" fmla="*/ -2120 w 296996"/>
                <a:gd name="connsiteY52" fmla="*/ 152857 h 283131"/>
                <a:gd name="connsiteX53" fmla="*/ 82930 w 296996"/>
                <a:gd name="connsiteY53" fmla="*/ 216985 h 283131"/>
                <a:gd name="connsiteX54" fmla="*/ 65920 w 296996"/>
                <a:gd name="connsiteY54" fmla="*/ 215539 h 283131"/>
                <a:gd name="connsiteX55" fmla="*/ 71958 w 296996"/>
                <a:gd name="connsiteY55" fmla="*/ 258064 h 283131"/>
                <a:gd name="connsiteX56" fmla="*/ 97899 w 296996"/>
                <a:gd name="connsiteY56" fmla="*/ 258999 h 283131"/>
                <a:gd name="connsiteX57" fmla="*/ 91690 w 296996"/>
                <a:gd name="connsiteY57" fmla="*/ 223618 h 283131"/>
                <a:gd name="connsiteX58" fmla="*/ 169512 w 296996"/>
                <a:gd name="connsiteY58" fmla="*/ 282473 h 283131"/>
                <a:gd name="connsiteX59" fmla="*/ 222158 w 296996"/>
                <a:gd name="connsiteY59" fmla="*/ 212732 h 283131"/>
                <a:gd name="connsiteX60" fmla="*/ 200555 w 296996"/>
                <a:gd name="connsiteY60" fmla="*/ 196318 h 283131"/>
                <a:gd name="connsiteX61" fmla="*/ 207700 w 296996"/>
                <a:gd name="connsiteY61" fmla="*/ 186877 h 283131"/>
                <a:gd name="connsiteX62" fmla="*/ 246226 w 296996"/>
                <a:gd name="connsiteY62" fmla="*/ 215964 h 283131"/>
                <a:gd name="connsiteX63" fmla="*/ 259238 w 296996"/>
                <a:gd name="connsiteY63" fmla="*/ 198954 h 283131"/>
                <a:gd name="connsiteX64" fmla="*/ 220627 w 296996"/>
                <a:gd name="connsiteY64" fmla="*/ 169782 h 283131"/>
                <a:gd name="connsiteX65" fmla="*/ 227345 w 296996"/>
                <a:gd name="connsiteY65" fmla="*/ 161277 h 283131"/>
                <a:gd name="connsiteX66" fmla="*/ 257538 w 296996"/>
                <a:gd name="connsiteY66" fmla="*/ 184155 h 283131"/>
                <a:gd name="connsiteX67" fmla="*/ 270466 w 296996"/>
                <a:gd name="connsiteY67" fmla="*/ 167145 h 283131"/>
                <a:gd name="connsiteX68" fmla="*/ 240272 w 296996"/>
                <a:gd name="connsiteY68" fmla="*/ 144267 h 283131"/>
                <a:gd name="connsiteX69" fmla="*/ 246736 w 296996"/>
                <a:gd name="connsiteY69" fmla="*/ 135762 h 283131"/>
                <a:gd name="connsiteX70" fmla="*/ 281948 w 296996"/>
                <a:gd name="connsiteY70" fmla="*/ 162468 h 283131"/>
                <a:gd name="connsiteX71" fmla="*/ 294876 w 296996"/>
                <a:gd name="connsiteY71" fmla="*/ 145458 h 283131"/>
                <a:gd name="connsiteX72" fmla="*/ 259664 w 296996"/>
                <a:gd name="connsiteY72" fmla="*/ 118837 h 28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96996" h="283131">
                  <a:moveTo>
                    <a:pt x="267488" y="106930"/>
                  </a:moveTo>
                  <a:lnTo>
                    <a:pt x="243165" y="88559"/>
                  </a:lnTo>
                  <a:lnTo>
                    <a:pt x="234660" y="99531"/>
                  </a:lnTo>
                  <a:lnTo>
                    <a:pt x="201406" y="74016"/>
                  </a:lnTo>
                  <a:lnTo>
                    <a:pt x="188393" y="91026"/>
                  </a:lnTo>
                  <a:lnTo>
                    <a:pt x="221732" y="116541"/>
                  </a:lnTo>
                  <a:lnTo>
                    <a:pt x="215268" y="125046"/>
                  </a:lnTo>
                  <a:lnTo>
                    <a:pt x="185756" y="102763"/>
                  </a:lnTo>
                  <a:lnTo>
                    <a:pt x="172828" y="119773"/>
                  </a:lnTo>
                  <a:lnTo>
                    <a:pt x="202255" y="142140"/>
                  </a:lnTo>
                  <a:lnTo>
                    <a:pt x="195621" y="150645"/>
                  </a:lnTo>
                  <a:lnTo>
                    <a:pt x="161176" y="124535"/>
                  </a:lnTo>
                  <a:lnTo>
                    <a:pt x="148165" y="141545"/>
                  </a:lnTo>
                  <a:lnTo>
                    <a:pt x="182693" y="167655"/>
                  </a:lnTo>
                  <a:lnTo>
                    <a:pt x="175465" y="177181"/>
                  </a:lnTo>
                  <a:lnTo>
                    <a:pt x="102747" y="122069"/>
                  </a:lnTo>
                  <a:lnTo>
                    <a:pt x="109892" y="112543"/>
                  </a:lnTo>
                  <a:lnTo>
                    <a:pt x="141275" y="136272"/>
                  </a:lnTo>
                  <a:lnTo>
                    <a:pt x="154288" y="119262"/>
                  </a:lnTo>
                  <a:lnTo>
                    <a:pt x="122820" y="95533"/>
                  </a:lnTo>
                  <a:lnTo>
                    <a:pt x="129537" y="87028"/>
                  </a:lnTo>
                  <a:lnTo>
                    <a:pt x="157604" y="108291"/>
                  </a:lnTo>
                  <a:lnTo>
                    <a:pt x="170532" y="91281"/>
                  </a:lnTo>
                  <a:lnTo>
                    <a:pt x="142465" y="70103"/>
                  </a:lnTo>
                  <a:lnTo>
                    <a:pt x="148929" y="61598"/>
                  </a:lnTo>
                  <a:lnTo>
                    <a:pt x="180567" y="85497"/>
                  </a:lnTo>
                  <a:lnTo>
                    <a:pt x="193495" y="68487"/>
                  </a:lnTo>
                  <a:lnTo>
                    <a:pt x="161857" y="44503"/>
                  </a:lnTo>
                  <a:lnTo>
                    <a:pt x="170362" y="33617"/>
                  </a:lnTo>
                  <a:lnTo>
                    <a:pt x="146038" y="15246"/>
                  </a:lnTo>
                  <a:lnTo>
                    <a:pt x="137533" y="26132"/>
                  </a:lnTo>
                  <a:lnTo>
                    <a:pt x="102066" y="-658"/>
                  </a:lnTo>
                  <a:lnTo>
                    <a:pt x="89138" y="16352"/>
                  </a:lnTo>
                  <a:lnTo>
                    <a:pt x="124606" y="43142"/>
                  </a:lnTo>
                  <a:lnTo>
                    <a:pt x="118142" y="51647"/>
                  </a:lnTo>
                  <a:lnTo>
                    <a:pt x="86927" y="28003"/>
                  </a:lnTo>
                  <a:lnTo>
                    <a:pt x="73999" y="45013"/>
                  </a:lnTo>
                  <a:lnTo>
                    <a:pt x="105129" y="68572"/>
                  </a:lnTo>
                  <a:lnTo>
                    <a:pt x="98495" y="77077"/>
                  </a:lnTo>
                  <a:lnTo>
                    <a:pt x="58522" y="46799"/>
                  </a:lnTo>
                  <a:lnTo>
                    <a:pt x="45594" y="63809"/>
                  </a:lnTo>
                  <a:lnTo>
                    <a:pt x="85567" y="94002"/>
                  </a:lnTo>
                  <a:lnTo>
                    <a:pt x="78337" y="103528"/>
                  </a:lnTo>
                  <a:lnTo>
                    <a:pt x="52822" y="84477"/>
                  </a:lnTo>
                  <a:lnTo>
                    <a:pt x="39470" y="102082"/>
                  </a:lnTo>
                  <a:lnTo>
                    <a:pt x="184056" y="211286"/>
                  </a:lnTo>
                  <a:lnTo>
                    <a:pt x="177251" y="220387"/>
                  </a:lnTo>
                  <a:lnTo>
                    <a:pt x="41171" y="117816"/>
                  </a:lnTo>
                  <a:lnTo>
                    <a:pt x="28754" y="134231"/>
                  </a:lnTo>
                  <a:lnTo>
                    <a:pt x="165345" y="237567"/>
                  </a:lnTo>
                  <a:lnTo>
                    <a:pt x="158455" y="246582"/>
                  </a:lnTo>
                  <a:lnTo>
                    <a:pt x="11233" y="135251"/>
                  </a:lnTo>
                  <a:lnTo>
                    <a:pt x="-2120" y="152857"/>
                  </a:lnTo>
                  <a:lnTo>
                    <a:pt x="82930" y="216985"/>
                  </a:lnTo>
                  <a:lnTo>
                    <a:pt x="65920" y="215539"/>
                  </a:lnTo>
                  <a:cubicBezTo>
                    <a:pt x="68897" y="229564"/>
                    <a:pt x="70939" y="243767"/>
                    <a:pt x="71958" y="258064"/>
                  </a:cubicBezTo>
                  <a:lnTo>
                    <a:pt x="97899" y="258999"/>
                  </a:lnTo>
                  <a:cubicBezTo>
                    <a:pt x="96794" y="247058"/>
                    <a:pt x="94753" y="235219"/>
                    <a:pt x="91690" y="223618"/>
                  </a:cubicBezTo>
                  <a:lnTo>
                    <a:pt x="169512" y="282473"/>
                  </a:lnTo>
                  <a:lnTo>
                    <a:pt x="222158" y="212732"/>
                  </a:lnTo>
                  <a:lnTo>
                    <a:pt x="200555" y="196318"/>
                  </a:lnTo>
                  <a:lnTo>
                    <a:pt x="207700" y="186877"/>
                  </a:lnTo>
                  <a:lnTo>
                    <a:pt x="246226" y="215964"/>
                  </a:lnTo>
                  <a:lnTo>
                    <a:pt x="259238" y="198954"/>
                  </a:lnTo>
                  <a:lnTo>
                    <a:pt x="220627" y="169782"/>
                  </a:lnTo>
                  <a:lnTo>
                    <a:pt x="227345" y="161277"/>
                  </a:lnTo>
                  <a:lnTo>
                    <a:pt x="257538" y="184155"/>
                  </a:lnTo>
                  <a:lnTo>
                    <a:pt x="270466" y="167145"/>
                  </a:lnTo>
                  <a:lnTo>
                    <a:pt x="240272" y="144267"/>
                  </a:lnTo>
                  <a:lnTo>
                    <a:pt x="246736" y="135762"/>
                  </a:lnTo>
                  <a:lnTo>
                    <a:pt x="281948" y="162468"/>
                  </a:lnTo>
                  <a:lnTo>
                    <a:pt x="294876" y="145458"/>
                  </a:lnTo>
                  <a:lnTo>
                    <a:pt x="259664" y="11883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B322ED8F-C8FC-4CC7-9BD5-0E31C9C6EF35}"/>
                </a:ext>
              </a:extLst>
            </p:cNvPr>
            <p:cNvSpPr/>
            <p:nvPr/>
          </p:nvSpPr>
          <p:spPr>
            <a:xfrm>
              <a:off x="3104624" y="-3365699"/>
              <a:ext cx="28570" cy="62171"/>
            </a:xfrm>
            <a:custGeom>
              <a:avLst/>
              <a:gdLst>
                <a:gd name="connsiteX0" fmla="*/ -2120 w 28570"/>
                <a:gd name="connsiteY0" fmla="*/ -658 h 62171"/>
                <a:gd name="connsiteX1" fmla="*/ -1524 w 28570"/>
                <a:gd name="connsiteY1" fmla="*/ 60408 h 62171"/>
                <a:gd name="connsiteX2" fmla="*/ 26117 w 28570"/>
                <a:gd name="connsiteY2" fmla="*/ 61513 h 62171"/>
                <a:gd name="connsiteX3" fmla="*/ 23735 w 28570"/>
                <a:gd name="connsiteY3" fmla="*/ 1978 h 6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0" h="62171">
                  <a:moveTo>
                    <a:pt x="-2120" y="-658"/>
                  </a:moveTo>
                  <a:cubicBezTo>
                    <a:pt x="-334" y="19652"/>
                    <a:pt x="-164" y="40072"/>
                    <a:pt x="-1524" y="60408"/>
                  </a:cubicBezTo>
                  <a:lnTo>
                    <a:pt x="26117" y="61513"/>
                  </a:lnTo>
                  <a:cubicBezTo>
                    <a:pt x="26966" y="41637"/>
                    <a:pt x="26202" y="21718"/>
                    <a:pt x="23735" y="19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C681B9B9-B5A7-4CEB-9322-A03789176F1C}"/>
                </a:ext>
              </a:extLst>
            </p:cNvPr>
            <p:cNvSpPr/>
            <p:nvPr/>
          </p:nvSpPr>
          <p:spPr>
            <a:xfrm>
              <a:off x="2912410" y="-3486725"/>
              <a:ext cx="63449" cy="49584"/>
            </a:xfrm>
            <a:custGeom>
              <a:avLst/>
              <a:gdLst>
                <a:gd name="connsiteX0" fmla="*/ 43468 w 63449"/>
                <a:gd name="connsiteY0" fmla="*/ -658 h 49584"/>
                <a:gd name="connsiteX1" fmla="*/ -2120 w 63449"/>
                <a:gd name="connsiteY1" fmla="*/ 21625 h 49584"/>
                <a:gd name="connsiteX2" fmla="*/ 8258 w 63449"/>
                <a:gd name="connsiteY2" fmla="*/ 48926 h 49584"/>
                <a:gd name="connsiteX3" fmla="*/ 61329 w 63449"/>
                <a:gd name="connsiteY3" fmla="*/ 20264 h 4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49" h="49584">
                  <a:moveTo>
                    <a:pt x="43468" y="-658"/>
                  </a:moveTo>
                  <a:cubicBezTo>
                    <a:pt x="29774" y="9471"/>
                    <a:pt x="14296" y="17023"/>
                    <a:pt x="-2120" y="21625"/>
                  </a:cubicBezTo>
                  <a:lnTo>
                    <a:pt x="8258" y="48926"/>
                  </a:lnTo>
                  <a:cubicBezTo>
                    <a:pt x="27477" y="42428"/>
                    <a:pt x="45338" y="32741"/>
                    <a:pt x="61329" y="2026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47C8A68F-0ACD-45A6-B36F-5C74942D223A}"/>
                </a:ext>
              </a:extLst>
            </p:cNvPr>
            <p:cNvSpPr/>
            <p:nvPr/>
          </p:nvSpPr>
          <p:spPr>
            <a:xfrm>
              <a:off x="2964656" y="-3462315"/>
              <a:ext cx="135119" cy="126299"/>
            </a:xfrm>
            <a:custGeom>
              <a:avLst/>
              <a:gdLst>
                <a:gd name="connsiteX0" fmla="*/ 97534 w 135119"/>
                <a:gd name="connsiteY0" fmla="*/ 93407 h 126299"/>
                <a:gd name="connsiteX1" fmla="*/ 87243 w 135119"/>
                <a:gd name="connsiteY1" fmla="*/ 90175 h 126299"/>
                <a:gd name="connsiteX2" fmla="*/ 34427 w 135119"/>
                <a:gd name="connsiteY2" fmla="*/ 50202 h 126299"/>
                <a:gd name="connsiteX3" fmla="*/ 31365 w 135119"/>
                <a:gd name="connsiteY3" fmla="*/ 40438 h 126299"/>
                <a:gd name="connsiteX4" fmla="*/ 32640 w 135119"/>
                <a:gd name="connsiteY4" fmla="*/ 38720 h 126299"/>
                <a:gd name="connsiteX5" fmla="*/ 48630 w 135119"/>
                <a:gd name="connsiteY5" fmla="*/ 17542 h 126299"/>
                <a:gd name="connsiteX6" fmla="*/ 24645 w 135119"/>
                <a:gd name="connsiteY6" fmla="*/ -658 h 126299"/>
                <a:gd name="connsiteX7" fmla="*/ 4660 w 135119"/>
                <a:gd name="connsiteY7" fmla="*/ 25792 h 126299"/>
                <a:gd name="connsiteX8" fmla="*/ 12228 w 135119"/>
                <a:gd name="connsiteY8" fmla="*/ 66276 h 126299"/>
                <a:gd name="connsiteX9" fmla="*/ 76186 w 135119"/>
                <a:gd name="connsiteY9" fmla="*/ 114669 h 126299"/>
                <a:gd name="connsiteX10" fmla="*/ 100086 w 135119"/>
                <a:gd name="connsiteY10" fmla="*/ 125641 h 126299"/>
                <a:gd name="connsiteX11" fmla="*/ 132999 w 135119"/>
                <a:gd name="connsiteY11" fmla="*/ 102337 h 126299"/>
                <a:gd name="connsiteX12" fmla="*/ 115989 w 135119"/>
                <a:gd name="connsiteY12" fmla="*/ 78098 h 126299"/>
                <a:gd name="connsiteX13" fmla="*/ 97534 w 135119"/>
                <a:gd name="connsiteY13" fmla="*/ 93407 h 12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119" h="126299">
                  <a:moveTo>
                    <a:pt x="97534" y="93407"/>
                  </a:moveTo>
                  <a:cubicBezTo>
                    <a:pt x="93792" y="93926"/>
                    <a:pt x="90048" y="92744"/>
                    <a:pt x="87243" y="90175"/>
                  </a:cubicBezTo>
                  <a:lnTo>
                    <a:pt x="34427" y="50202"/>
                  </a:lnTo>
                  <a:cubicBezTo>
                    <a:pt x="30854" y="48347"/>
                    <a:pt x="29494" y="43976"/>
                    <a:pt x="31365" y="40438"/>
                  </a:cubicBezTo>
                  <a:cubicBezTo>
                    <a:pt x="31705" y="39808"/>
                    <a:pt x="32131" y="39230"/>
                    <a:pt x="32640" y="38720"/>
                  </a:cubicBezTo>
                  <a:lnTo>
                    <a:pt x="48630" y="17542"/>
                  </a:lnTo>
                  <a:lnTo>
                    <a:pt x="24645" y="-658"/>
                  </a:lnTo>
                  <a:lnTo>
                    <a:pt x="4660" y="25792"/>
                  </a:lnTo>
                  <a:cubicBezTo>
                    <a:pt x="-6482" y="40591"/>
                    <a:pt x="-3845" y="54029"/>
                    <a:pt x="12228" y="66276"/>
                  </a:cubicBezTo>
                  <a:lnTo>
                    <a:pt x="76186" y="114669"/>
                  </a:lnTo>
                  <a:cubicBezTo>
                    <a:pt x="82991" y="120470"/>
                    <a:pt x="91240" y="124263"/>
                    <a:pt x="100086" y="125641"/>
                  </a:cubicBezTo>
                  <a:cubicBezTo>
                    <a:pt x="107058" y="125641"/>
                    <a:pt x="118200" y="118071"/>
                    <a:pt x="132999" y="102337"/>
                  </a:cubicBezTo>
                  <a:lnTo>
                    <a:pt x="115989" y="78098"/>
                  </a:lnTo>
                  <a:cubicBezTo>
                    <a:pt x="107399" y="87453"/>
                    <a:pt x="101276" y="92556"/>
                    <a:pt x="97534" y="93407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id="{FEDE23AA-58AF-4CCF-A3EB-00823BCD9034}"/>
                </a:ext>
              </a:extLst>
            </p:cNvPr>
            <p:cNvSpPr/>
            <p:nvPr/>
          </p:nvSpPr>
          <p:spPr>
            <a:xfrm>
              <a:off x="3452733" y="-3365869"/>
              <a:ext cx="309157" cy="322679"/>
            </a:xfrm>
            <a:custGeom>
              <a:avLst/>
              <a:gdLst>
                <a:gd name="connsiteX0" fmla="*/ 234830 w 309157"/>
                <a:gd name="connsiteY0" fmla="*/ 321676 h 322679"/>
                <a:gd name="connsiteX1" fmla="*/ 244270 w 309157"/>
                <a:gd name="connsiteY1" fmla="*/ 293354 h 322679"/>
                <a:gd name="connsiteX2" fmla="*/ 35982 w 309157"/>
                <a:gd name="connsiteY2" fmla="*/ 223869 h 322679"/>
                <a:gd name="connsiteX3" fmla="*/ 98410 w 309157"/>
                <a:gd name="connsiteY3" fmla="*/ 36503 h 322679"/>
                <a:gd name="connsiteX4" fmla="*/ 297681 w 309157"/>
                <a:gd name="connsiteY4" fmla="*/ 102927 h 322679"/>
                <a:gd name="connsiteX5" fmla="*/ 307038 w 309157"/>
                <a:gd name="connsiteY5" fmla="*/ 74946 h 322679"/>
                <a:gd name="connsiteX6" fmla="*/ 79188 w 309157"/>
                <a:gd name="connsiteY6" fmla="*/ -1003 h 322679"/>
                <a:gd name="connsiteX7" fmla="*/ -2120 w 309157"/>
                <a:gd name="connsiteY7" fmla="*/ 242665 h 32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157" h="322679">
                  <a:moveTo>
                    <a:pt x="234830" y="321676"/>
                  </a:moveTo>
                  <a:lnTo>
                    <a:pt x="244270" y="293354"/>
                  </a:lnTo>
                  <a:lnTo>
                    <a:pt x="35982" y="223869"/>
                  </a:lnTo>
                  <a:lnTo>
                    <a:pt x="98410" y="36503"/>
                  </a:lnTo>
                  <a:lnTo>
                    <a:pt x="297681" y="102927"/>
                  </a:lnTo>
                  <a:lnTo>
                    <a:pt x="307038" y="74946"/>
                  </a:lnTo>
                  <a:lnTo>
                    <a:pt x="79188" y="-1003"/>
                  </a:lnTo>
                  <a:lnTo>
                    <a:pt x="-2120" y="2426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id="{C628E59A-36CD-4BAE-9239-E0BFE164D183}"/>
                </a:ext>
              </a:extLst>
            </p:cNvPr>
            <p:cNvSpPr/>
            <p:nvPr/>
          </p:nvSpPr>
          <p:spPr>
            <a:xfrm>
              <a:off x="3614924" y="-3168127"/>
              <a:ext cx="79352" cy="84029"/>
            </a:xfrm>
            <a:custGeom>
              <a:avLst/>
              <a:gdLst>
                <a:gd name="connsiteX0" fmla="*/ -2120 w 79352"/>
                <a:gd name="connsiteY0" fmla="*/ 16267 h 84029"/>
                <a:gd name="connsiteX1" fmla="*/ 52907 w 79352"/>
                <a:gd name="connsiteY1" fmla="*/ 83371 h 84029"/>
                <a:gd name="connsiteX2" fmla="*/ 77232 w 79352"/>
                <a:gd name="connsiteY2" fmla="*/ 64065 h 84029"/>
                <a:gd name="connsiteX3" fmla="*/ 19909 w 79352"/>
                <a:gd name="connsiteY3" fmla="*/ -658 h 8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52" h="84029">
                  <a:moveTo>
                    <a:pt x="-2120" y="16267"/>
                  </a:moveTo>
                  <a:cubicBezTo>
                    <a:pt x="19142" y="36092"/>
                    <a:pt x="37598" y="58664"/>
                    <a:pt x="52907" y="83371"/>
                  </a:cubicBezTo>
                  <a:lnTo>
                    <a:pt x="77232" y="64065"/>
                  </a:lnTo>
                  <a:cubicBezTo>
                    <a:pt x="60731" y="40336"/>
                    <a:pt x="41426" y="18614"/>
                    <a:pt x="19909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F1B21629-F735-4028-B2A4-EEF20815F6D6}"/>
                </a:ext>
              </a:extLst>
            </p:cNvPr>
            <p:cNvSpPr/>
            <p:nvPr/>
          </p:nvSpPr>
          <p:spPr>
            <a:xfrm>
              <a:off x="3510993" y="-3308800"/>
              <a:ext cx="211265" cy="174755"/>
            </a:xfrm>
            <a:custGeom>
              <a:avLst/>
              <a:gdLst>
                <a:gd name="connsiteX0" fmla="*/ 142720 w 211265"/>
                <a:gd name="connsiteY0" fmla="*/ 73165 h 174755"/>
                <a:gd name="connsiteX1" fmla="*/ 200129 w 211265"/>
                <a:gd name="connsiteY1" fmla="*/ 92302 h 174755"/>
                <a:gd name="connsiteX2" fmla="*/ 209145 w 211265"/>
                <a:gd name="connsiteY2" fmla="*/ 65426 h 174755"/>
                <a:gd name="connsiteX3" fmla="*/ 103256 w 211265"/>
                <a:gd name="connsiteY3" fmla="*/ 30130 h 174755"/>
                <a:gd name="connsiteX4" fmla="*/ 114653 w 211265"/>
                <a:gd name="connsiteY4" fmla="*/ 15671 h 174755"/>
                <a:gd name="connsiteX5" fmla="*/ 90243 w 211265"/>
                <a:gd name="connsiteY5" fmla="*/ -658 h 174755"/>
                <a:gd name="connsiteX6" fmla="*/ 32666 w 211265"/>
                <a:gd name="connsiteY6" fmla="*/ 44673 h 174755"/>
                <a:gd name="connsiteX7" fmla="*/ 47803 w 211265"/>
                <a:gd name="connsiteY7" fmla="*/ 72060 h 174755"/>
                <a:gd name="connsiteX8" fmla="*/ 80463 w 211265"/>
                <a:gd name="connsiteY8" fmla="*/ 52413 h 174755"/>
                <a:gd name="connsiteX9" fmla="*/ 114483 w 211265"/>
                <a:gd name="connsiteY9" fmla="*/ 63725 h 174755"/>
                <a:gd name="connsiteX10" fmla="*/ 110827 w 211265"/>
                <a:gd name="connsiteY10" fmla="*/ 74781 h 174755"/>
                <a:gd name="connsiteX11" fmla="*/ 102915 w 211265"/>
                <a:gd name="connsiteY11" fmla="*/ 91791 h 174755"/>
                <a:gd name="connsiteX12" fmla="*/ 25862 w 211265"/>
                <a:gd name="connsiteY12" fmla="*/ 66276 h 174755"/>
                <a:gd name="connsiteX13" fmla="*/ 16676 w 211265"/>
                <a:gd name="connsiteY13" fmla="*/ 94002 h 174755"/>
                <a:gd name="connsiteX14" fmla="*/ 85737 w 211265"/>
                <a:gd name="connsiteY14" fmla="*/ 117051 h 174755"/>
                <a:gd name="connsiteX15" fmla="*/ 72980 w 211265"/>
                <a:gd name="connsiteY15" fmla="*/ 128788 h 174755"/>
                <a:gd name="connsiteX16" fmla="*/ -2120 w 211265"/>
                <a:gd name="connsiteY16" fmla="*/ 143757 h 174755"/>
                <a:gd name="connsiteX17" fmla="*/ 5704 w 211265"/>
                <a:gd name="connsiteY17" fmla="*/ 174034 h 174755"/>
                <a:gd name="connsiteX18" fmla="*/ 88713 w 211265"/>
                <a:gd name="connsiteY18" fmla="*/ 155153 h 174755"/>
                <a:gd name="connsiteX19" fmla="*/ 116524 w 211265"/>
                <a:gd name="connsiteY19" fmla="*/ 127342 h 174755"/>
                <a:gd name="connsiteX20" fmla="*/ 198088 w 211265"/>
                <a:gd name="connsiteY20" fmla="*/ 154473 h 174755"/>
                <a:gd name="connsiteX21" fmla="*/ 207357 w 211265"/>
                <a:gd name="connsiteY21" fmla="*/ 126747 h 174755"/>
                <a:gd name="connsiteX22" fmla="*/ 131493 w 211265"/>
                <a:gd name="connsiteY22" fmla="*/ 101232 h 174755"/>
                <a:gd name="connsiteX23" fmla="*/ 139147 w 211265"/>
                <a:gd name="connsiteY23" fmla="*/ 84222 h 17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265" h="174755">
                  <a:moveTo>
                    <a:pt x="142720" y="73165"/>
                  </a:moveTo>
                  <a:lnTo>
                    <a:pt x="200129" y="92302"/>
                  </a:lnTo>
                  <a:lnTo>
                    <a:pt x="209145" y="65426"/>
                  </a:lnTo>
                  <a:lnTo>
                    <a:pt x="103256" y="30130"/>
                  </a:lnTo>
                  <a:cubicBezTo>
                    <a:pt x="106915" y="25707"/>
                    <a:pt x="110741" y="20944"/>
                    <a:pt x="114653" y="15671"/>
                  </a:cubicBezTo>
                  <a:lnTo>
                    <a:pt x="90243" y="-658"/>
                  </a:lnTo>
                  <a:cubicBezTo>
                    <a:pt x="75191" y="19048"/>
                    <a:pt x="55374" y="34638"/>
                    <a:pt x="32666" y="44673"/>
                  </a:cubicBezTo>
                  <a:lnTo>
                    <a:pt x="47803" y="72060"/>
                  </a:lnTo>
                  <a:cubicBezTo>
                    <a:pt x="59541" y="67127"/>
                    <a:pt x="70598" y="60510"/>
                    <a:pt x="80463" y="52413"/>
                  </a:cubicBezTo>
                  <a:lnTo>
                    <a:pt x="114483" y="63725"/>
                  </a:lnTo>
                  <a:lnTo>
                    <a:pt x="110827" y="74781"/>
                  </a:lnTo>
                  <a:cubicBezTo>
                    <a:pt x="108530" y="80607"/>
                    <a:pt x="105893" y="86288"/>
                    <a:pt x="102915" y="91791"/>
                  </a:cubicBezTo>
                  <a:lnTo>
                    <a:pt x="25862" y="66276"/>
                  </a:lnTo>
                  <a:lnTo>
                    <a:pt x="16676" y="94002"/>
                  </a:lnTo>
                  <a:lnTo>
                    <a:pt x="85737" y="117051"/>
                  </a:lnTo>
                  <a:cubicBezTo>
                    <a:pt x="81823" y="121338"/>
                    <a:pt x="77571" y="125258"/>
                    <a:pt x="72980" y="128788"/>
                  </a:cubicBezTo>
                  <a:cubicBezTo>
                    <a:pt x="57159" y="139589"/>
                    <a:pt x="32240" y="144437"/>
                    <a:pt x="-2120" y="143757"/>
                  </a:cubicBezTo>
                  <a:lnTo>
                    <a:pt x="5704" y="174034"/>
                  </a:lnTo>
                  <a:cubicBezTo>
                    <a:pt x="41001" y="174800"/>
                    <a:pt x="68557" y="168506"/>
                    <a:pt x="88713" y="155153"/>
                  </a:cubicBezTo>
                  <a:cubicBezTo>
                    <a:pt x="99429" y="147431"/>
                    <a:pt x="108785" y="138041"/>
                    <a:pt x="116524" y="127342"/>
                  </a:cubicBezTo>
                  <a:lnTo>
                    <a:pt x="198088" y="154473"/>
                  </a:lnTo>
                  <a:lnTo>
                    <a:pt x="207357" y="126747"/>
                  </a:lnTo>
                  <a:lnTo>
                    <a:pt x="131493" y="101232"/>
                  </a:lnTo>
                  <a:cubicBezTo>
                    <a:pt x="134215" y="95788"/>
                    <a:pt x="136767" y="90090"/>
                    <a:pt x="139147" y="84222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CE9E599E-18D3-4D60-8C0B-95A2BD40B73F}"/>
                </a:ext>
              </a:extLst>
            </p:cNvPr>
            <p:cNvSpPr/>
            <p:nvPr/>
          </p:nvSpPr>
          <p:spPr>
            <a:xfrm>
              <a:off x="4136537" y="-3181140"/>
              <a:ext cx="160403" cy="205310"/>
            </a:xfrm>
            <a:custGeom>
              <a:avLst/>
              <a:gdLst>
                <a:gd name="connsiteX0" fmla="*/ 158283 w 160403"/>
                <a:gd name="connsiteY0" fmla="*/ -658 h 205310"/>
                <a:gd name="connsiteX1" fmla="*/ -2120 w 160403"/>
                <a:gd name="connsiteY1" fmla="*/ 1893 h 205310"/>
                <a:gd name="connsiteX2" fmla="*/ -2120 w 160403"/>
                <a:gd name="connsiteY2" fmla="*/ 31150 h 205310"/>
                <a:gd name="connsiteX3" fmla="*/ 116950 w 160403"/>
                <a:gd name="connsiteY3" fmla="*/ 29194 h 205310"/>
                <a:gd name="connsiteX4" fmla="*/ 66939 w 160403"/>
                <a:gd name="connsiteY4" fmla="*/ 64915 h 205310"/>
                <a:gd name="connsiteX5" fmla="*/ 66939 w 160403"/>
                <a:gd name="connsiteY5" fmla="*/ 162553 h 205310"/>
                <a:gd name="connsiteX6" fmla="*/ 55374 w 160403"/>
                <a:gd name="connsiteY6" fmla="*/ 177666 h 205310"/>
                <a:gd name="connsiteX7" fmla="*/ 52056 w 160403"/>
                <a:gd name="connsiteY7" fmla="*/ 177692 h 205310"/>
                <a:gd name="connsiteX8" fmla="*/ 19566 w 160403"/>
                <a:gd name="connsiteY8" fmla="*/ 177266 h 205310"/>
                <a:gd name="connsiteX9" fmla="*/ 27137 w 160403"/>
                <a:gd name="connsiteY9" fmla="*/ 204653 h 205310"/>
                <a:gd name="connsiteX10" fmla="*/ 64387 w 160403"/>
                <a:gd name="connsiteY10" fmla="*/ 204057 h 205310"/>
                <a:gd name="connsiteX11" fmla="*/ 97729 w 160403"/>
                <a:gd name="connsiteY11" fmla="*/ 171313 h 205310"/>
                <a:gd name="connsiteX12" fmla="*/ 97729 w 160403"/>
                <a:gd name="connsiteY12" fmla="*/ 79119 h 205310"/>
                <a:gd name="connsiteX13" fmla="*/ 158198 w 160403"/>
                <a:gd name="connsiteY13" fmla="*/ 28599 h 2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03" h="205310">
                  <a:moveTo>
                    <a:pt x="158283" y="-658"/>
                  </a:moveTo>
                  <a:lnTo>
                    <a:pt x="-2120" y="1893"/>
                  </a:lnTo>
                  <a:lnTo>
                    <a:pt x="-2120" y="31150"/>
                  </a:lnTo>
                  <a:lnTo>
                    <a:pt x="116950" y="29194"/>
                  </a:lnTo>
                  <a:cubicBezTo>
                    <a:pt x="101385" y="42547"/>
                    <a:pt x="84630" y="54496"/>
                    <a:pt x="66939" y="64915"/>
                  </a:cubicBezTo>
                  <a:lnTo>
                    <a:pt x="66939" y="162553"/>
                  </a:lnTo>
                  <a:cubicBezTo>
                    <a:pt x="67961" y="169909"/>
                    <a:pt x="62772" y="176671"/>
                    <a:pt x="55374" y="177666"/>
                  </a:cubicBezTo>
                  <a:cubicBezTo>
                    <a:pt x="54267" y="177811"/>
                    <a:pt x="53162" y="177819"/>
                    <a:pt x="52056" y="177692"/>
                  </a:cubicBezTo>
                  <a:cubicBezTo>
                    <a:pt x="40490" y="177692"/>
                    <a:pt x="29774" y="177692"/>
                    <a:pt x="19566" y="177266"/>
                  </a:cubicBezTo>
                  <a:lnTo>
                    <a:pt x="27137" y="204653"/>
                  </a:lnTo>
                  <a:lnTo>
                    <a:pt x="64387" y="204057"/>
                  </a:lnTo>
                  <a:cubicBezTo>
                    <a:pt x="86416" y="204057"/>
                    <a:pt x="97729" y="192745"/>
                    <a:pt x="97729" y="171313"/>
                  </a:cubicBezTo>
                  <a:lnTo>
                    <a:pt x="97729" y="79119"/>
                  </a:lnTo>
                  <a:cubicBezTo>
                    <a:pt x="119332" y="64082"/>
                    <a:pt x="139572" y="47174"/>
                    <a:pt x="158198" y="2859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5648D509-5E2D-438A-9215-47BD68153E21}"/>
                </a:ext>
              </a:extLst>
            </p:cNvPr>
            <p:cNvSpPr/>
            <p:nvPr/>
          </p:nvSpPr>
          <p:spPr>
            <a:xfrm>
              <a:off x="4040089" y="-3255984"/>
              <a:ext cx="269523" cy="280069"/>
            </a:xfrm>
            <a:custGeom>
              <a:avLst/>
              <a:gdLst>
                <a:gd name="connsiteX0" fmla="*/ 175634 w 269523"/>
                <a:gd name="connsiteY0" fmla="*/ 23156 h 280069"/>
                <a:gd name="connsiteX1" fmla="*/ 168661 w 269523"/>
                <a:gd name="connsiteY1" fmla="*/ -658 h 280069"/>
                <a:gd name="connsiteX2" fmla="*/ 136767 w 269523"/>
                <a:gd name="connsiteY2" fmla="*/ 5210 h 280069"/>
                <a:gd name="connsiteX3" fmla="*/ 145272 w 269523"/>
                <a:gd name="connsiteY3" fmla="*/ 23581 h 280069"/>
                <a:gd name="connsiteX4" fmla="*/ 46188 w 269523"/>
                <a:gd name="connsiteY4" fmla="*/ 25197 h 280069"/>
                <a:gd name="connsiteX5" fmla="*/ 46188 w 269523"/>
                <a:gd name="connsiteY5" fmla="*/ 105739 h 280069"/>
                <a:gd name="connsiteX6" fmla="*/ 23735 w 269523"/>
                <a:gd name="connsiteY6" fmla="*/ 54709 h 280069"/>
                <a:gd name="connsiteX7" fmla="*/ -1780 w 269523"/>
                <a:gd name="connsiteY7" fmla="*/ 65595 h 280069"/>
                <a:gd name="connsiteX8" fmla="*/ 23735 w 269523"/>
                <a:gd name="connsiteY8" fmla="*/ 122749 h 280069"/>
                <a:gd name="connsiteX9" fmla="*/ 46443 w 269523"/>
                <a:gd name="connsiteY9" fmla="*/ 112203 h 280069"/>
                <a:gd name="connsiteX10" fmla="*/ 46443 w 269523"/>
                <a:gd name="connsiteY10" fmla="*/ 126576 h 280069"/>
                <a:gd name="connsiteX11" fmla="*/ 46443 w 269523"/>
                <a:gd name="connsiteY11" fmla="*/ 135507 h 280069"/>
                <a:gd name="connsiteX12" fmla="*/ -2120 w 269523"/>
                <a:gd name="connsiteY12" fmla="*/ 167315 h 280069"/>
                <a:gd name="connsiteX13" fmla="*/ 7151 w 269523"/>
                <a:gd name="connsiteY13" fmla="*/ 197338 h 280069"/>
                <a:gd name="connsiteX14" fmla="*/ 43806 w 269523"/>
                <a:gd name="connsiteY14" fmla="*/ 169867 h 280069"/>
                <a:gd name="connsiteX15" fmla="*/ 15997 w 269523"/>
                <a:gd name="connsiteY15" fmla="*/ 258659 h 280069"/>
                <a:gd name="connsiteX16" fmla="*/ 39894 w 269523"/>
                <a:gd name="connsiteY16" fmla="*/ 279411 h 280069"/>
                <a:gd name="connsiteX17" fmla="*/ 77741 w 269523"/>
                <a:gd name="connsiteY17" fmla="*/ 126321 h 280069"/>
                <a:gd name="connsiteX18" fmla="*/ 77741 w 269523"/>
                <a:gd name="connsiteY18" fmla="*/ 55304 h 280069"/>
                <a:gd name="connsiteX19" fmla="*/ 267403 w 269523"/>
                <a:gd name="connsiteY19" fmla="*/ 52243 h 280069"/>
                <a:gd name="connsiteX20" fmla="*/ 267403 w 269523"/>
                <a:gd name="connsiteY20" fmla="*/ 21795 h 28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69523" h="280069">
                  <a:moveTo>
                    <a:pt x="175634" y="23156"/>
                  </a:moveTo>
                  <a:cubicBezTo>
                    <a:pt x="173169" y="14651"/>
                    <a:pt x="171128" y="6146"/>
                    <a:pt x="168661" y="-658"/>
                  </a:cubicBezTo>
                  <a:lnTo>
                    <a:pt x="136767" y="5210"/>
                  </a:lnTo>
                  <a:cubicBezTo>
                    <a:pt x="139998" y="11138"/>
                    <a:pt x="142891" y="17279"/>
                    <a:pt x="145272" y="23581"/>
                  </a:cubicBezTo>
                  <a:lnTo>
                    <a:pt x="46188" y="25197"/>
                  </a:lnTo>
                  <a:lnTo>
                    <a:pt x="46188" y="105739"/>
                  </a:lnTo>
                  <a:cubicBezTo>
                    <a:pt x="40064" y="88168"/>
                    <a:pt x="32496" y="71107"/>
                    <a:pt x="23735" y="54709"/>
                  </a:cubicBezTo>
                  <a:lnTo>
                    <a:pt x="-1780" y="65595"/>
                  </a:lnTo>
                  <a:cubicBezTo>
                    <a:pt x="8341" y="83898"/>
                    <a:pt x="16846" y="103018"/>
                    <a:pt x="23735" y="122749"/>
                  </a:cubicBezTo>
                  <a:lnTo>
                    <a:pt x="46443" y="112203"/>
                  </a:lnTo>
                  <a:lnTo>
                    <a:pt x="46443" y="126576"/>
                  </a:lnTo>
                  <a:cubicBezTo>
                    <a:pt x="46443" y="129213"/>
                    <a:pt x="46443" y="132190"/>
                    <a:pt x="46443" y="135507"/>
                  </a:cubicBezTo>
                  <a:cubicBezTo>
                    <a:pt x="31134" y="147431"/>
                    <a:pt x="14890" y="158070"/>
                    <a:pt x="-2120" y="167315"/>
                  </a:cubicBezTo>
                  <a:lnTo>
                    <a:pt x="7151" y="197338"/>
                  </a:lnTo>
                  <a:cubicBezTo>
                    <a:pt x="19909" y="188969"/>
                    <a:pt x="32155" y="179801"/>
                    <a:pt x="43806" y="169867"/>
                  </a:cubicBezTo>
                  <a:cubicBezTo>
                    <a:pt x="41086" y="201131"/>
                    <a:pt x="31644" y="231435"/>
                    <a:pt x="15997" y="258659"/>
                  </a:cubicBezTo>
                  <a:lnTo>
                    <a:pt x="39894" y="279411"/>
                  </a:lnTo>
                  <a:cubicBezTo>
                    <a:pt x="63964" y="240884"/>
                    <a:pt x="76636" y="189598"/>
                    <a:pt x="77741" y="126321"/>
                  </a:cubicBezTo>
                  <a:lnTo>
                    <a:pt x="77741" y="55304"/>
                  </a:lnTo>
                  <a:lnTo>
                    <a:pt x="267403" y="52243"/>
                  </a:lnTo>
                  <a:lnTo>
                    <a:pt x="267403" y="2179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3BC5DE2C-331B-4F97-86BB-719AEC10A798}"/>
                </a:ext>
              </a:extLst>
            </p:cNvPr>
            <p:cNvSpPr/>
            <p:nvPr/>
          </p:nvSpPr>
          <p:spPr>
            <a:xfrm>
              <a:off x="4703054" y="-3371312"/>
              <a:ext cx="198762" cy="297249"/>
            </a:xfrm>
            <a:custGeom>
              <a:avLst/>
              <a:gdLst>
                <a:gd name="connsiteX0" fmla="*/ 184649 w 198762"/>
                <a:gd name="connsiteY0" fmla="*/ 122324 h 297249"/>
                <a:gd name="connsiteX1" fmla="*/ 174955 w 198762"/>
                <a:gd name="connsiteY1" fmla="*/ 93832 h 297249"/>
                <a:gd name="connsiteX2" fmla="*/ 144421 w 198762"/>
                <a:gd name="connsiteY2" fmla="*/ 104208 h 297249"/>
                <a:gd name="connsiteX3" fmla="*/ 120777 w 198762"/>
                <a:gd name="connsiteY3" fmla="*/ 34722 h 297249"/>
                <a:gd name="connsiteX4" fmla="*/ 143401 w 198762"/>
                <a:gd name="connsiteY4" fmla="*/ 26983 h 297249"/>
                <a:gd name="connsiteX5" fmla="*/ 133960 w 198762"/>
                <a:gd name="connsiteY5" fmla="*/ -658 h 297249"/>
                <a:gd name="connsiteX6" fmla="*/ -2120 w 198762"/>
                <a:gd name="connsiteY6" fmla="*/ 45694 h 297249"/>
                <a:gd name="connsiteX7" fmla="*/ 7321 w 198762"/>
                <a:gd name="connsiteY7" fmla="*/ 73420 h 297249"/>
                <a:gd name="connsiteX8" fmla="*/ 28754 w 198762"/>
                <a:gd name="connsiteY8" fmla="*/ 66106 h 297249"/>
                <a:gd name="connsiteX9" fmla="*/ 52398 w 198762"/>
                <a:gd name="connsiteY9" fmla="*/ 135592 h 297249"/>
                <a:gd name="connsiteX10" fmla="*/ 24757 w 198762"/>
                <a:gd name="connsiteY10" fmla="*/ 144947 h 297249"/>
                <a:gd name="connsiteX11" fmla="*/ 34452 w 198762"/>
                <a:gd name="connsiteY11" fmla="*/ 173524 h 297249"/>
                <a:gd name="connsiteX12" fmla="*/ 61838 w 198762"/>
                <a:gd name="connsiteY12" fmla="*/ 164168 h 297249"/>
                <a:gd name="connsiteX13" fmla="*/ 54863 w 198762"/>
                <a:gd name="connsiteY13" fmla="*/ 284429 h 297249"/>
                <a:gd name="connsiteX14" fmla="*/ 83866 w 198762"/>
                <a:gd name="connsiteY14" fmla="*/ 296591 h 297249"/>
                <a:gd name="connsiteX15" fmla="*/ 90671 w 198762"/>
                <a:gd name="connsiteY15" fmla="*/ 154388 h 297249"/>
                <a:gd name="connsiteX16" fmla="*/ 125966 w 198762"/>
                <a:gd name="connsiteY16" fmla="*/ 142396 h 297249"/>
                <a:gd name="connsiteX17" fmla="*/ 168065 w 198762"/>
                <a:gd name="connsiteY17" fmla="*/ 266399 h 297249"/>
                <a:gd name="connsiteX18" fmla="*/ 196643 w 198762"/>
                <a:gd name="connsiteY18" fmla="*/ 256703 h 297249"/>
                <a:gd name="connsiteX19" fmla="*/ 154118 w 198762"/>
                <a:gd name="connsiteY19" fmla="*/ 132700 h 297249"/>
                <a:gd name="connsiteX20" fmla="*/ 80889 w 198762"/>
                <a:gd name="connsiteY20" fmla="*/ 125811 h 297249"/>
                <a:gd name="connsiteX21" fmla="*/ 57245 w 198762"/>
                <a:gd name="connsiteY21" fmla="*/ 56325 h 297249"/>
                <a:gd name="connsiteX22" fmla="*/ 92286 w 198762"/>
                <a:gd name="connsiteY22" fmla="*/ 44418 h 297249"/>
                <a:gd name="connsiteX23" fmla="*/ 115930 w 198762"/>
                <a:gd name="connsiteY23" fmla="*/ 113904 h 29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8762" h="297249">
                  <a:moveTo>
                    <a:pt x="184649" y="122324"/>
                  </a:moveTo>
                  <a:lnTo>
                    <a:pt x="174955" y="93832"/>
                  </a:lnTo>
                  <a:lnTo>
                    <a:pt x="144421" y="104208"/>
                  </a:lnTo>
                  <a:lnTo>
                    <a:pt x="120777" y="34722"/>
                  </a:lnTo>
                  <a:lnTo>
                    <a:pt x="143401" y="26983"/>
                  </a:lnTo>
                  <a:lnTo>
                    <a:pt x="133960" y="-658"/>
                  </a:lnTo>
                  <a:lnTo>
                    <a:pt x="-2120" y="45694"/>
                  </a:lnTo>
                  <a:lnTo>
                    <a:pt x="7321" y="73420"/>
                  </a:lnTo>
                  <a:lnTo>
                    <a:pt x="28754" y="66106"/>
                  </a:lnTo>
                  <a:lnTo>
                    <a:pt x="52398" y="135592"/>
                  </a:lnTo>
                  <a:lnTo>
                    <a:pt x="24757" y="144947"/>
                  </a:lnTo>
                  <a:lnTo>
                    <a:pt x="34452" y="173524"/>
                  </a:lnTo>
                  <a:lnTo>
                    <a:pt x="61838" y="164168"/>
                  </a:lnTo>
                  <a:cubicBezTo>
                    <a:pt x="75872" y="212987"/>
                    <a:pt x="73405" y="252876"/>
                    <a:pt x="54863" y="284429"/>
                  </a:cubicBezTo>
                  <a:lnTo>
                    <a:pt x="83866" y="296591"/>
                  </a:lnTo>
                  <a:cubicBezTo>
                    <a:pt x="104533" y="259339"/>
                    <a:pt x="107000" y="211541"/>
                    <a:pt x="90671" y="154388"/>
                  </a:cubicBezTo>
                  <a:lnTo>
                    <a:pt x="125966" y="142396"/>
                  </a:lnTo>
                  <a:lnTo>
                    <a:pt x="168065" y="266399"/>
                  </a:lnTo>
                  <a:lnTo>
                    <a:pt x="196643" y="256703"/>
                  </a:lnTo>
                  <a:lnTo>
                    <a:pt x="154118" y="132700"/>
                  </a:lnTo>
                  <a:close/>
                  <a:moveTo>
                    <a:pt x="80889" y="125811"/>
                  </a:moveTo>
                  <a:lnTo>
                    <a:pt x="57245" y="56325"/>
                  </a:lnTo>
                  <a:lnTo>
                    <a:pt x="92286" y="44418"/>
                  </a:lnTo>
                  <a:lnTo>
                    <a:pt x="115930" y="113904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id="{C3FED7D1-6F9E-43AD-96A9-55D1035B8416}"/>
                </a:ext>
              </a:extLst>
            </p:cNvPr>
            <p:cNvSpPr/>
            <p:nvPr/>
          </p:nvSpPr>
          <p:spPr>
            <a:xfrm>
              <a:off x="4592914" y="-3320452"/>
              <a:ext cx="167207" cy="267142"/>
            </a:xfrm>
            <a:custGeom>
              <a:avLst/>
              <a:gdLst>
                <a:gd name="connsiteX0" fmla="*/ 165087 w 167207"/>
                <a:gd name="connsiteY0" fmla="*/ 221067 h 267142"/>
                <a:gd name="connsiteX1" fmla="*/ 119076 w 167207"/>
                <a:gd name="connsiteY1" fmla="*/ 85838 h 267142"/>
                <a:gd name="connsiteX2" fmla="*/ 69153 w 167207"/>
                <a:gd name="connsiteY2" fmla="*/ 102848 h 267142"/>
                <a:gd name="connsiteX3" fmla="*/ 65494 w 167207"/>
                <a:gd name="connsiteY3" fmla="*/ 42037 h 267142"/>
                <a:gd name="connsiteX4" fmla="*/ 108019 w 167207"/>
                <a:gd name="connsiteY4" fmla="*/ 27578 h 267142"/>
                <a:gd name="connsiteX5" fmla="*/ 98410 w 167207"/>
                <a:gd name="connsiteY5" fmla="*/ -658 h 267142"/>
                <a:gd name="connsiteX6" fmla="*/ -2120 w 167207"/>
                <a:gd name="connsiteY6" fmla="*/ 33362 h 267142"/>
                <a:gd name="connsiteX7" fmla="*/ 7492 w 167207"/>
                <a:gd name="connsiteY7" fmla="*/ 61598 h 267142"/>
                <a:gd name="connsiteX8" fmla="*/ 37683 w 167207"/>
                <a:gd name="connsiteY8" fmla="*/ 51307 h 267142"/>
                <a:gd name="connsiteX9" fmla="*/ 31134 w 167207"/>
                <a:gd name="connsiteY9" fmla="*/ 163573 h 267142"/>
                <a:gd name="connsiteX10" fmla="*/ 55289 w 167207"/>
                <a:gd name="connsiteY10" fmla="*/ 183645 h 267142"/>
                <a:gd name="connsiteX11" fmla="*/ 61327 w 167207"/>
                <a:gd name="connsiteY11" fmla="*/ 161787 h 267142"/>
                <a:gd name="connsiteX12" fmla="*/ 96962 w 167207"/>
                <a:gd name="connsiteY12" fmla="*/ 266484 h 267142"/>
                <a:gd name="connsiteX13" fmla="*/ 124095 w 167207"/>
                <a:gd name="connsiteY13" fmla="*/ 257298 h 267142"/>
                <a:gd name="connsiteX14" fmla="*/ 117290 w 167207"/>
                <a:gd name="connsiteY14" fmla="*/ 237227 h 267142"/>
                <a:gd name="connsiteX15" fmla="*/ 80037 w 167207"/>
                <a:gd name="connsiteY15" fmla="*/ 128108 h 267142"/>
                <a:gd name="connsiteX16" fmla="*/ 100962 w 167207"/>
                <a:gd name="connsiteY16" fmla="*/ 121048 h 267142"/>
                <a:gd name="connsiteX17" fmla="*/ 129367 w 167207"/>
                <a:gd name="connsiteY17" fmla="*/ 204653 h 267142"/>
                <a:gd name="connsiteX18" fmla="*/ 108445 w 167207"/>
                <a:gd name="connsiteY18" fmla="*/ 211712 h 26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207" h="267142">
                  <a:moveTo>
                    <a:pt x="165087" y="221067"/>
                  </a:moveTo>
                  <a:lnTo>
                    <a:pt x="119076" y="85838"/>
                  </a:lnTo>
                  <a:lnTo>
                    <a:pt x="69153" y="102848"/>
                  </a:lnTo>
                  <a:cubicBezTo>
                    <a:pt x="69662" y="82512"/>
                    <a:pt x="68472" y="62168"/>
                    <a:pt x="65494" y="42037"/>
                  </a:cubicBezTo>
                  <a:lnTo>
                    <a:pt x="108019" y="27578"/>
                  </a:lnTo>
                  <a:lnTo>
                    <a:pt x="98410" y="-658"/>
                  </a:lnTo>
                  <a:lnTo>
                    <a:pt x="-2120" y="33362"/>
                  </a:lnTo>
                  <a:lnTo>
                    <a:pt x="7492" y="61598"/>
                  </a:lnTo>
                  <a:lnTo>
                    <a:pt x="37683" y="51307"/>
                  </a:lnTo>
                  <a:cubicBezTo>
                    <a:pt x="43212" y="88780"/>
                    <a:pt x="41001" y="126993"/>
                    <a:pt x="31134" y="163573"/>
                  </a:cubicBezTo>
                  <a:lnTo>
                    <a:pt x="55289" y="183645"/>
                  </a:lnTo>
                  <a:cubicBezTo>
                    <a:pt x="57330" y="176671"/>
                    <a:pt x="59541" y="169272"/>
                    <a:pt x="61327" y="161787"/>
                  </a:cubicBezTo>
                  <a:lnTo>
                    <a:pt x="96962" y="266484"/>
                  </a:lnTo>
                  <a:lnTo>
                    <a:pt x="124095" y="257298"/>
                  </a:lnTo>
                  <a:lnTo>
                    <a:pt x="117290" y="237227"/>
                  </a:lnTo>
                  <a:close/>
                  <a:moveTo>
                    <a:pt x="80037" y="128108"/>
                  </a:moveTo>
                  <a:lnTo>
                    <a:pt x="100962" y="121048"/>
                  </a:lnTo>
                  <a:lnTo>
                    <a:pt x="129367" y="204653"/>
                  </a:lnTo>
                  <a:lnTo>
                    <a:pt x="108445" y="211712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id="{51200330-1DB3-46D4-8284-E70AA4CF9602}"/>
                </a:ext>
              </a:extLst>
            </p:cNvPr>
            <p:cNvSpPr/>
            <p:nvPr/>
          </p:nvSpPr>
          <p:spPr>
            <a:xfrm>
              <a:off x="5250266" y="-3575117"/>
              <a:ext cx="102230" cy="38043"/>
            </a:xfrm>
            <a:custGeom>
              <a:avLst/>
              <a:gdLst>
                <a:gd name="connsiteX0" fmla="*/ -164 w 102230"/>
                <a:gd name="connsiteY0" fmla="*/ 37385 h 38043"/>
                <a:gd name="connsiteX1" fmla="*/ 100110 w 102230"/>
                <a:gd name="connsiteY1" fmla="*/ 30411 h 38043"/>
                <a:gd name="connsiteX2" fmla="*/ 97814 w 102230"/>
                <a:gd name="connsiteY2" fmla="*/ -548 h 38043"/>
                <a:gd name="connsiteX3" fmla="*/ -2120 w 102230"/>
                <a:gd name="connsiteY3" fmla="*/ 9233 h 3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30" h="38043">
                  <a:moveTo>
                    <a:pt x="-164" y="37385"/>
                  </a:moveTo>
                  <a:cubicBezTo>
                    <a:pt x="32834" y="30674"/>
                    <a:pt x="66516" y="28335"/>
                    <a:pt x="100110" y="30411"/>
                  </a:cubicBezTo>
                  <a:lnTo>
                    <a:pt x="97814" y="-548"/>
                  </a:lnTo>
                  <a:cubicBezTo>
                    <a:pt x="64219" y="-1321"/>
                    <a:pt x="30708" y="1961"/>
                    <a:pt x="-2120" y="9233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BA0E0646-4AD0-400E-906C-71D9119F705B}"/>
                </a:ext>
              </a:extLst>
            </p:cNvPr>
            <p:cNvSpPr/>
            <p:nvPr/>
          </p:nvSpPr>
          <p:spPr>
            <a:xfrm>
              <a:off x="5103725" y="-3650616"/>
              <a:ext cx="237288" cy="202929"/>
            </a:xfrm>
            <a:custGeom>
              <a:avLst/>
              <a:gdLst>
                <a:gd name="connsiteX0" fmla="*/ 39979 w 237288"/>
                <a:gd name="connsiteY0" fmla="*/ 154643 h 202929"/>
                <a:gd name="connsiteX1" fmla="*/ 188647 w 237288"/>
                <a:gd name="connsiteY1" fmla="*/ 40591 h 202929"/>
                <a:gd name="connsiteX2" fmla="*/ 210590 w 237288"/>
                <a:gd name="connsiteY2" fmla="*/ 69253 h 202929"/>
                <a:gd name="connsiteX3" fmla="*/ 235169 w 237288"/>
                <a:gd name="connsiteY3" fmla="*/ 50372 h 202929"/>
                <a:gd name="connsiteX4" fmla="*/ 195877 w 237288"/>
                <a:gd name="connsiteY4" fmla="*/ -658 h 202929"/>
                <a:gd name="connsiteX5" fmla="*/ 109720 w 237288"/>
                <a:gd name="connsiteY5" fmla="*/ 65426 h 202929"/>
                <a:gd name="connsiteX6" fmla="*/ 85820 w 237288"/>
                <a:gd name="connsiteY6" fmla="*/ 50967 h 202929"/>
                <a:gd name="connsiteX7" fmla="*/ 61667 w 237288"/>
                <a:gd name="connsiteY7" fmla="*/ 76482 h 202929"/>
                <a:gd name="connsiteX8" fmla="*/ 82930 w 237288"/>
                <a:gd name="connsiteY8" fmla="*/ 86093 h 202929"/>
                <a:gd name="connsiteX9" fmla="*/ -2120 w 237288"/>
                <a:gd name="connsiteY9" fmla="*/ 151241 h 202929"/>
                <a:gd name="connsiteX10" fmla="*/ 37087 w 237288"/>
                <a:gd name="connsiteY10" fmla="*/ 202271 h 202929"/>
                <a:gd name="connsiteX11" fmla="*/ 61667 w 237288"/>
                <a:gd name="connsiteY11" fmla="*/ 183390 h 2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7288" h="202929">
                  <a:moveTo>
                    <a:pt x="39979" y="154643"/>
                  </a:moveTo>
                  <a:lnTo>
                    <a:pt x="188647" y="40591"/>
                  </a:lnTo>
                  <a:lnTo>
                    <a:pt x="210590" y="69253"/>
                  </a:lnTo>
                  <a:lnTo>
                    <a:pt x="235169" y="50372"/>
                  </a:lnTo>
                  <a:lnTo>
                    <a:pt x="195877" y="-658"/>
                  </a:lnTo>
                  <a:lnTo>
                    <a:pt x="109720" y="65426"/>
                  </a:lnTo>
                  <a:cubicBezTo>
                    <a:pt x="101981" y="60204"/>
                    <a:pt x="93987" y="55381"/>
                    <a:pt x="85820" y="50967"/>
                  </a:cubicBezTo>
                  <a:lnTo>
                    <a:pt x="61667" y="76482"/>
                  </a:lnTo>
                  <a:cubicBezTo>
                    <a:pt x="68725" y="79289"/>
                    <a:pt x="75700" y="82606"/>
                    <a:pt x="82930" y="86093"/>
                  </a:cubicBezTo>
                  <a:lnTo>
                    <a:pt x="-2120" y="151241"/>
                  </a:lnTo>
                  <a:lnTo>
                    <a:pt x="37087" y="202271"/>
                  </a:lnTo>
                  <a:lnTo>
                    <a:pt x="61667" y="183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42875CC7-A615-441E-8E81-CB55C414CF57}"/>
                </a:ext>
              </a:extLst>
            </p:cNvPr>
            <p:cNvSpPr/>
            <p:nvPr/>
          </p:nvSpPr>
          <p:spPr>
            <a:xfrm>
              <a:off x="5159772" y="-3526018"/>
              <a:ext cx="65575" cy="107843"/>
            </a:xfrm>
            <a:custGeom>
              <a:avLst/>
              <a:gdLst>
                <a:gd name="connsiteX0" fmla="*/ 63455 w 65575"/>
                <a:gd name="connsiteY0" fmla="*/ 5210 h 107843"/>
                <a:gd name="connsiteX1" fmla="*/ 35303 w 65575"/>
                <a:gd name="connsiteY1" fmla="*/ -658 h 107843"/>
                <a:gd name="connsiteX2" fmla="*/ -2120 w 65575"/>
                <a:gd name="connsiteY2" fmla="*/ 92897 h 107843"/>
                <a:gd name="connsiteX3" fmla="*/ 25353 w 65575"/>
                <a:gd name="connsiteY3" fmla="*/ 107185 h 107843"/>
                <a:gd name="connsiteX4" fmla="*/ 63455 w 65575"/>
                <a:gd name="connsiteY4" fmla="*/ 5210 h 10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75" h="107843">
                  <a:moveTo>
                    <a:pt x="63455" y="5210"/>
                  </a:moveTo>
                  <a:lnTo>
                    <a:pt x="35303" y="-658"/>
                  </a:lnTo>
                  <a:cubicBezTo>
                    <a:pt x="29180" y="32698"/>
                    <a:pt x="16422" y="64498"/>
                    <a:pt x="-2120" y="92897"/>
                  </a:cubicBezTo>
                  <a:lnTo>
                    <a:pt x="25353" y="107185"/>
                  </a:lnTo>
                  <a:cubicBezTo>
                    <a:pt x="43808" y="75640"/>
                    <a:pt x="56736" y="41144"/>
                    <a:pt x="63455" y="521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AE71B0DF-2F62-4776-B9D1-F81C248131E9}"/>
                </a:ext>
              </a:extLst>
            </p:cNvPr>
            <p:cNvSpPr/>
            <p:nvPr/>
          </p:nvSpPr>
          <p:spPr>
            <a:xfrm>
              <a:off x="5187160" y="-3522701"/>
              <a:ext cx="261661" cy="217047"/>
            </a:xfrm>
            <a:custGeom>
              <a:avLst/>
              <a:gdLst>
                <a:gd name="connsiteX0" fmla="*/ 233723 w 261661"/>
                <a:gd name="connsiteY0" fmla="*/ 9718 h 217047"/>
                <a:gd name="connsiteX1" fmla="*/ 205742 w 261661"/>
                <a:gd name="connsiteY1" fmla="*/ 20264 h 217047"/>
                <a:gd name="connsiteX2" fmla="*/ 227430 w 261661"/>
                <a:gd name="connsiteY2" fmla="*/ 50967 h 217047"/>
                <a:gd name="connsiteX3" fmla="*/ 222922 w 261661"/>
                <a:gd name="connsiteY3" fmla="*/ 62364 h 217047"/>
                <a:gd name="connsiteX4" fmla="*/ 208038 w 261661"/>
                <a:gd name="connsiteY4" fmla="*/ 73760 h 217047"/>
                <a:gd name="connsiteX5" fmla="*/ 200212 w 261661"/>
                <a:gd name="connsiteY5" fmla="*/ 73820 h 217047"/>
                <a:gd name="connsiteX6" fmla="*/ 199533 w 261661"/>
                <a:gd name="connsiteY6" fmla="*/ 72995 h 217047"/>
                <a:gd name="connsiteX7" fmla="*/ 143144 w 261661"/>
                <a:gd name="connsiteY7" fmla="*/ -658 h 217047"/>
                <a:gd name="connsiteX8" fmla="*/ 82249 w 261661"/>
                <a:gd name="connsiteY8" fmla="*/ 46034 h 217047"/>
                <a:gd name="connsiteX9" fmla="*/ 77996 w 261661"/>
                <a:gd name="connsiteY9" fmla="*/ 39485 h 217047"/>
                <a:gd name="connsiteX10" fmla="*/ 61667 w 261661"/>
                <a:gd name="connsiteY10" fmla="*/ 18223 h 217047"/>
                <a:gd name="connsiteX11" fmla="*/ 36831 w 261661"/>
                <a:gd name="connsiteY11" fmla="*/ 37274 h 217047"/>
                <a:gd name="connsiteX12" fmla="*/ 53162 w 261661"/>
                <a:gd name="connsiteY12" fmla="*/ 58536 h 217047"/>
                <a:gd name="connsiteX13" fmla="*/ 57415 w 261661"/>
                <a:gd name="connsiteY13" fmla="*/ 65085 h 217047"/>
                <a:gd name="connsiteX14" fmla="*/ -2120 w 261661"/>
                <a:gd name="connsiteY14" fmla="*/ 110842 h 217047"/>
                <a:gd name="connsiteX15" fmla="*/ 15654 w 261661"/>
                <a:gd name="connsiteY15" fmla="*/ 134061 h 217047"/>
                <a:gd name="connsiteX16" fmla="*/ 71022 w 261661"/>
                <a:gd name="connsiteY16" fmla="*/ 91536 h 217047"/>
                <a:gd name="connsiteX17" fmla="*/ 78337 w 261661"/>
                <a:gd name="connsiteY17" fmla="*/ 126576 h 217047"/>
                <a:gd name="connsiteX18" fmla="*/ 43636 w 261661"/>
                <a:gd name="connsiteY18" fmla="*/ 205418 h 217047"/>
                <a:gd name="connsiteX19" fmla="*/ 73063 w 261661"/>
                <a:gd name="connsiteY19" fmla="*/ 216389 h 217047"/>
                <a:gd name="connsiteX20" fmla="*/ 109635 w 261661"/>
                <a:gd name="connsiteY20" fmla="*/ 127767 h 217047"/>
                <a:gd name="connsiteX21" fmla="*/ 96792 w 261661"/>
                <a:gd name="connsiteY21" fmla="*/ 71804 h 217047"/>
                <a:gd name="connsiteX22" fmla="*/ 136595 w 261661"/>
                <a:gd name="connsiteY22" fmla="*/ 41271 h 217047"/>
                <a:gd name="connsiteX23" fmla="*/ 178356 w 261661"/>
                <a:gd name="connsiteY23" fmla="*/ 95703 h 217047"/>
                <a:gd name="connsiteX24" fmla="*/ 222667 w 261661"/>
                <a:gd name="connsiteY24" fmla="*/ 99701 h 217047"/>
                <a:gd name="connsiteX25" fmla="*/ 241377 w 261661"/>
                <a:gd name="connsiteY25" fmla="*/ 85327 h 217047"/>
                <a:gd name="connsiteX26" fmla="*/ 258387 w 261661"/>
                <a:gd name="connsiteY26" fmla="*/ 51903 h 217047"/>
                <a:gd name="connsiteX27" fmla="*/ 233723 w 261661"/>
                <a:gd name="connsiteY27" fmla="*/ 9718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61661" h="217047">
                  <a:moveTo>
                    <a:pt x="233723" y="9718"/>
                  </a:moveTo>
                  <a:lnTo>
                    <a:pt x="205742" y="20264"/>
                  </a:lnTo>
                  <a:cubicBezTo>
                    <a:pt x="213736" y="30640"/>
                    <a:pt x="220881" y="41016"/>
                    <a:pt x="227430" y="50967"/>
                  </a:cubicBezTo>
                  <a:cubicBezTo>
                    <a:pt x="229045" y="55050"/>
                    <a:pt x="227430" y="58707"/>
                    <a:pt x="222922" y="62364"/>
                  </a:cubicBezTo>
                  <a:lnTo>
                    <a:pt x="208038" y="73760"/>
                  </a:lnTo>
                  <a:cubicBezTo>
                    <a:pt x="205912" y="75938"/>
                    <a:pt x="202424" y="75963"/>
                    <a:pt x="200212" y="73820"/>
                  </a:cubicBezTo>
                  <a:cubicBezTo>
                    <a:pt x="199959" y="73565"/>
                    <a:pt x="199703" y="73293"/>
                    <a:pt x="199533" y="72995"/>
                  </a:cubicBezTo>
                  <a:lnTo>
                    <a:pt x="143144" y="-658"/>
                  </a:lnTo>
                  <a:lnTo>
                    <a:pt x="82249" y="46034"/>
                  </a:lnTo>
                  <a:cubicBezTo>
                    <a:pt x="80804" y="44163"/>
                    <a:pt x="79612" y="42037"/>
                    <a:pt x="77996" y="39485"/>
                  </a:cubicBezTo>
                  <a:lnTo>
                    <a:pt x="61667" y="18223"/>
                  </a:lnTo>
                  <a:lnTo>
                    <a:pt x="36831" y="37274"/>
                  </a:lnTo>
                  <a:lnTo>
                    <a:pt x="53162" y="58536"/>
                  </a:lnTo>
                  <a:lnTo>
                    <a:pt x="57415" y="65085"/>
                  </a:lnTo>
                  <a:lnTo>
                    <a:pt x="-2120" y="110842"/>
                  </a:lnTo>
                  <a:lnTo>
                    <a:pt x="15654" y="134061"/>
                  </a:lnTo>
                  <a:lnTo>
                    <a:pt x="71022" y="91536"/>
                  </a:lnTo>
                  <a:cubicBezTo>
                    <a:pt x="75274" y="102763"/>
                    <a:pt x="77741" y="114585"/>
                    <a:pt x="78337" y="126576"/>
                  </a:cubicBezTo>
                  <a:cubicBezTo>
                    <a:pt x="77826" y="147584"/>
                    <a:pt x="66088" y="173949"/>
                    <a:pt x="43636" y="205418"/>
                  </a:cubicBezTo>
                  <a:lnTo>
                    <a:pt x="73063" y="216389"/>
                  </a:lnTo>
                  <a:cubicBezTo>
                    <a:pt x="96452" y="184070"/>
                    <a:pt x="108868" y="154643"/>
                    <a:pt x="109635" y="127767"/>
                  </a:cubicBezTo>
                  <a:cubicBezTo>
                    <a:pt x="109464" y="108401"/>
                    <a:pt x="105127" y="89299"/>
                    <a:pt x="96792" y="71804"/>
                  </a:cubicBezTo>
                  <a:lnTo>
                    <a:pt x="136595" y="41271"/>
                  </a:lnTo>
                  <a:lnTo>
                    <a:pt x="178356" y="95703"/>
                  </a:lnTo>
                  <a:cubicBezTo>
                    <a:pt x="190432" y="111608"/>
                    <a:pt x="205146" y="113139"/>
                    <a:pt x="222667" y="99701"/>
                  </a:cubicBezTo>
                  <a:lnTo>
                    <a:pt x="241377" y="85327"/>
                  </a:lnTo>
                  <a:cubicBezTo>
                    <a:pt x="256516" y="73760"/>
                    <a:pt x="262214" y="62534"/>
                    <a:pt x="258387" y="51903"/>
                  </a:cubicBezTo>
                  <a:cubicBezTo>
                    <a:pt x="251157" y="37291"/>
                    <a:pt x="242907" y="23198"/>
                    <a:pt x="233723" y="971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D262863A-EA2B-4E1C-8BBD-B5691222FB60}"/>
                </a:ext>
              </a:extLst>
            </p:cNvPr>
            <p:cNvSpPr/>
            <p:nvPr/>
          </p:nvSpPr>
          <p:spPr>
            <a:xfrm>
              <a:off x="5561804" y="-4087603"/>
              <a:ext cx="147392" cy="172396"/>
            </a:xfrm>
            <a:custGeom>
              <a:avLst/>
              <a:gdLst>
                <a:gd name="connsiteX0" fmla="*/ 52569 w 147392"/>
                <a:gd name="connsiteY0" fmla="*/ 171738 h 172396"/>
                <a:gd name="connsiteX1" fmla="*/ 66516 w 147392"/>
                <a:gd name="connsiteY1" fmla="*/ 150901 h 172396"/>
                <a:gd name="connsiteX2" fmla="*/ 81910 w 147392"/>
                <a:gd name="connsiteY2" fmla="*/ 161192 h 172396"/>
                <a:gd name="connsiteX3" fmla="*/ 145272 w 147392"/>
                <a:gd name="connsiteY3" fmla="*/ 66531 h 172396"/>
                <a:gd name="connsiteX4" fmla="*/ 129963 w 147392"/>
                <a:gd name="connsiteY4" fmla="*/ 56240 h 172396"/>
                <a:gd name="connsiteX5" fmla="*/ 143401 w 147392"/>
                <a:gd name="connsiteY5" fmla="*/ 36168 h 172396"/>
                <a:gd name="connsiteX6" fmla="*/ 88289 w 147392"/>
                <a:gd name="connsiteY6" fmla="*/ -658 h 172396"/>
                <a:gd name="connsiteX7" fmla="*/ 50781 w 147392"/>
                <a:gd name="connsiteY7" fmla="*/ 55390 h 172396"/>
                <a:gd name="connsiteX8" fmla="*/ 25266 w 147392"/>
                <a:gd name="connsiteY8" fmla="*/ 48501 h 172396"/>
                <a:gd name="connsiteX9" fmla="*/ 11744 w 147392"/>
                <a:gd name="connsiteY9" fmla="*/ 78268 h 172396"/>
                <a:gd name="connsiteX10" fmla="*/ 33347 w 147392"/>
                <a:gd name="connsiteY10" fmla="*/ 81925 h 172396"/>
                <a:gd name="connsiteX11" fmla="*/ -2120 w 147392"/>
                <a:gd name="connsiteY11" fmla="*/ 134996 h 172396"/>
                <a:gd name="connsiteX12" fmla="*/ 95858 w 147392"/>
                <a:gd name="connsiteY12" fmla="*/ 40676 h 172396"/>
                <a:gd name="connsiteX13" fmla="*/ 118906 w 147392"/>
                <a:gd name="connsiteY13" fmla="*/ 56070 h 172396"/>
                <a:gd name="connsiteX14" fmla="*/ 61667 w 147392"/>
                <a:gd name="connsiteY14" fmla="*/ 141545 h 172396"/>
                <a:gd name="connsiteX15" fmla="*/ 38619 w 147392"/>
                <a:gd name="connsiteY15" fmla="*/ 126151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392" h="172396">
                  <a:moveTo>
                    <a:pt x="52569" y="171738"/>
                  </a:moveTo>
                  <a:lnTo>
                    <a:pt x="66516" y="150901"/>
                  </a:lnTo>
                  <a:lnTo>
                    <a:pt x="81910" y="161192"/>
                  </a:lnTo>
                  <a:lnTo>
                    <a:pt x="145272" y="66531"/>
                  </a:lnTo>
                  <a:lnTo>
                    <a:pt x="129963" y="56240"/>
                  </a:lnTo>
                  <a:lnTo>
                    <a:pt x="143401" y="36168"/>
                  </a:lnTo>
                  <a:lnTo>
                    <a:pt x="88289" y="-658"/>
                  </a:lnTo>
                  <a:lnTo>
                    <a:pt x="50781" y="55390"/>
                  </a:lnTo>
                  <a:cubicBezTo>
                    <a:pt x="41171" y="52583"/>
                    <a:pt x="32751" y="50117"/>
                    <a:pt x="25266" y="48501"/>
                  </a:cubicBezTo>
                  <a:lnTo>
                    <a:pt x="11744" y="78268"/>
                  </a:lnTo>
                  <a:cubicBezTo>
                    <a:pt x="19057" y="78957"/>
                    <a:pt x="26287" y="80181"/>
                    <a:pt x="33347" y="81925"/>
                  </a:cubicBezTo>
                  <a:lnTo>
                    <a:pt x="-2120" y="134996"/>
                  </a:lnTo>
                  <a:close/>
                  <a:moveTo>
                    <a:pt x="95858" y="40676"/>
                  </a:moveTo>
                  <a:lnTo>
                    <a:pt x="118906" y="56070"/>
                  </a:lnTo>
                  <a:lnTo>
                    <a:pt x="61667" y="141545"/>
                  </a:lnTo>
                  <a:lnTo>
                    <a:pt x="38619" y="126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DB251FA3-09BA-4D9F-B2A2-6E7702A6472B}"/>
                </a:ext>
              </a:extLst>
            </p:cNvPr>
            <p:cNvSpPr/>
            <p:nvPr/>
          </p:nvSpPr>
          <p:spPr>
            <a:xfrm>
              <a:off x="5653658" y="-4028323"/>
              <a:ext cx="197616" cy="213475"/>
            </a:xfrm>
            <a:custGeom>
              <a:avLst/>
              <a:gdLst>
                <a:gd name="connsiteX0" fmla="*/ 159220 w 197616"/>
                <a:gd name="connsiteY0" fmla="*/ 40591 h 213475"/>
                <a:gd name="connsiteX1" fmla="*/ 135575 w 197616"/>
                <a:gd name="connsiteY1" fmla="*/ 58877 h 213475"/>
                <a:gd name="connsiteX2" fmla="*/ 163302 w 197616"/>
                <a:gd name="connsiteY2" fmla="*/ 81755 h 213475"/>
                <a:gd name="connsiteX3" fmla="*/ 162793 w 197616"/>
                <a:gd name="connsiteY3" fmla="*/ 87879 h 213475"/>
                <a:gd name="connsiteX4" fmla="*/ 158455 w 197616"/>
                <a:gd name="connsiteY4" fmla="*/ 94257 h 213475"/>
                <a:gd name="connsiteX5" fmla="*/ 145357 w 197616"/>
                <a:gd name="connsiteY5" fmla="*/ 93067 h 213475"/>
                <a:gd name="connsiteX6" fmla="*/ 87268 w 197616"/>
                <a:gd name="connsiteY6" fmla="*/ 54284 h 213475"/>
                <a:gd name="connsiteX7" fmla="*/ 113208 w 197616"/>
                <a:gd name="connsiteY7" fmla="*/ 15586 h 213475"/>
                <a:gd name="connsiteX8" fmla="*/ 88883 w 197616"/>
                <a:gd name="connsiteY8" fmla="*/ -658 h 213475"/>
                <a:gd name="connsiteX9" fmla="*/ -2120 w 197616"/>
                <a:gd name="connsiteY9" fmla="*/ 135422 h 213475"/>
                <a:gd name="connsiteX10" fmla="*/ 22205 w 197616"/>
                <a:gd name="connsiteY10" fmla="*/ 151666 h 213475"/>
                <a:gd name="connsiteX11" fmla="*/ 42446 w 197616"/>
                <a:gd name="connsiteY11" fmla="*/ 121388 h 213475"/>
                <a:gd name="connsiteX12" fmla="*/ 78337 w 197616"/>
                <a:gd name="connsiteY12" fmla="*/ 160086 h 213475"/>
                <a:gd name="connsiteX13" fmla="*/ 85737 w 197616"/>
                <a:gd name="connsiteY13" fmla="*/ 212817 h 213475"/>
                <a:gd name="connsiteX14" fmla="*/ 118480 w 197616"/>
                <a:gd name="connsiteY14" fmla="*/ 210606 h 213475"/>
                <a:gd name="connsiteX15" fmla="*/ 106063 w 197616"/>
                <a:gd name="connsiteY15" fmla="*/ 144947 h 213475"/>
                <a:gd name="connsiteX16" fmla="*/ 59371 w 197616"/>
                <a:gd name="connsiteY16" fmla="*/ 96128 h 213475"/>
                <a:gd name="connsiteX17" fmla="*/ 70172 w 197616"/>
                <a:gd name="connsiteY17" fmla="*/ 80054 h 213475"/>
                <a:gd name="connsiteX18" fmla="*/ 134471 w 197616"/>
                <a:gd name="connsiteY18" fmla="*/ 122579 h 213475"/>
                <a:gd name="connsiteX19" fmla="*/ 157434 w 197616"/>
                <a:gd name="connsiteY19" fmla="*/ 129043 h 213475"/>
                <a:gd name="connsiteX20" fmla="*/ 175804 w 197616"/>
                <a:gd name="connsiteY20" fmla="*/ 117646 h 213475"/>
                <a:gd name="connsiteX21" fmla="*/ 189242 w 197616"/>
                <a:gd name="connsiteY21" fmla="*/ 97574 h 213475"/>
                <a:gd name="connsiteX22" fmla="*/ 195281 w 197616"/>
                <a:gd name="connsiteY22" fmla="*/ 75716 h 213475"/>
                <a:gd name="connsiteX23" fmla="*/ 159220 w 197616"/>
                <a:gd name="connsiteY23" fmla="*/ 40591 h 21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7616" h="213475">
                  <a:moveTo>
                    <a:pt x="159220" y="40591"/>
                  </a:moveTo>
                  <a:lnTo>
                    <a:pt x="135575" y="58877"/>
                  </a:lnTo>
                  <a:cubicBezTo>
                    <a:pt x="153096" y="71294"/>
                    <a:pt x="162282" y="78948"/>
                    <a:pt x="163302" y="81755"/>
                  </a:cubicBezTo>
                  <a:cubicBezTo>
                    <a:pt x="164068" y="83762"/>
                    <a:pt x="163898" y="86025"/>
                    <a:pt x="162793" y="87879"/>
                  </a:cubicBezTo>
                  <a:lnTo>
                    <a:pt x="158455" y="94257"/>
                  </a:lnTo>
                  <a:cubicBezTo>
                    <a:pt x="156159" y="97744"/>
                    <a:pt x="151736" y="97319"/>
                    <a:pt x="145357" y="93067"/>
                  </a:cubicBezTo>
                  <a:lnTo>
                    <a:pt x="87268" y="54284"/>
                  </a:lnTo>
                  <a:lnTo>
                    <a:pt x="113208" y="15586"/>
                  </a:lnTo>
                  <a:lnTo>
                    <a:pt x="88883" y="-658"/>
                  </a:lnTo>
                  <a:lnTo>
                    <a:pt x="-2120" y="135422"/>
                  </a:lnTo>
                  <a:lnTo>
                    <a:pt x="22205" y="151666"/>
                  </a:lnTo>
                  <a:lnTo>
                    <a:pt x="42446" y="121388"/>
                  </a:lnTo>
                  <a:cubicBezTo>
                    <a:pt x="56989" y="131654"/>
                    <a:pt x="69153" y="144837"/>
                    <a:pt x="78337" y="160086"/>
                  </a:cubicBezTo>
                  <a:cubicBezTo>
                    <a:pt x="85652" y="176637"/>
                    <a:pt x="88204" y="194897"/>
                    <a:pt x="85737" y="212817"/>
                  </a:cubicBezTo>
                  <a:lnTo>
                    <a:pt x="118480" y="210606"/>
                  </a:lnTo>
                  <a:cubicBezTo>
                    <a:pt x="120438" y="187991"/>
                    <a:pt x="116186" y="165283"/>
                    <a:pt x="106063" y="144947"/>
                  </a:cubicBezTo>
                  <a:cubicBezTo>
                    <a:pt x="93646" y="125896"/>
                    <a:pt x="77828" y="109337"/>
                    <a:pt x="59371" y="96128"/>
                  </a:cubicBezTo>
                  <a:lnTo>
                    <a:pt x="70172" y="80054"/>
                  </a:lnTo>
                  <a:lnTo>
                    <a:pt x="134471" y="122579"/>
                  </a:lnTo>
                  <a:cubicBezTo>
                    <a:pt x="141105" y="127384"/>
                    <a:pt x="149269" y="129681"/>
                    <a:pt x="157434" y="129043"/>
                  </a:cubicBezTo>
                  <a:cubicBezTo>
                    <a:pt x="165090" y="128652"/>
                    <a:pt x="172062" y="124348"/>
                    <a:pt x="175804" y="117646"/>
                  </a:cubicBezTo>
                  <a:lnTo>
                    <a:pt x="189242" y="97574"/>
                  </a:lnTo>
                  <a:cubicBezTo>
                    <a:pt x="194091" y="91374"/>
                    <a:pt x="196217" y="83515"/>
                    <a:pt x="195281" y="75716"/>
                  </a:cubicBezTo>
                  <a:cubicBezTo>
                    <a:pt x="193325" y="70188"/>
                    <a:pt x="181248" y="58196"/>
                    <a:pt x="159220" y="4059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id="{BC4141B4-7797-4DCC-8321-4CB671068E08}"/>
                </a:ext>
              </a:extLst>
            </p:cNvPr>
            <p:cNvSpPr/>
            <p:nvPr/>
          </p:nvSpPr>
          <p:spPr>
            <a:xfrm>
              <a:off x="5495466" y="-3955265"/>
              <a:ext cx="238904" cy="224446"/>
            </a:xfrm>
            <a:custGeom>
              <a:avLst/>
              <a:gdLst>
                <a:gd name="connsiteX0" fmla="*/ 202085 w 238904"/>
                <a:gd name="connsiteY0" fmla="*/ 163913 h 224446"/>
                <a:gd name="connsiteX1" fmla="*/ 215947 w 238904"/>
                <a:gd name="connsiteY1" fmla="*/ 121814 h 224446"/>
                <a:gd name="connsiteX2" fmla="*/ 194600 w 238904"/>
                <a:gd name="connsiteY2" fmla="*/ 97915 h 224446"/>
                <a:gd name="connsiteX3" fmla="*/ 120266 w 238904"/>
                <a:gd name="connsiteY3" fmla="*/ 79799 h 224446"/>
                <a:gd name="connsiteX4" fmla="*/ 69236 w 238904"/>
                <a:gd name="connsiteY4" fmla="*/ 12949 h 224446"/>
                <a:gd name="connsiteX5" fmla="*/ 48910 w 238904"/>
                <a:gd name="connsiteY5" fmla="*/ -658 h 224446"/>
                <a:gd name="connsiteX6" fmla="*/ -2120 w 238904"/>
                <a:gd name="connsiteY6" fmla="*/ 75461 h 224446"/>
                <a:gd name="connsiteX7" fmla="*/ 219774 w 238904"/>
                <a:gd name="connsiteY7" fmla="*/ 223789 h 224446"/>
                <a:gd name="connsiteX8" fmla="*/ 236784 w 238904"/>
                <a:gd name="connsiteY8" fmla="*/ 198274 h 224446"/>
                <a:gd name="connsiteX9" fmla="*/ 172318 w 238904"/>
                <a:gd name="connsiteY9" fmla="*/ 155153 h 224446"/>
                <a:gd name="connsiteX10" fmla="*/ 39468 w 238904"/>
                <a:gd name="connsiteY10" fmla="*/ 66446 h 224446"/>
                <a:gd name="connsiteX11" fmla="*/ 56478 w 238904"/>
                <a:gd name="connsiteY11" fmla="*/ 40931 h 224446"/>
                <a:gd name="connsiteX12" fmla="*/ 107508 w 238904"/>
                <a:gd name="connsiteY12" fmla="*/ 107440 h 224446"/>
                <a:gd name="connsiteX13" fmla="*/ 177930 w 238904"/>
                <a:gd name="connsiteY13" fmla="*/ 122919 h 224446"/>
                <a:gd name="connsiteX14" fmla="*/ 184649 w 238904"/>
                <a:gd name="connsiteY14" fmla="*/ 130659 h 224446"/>
                <a:gd name="connsiteX15" fmla="*/ 181246 w 238904"/>
                <a:gd name="connsiteY15" fmla="*/ 141630 h 224446"/>
                <a:gd name="connsiteX16" fmla="*/ 170870 w 238904"/>
                <a:gd name="connsiteY16" fmla="*/ 154388 h 224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8904" h="224446">
                  <a:moveTo>
                    <a:pt x="202085" y="163913"/>
                  </a:moveTo>
                  <a:cubicBezTo>
                    <a:pt x="213140" y="146903"/>
                    <a:pt x="217733" y="133040"/>
                    <a:pt x="215947" y="121814"/>
                  </a:cubicBezTo>
                  <a:cubicBezTo>
                    <a:pt x="211780" y="111625"/>
                    <a:pt x="204294" y="103179"/>
                    <a:pt x="194600" y="97915"/>
                  </a:cubicBezTo>
                  <a:cubicBezTo>
                    <a:pt x="171466" y="86424"/>
                    <a:pt x="146121" y="80233"/>
                    <a:pt x="120266" y="79799"/>
                  </a:cubicBezTo>
                  <a:cubicBezTo>
                    <a:pt x="102745" y="55474"/>
                    <a:pt x="85650" y="33362"/>
                    <a:pt x="69236" y="12949"/>
                  </a:cubicBezTo>
                  <a:lnTo>
                    <a:pt x="48910" y="-658"/>
                  </a:lnTo>
                  <a:lnTo>
                    <a:pt x="-2120" y="75461"/>
                  </a:lnTo>
                  <a:lnTo>
                    <a:pt x="219774" y="223789"/>
                  </a:lnTo>
                  <a:lnTo>
                    <a:pt x="236784" y="198274"/>
                  </a:lnTo>
                  <a:lnTo>
                    <a:pt x="172318" y="155153"/>
                  </a:lnTo>
                  <a:close/>
                  <a:moveTo>
                    <a:pt x="39468" y="66446"/>
                  </a:moveTo>
                  <a:lnTo>
                    <a:pt x="56478" y="40931"/>
                  </a:lnTo>
                  <a:cubicBezTo>
                    <a:pt x="72467" y="59472"/>
                    <a:pt x="89477" y="81645"/>
                    <a:pt x="107508" y="107440"/>
                  </a:cubicBezTo>
                  <a:cubicBezTo>
                    <a:pt x="137787" y="106845"/>
                    <a:pt x="161346" y="111863"/>
                    <a:pt x="177930" y="122919"/>
                  </a:cubicBezTo>
                  <a:cubicBezTo>
                    <a:pt x="181076" y="124552"/>
                    <a:pt x="183458" y="127316"/>
                    <a:pt x="184649" y="130659"/>
                  </a:cubicBezTo>
                  <a:cubicBezTo>
                    <a:pt x="184564" y="134563"/>
                    <a:pt x="183372" y="138364"/>
                    <a:pt x="181246" y="141630"/>
                  </a:cubicBezTo>
                  <a:cubicBezTo>
                    <a:pt x="178015" y="146078"/>
                    <a:pt x="174612" y="150339"/>
                    <a:pt x="170870" y="15438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71BFC51C-EC3B-49E2-A7BA-5FEEBCD41843}"/>
                </a:ext>
              </a:extLst>
            </p:cNvPr>
            <p:cNvSpPr/>
            <p:nvPr/>
          </p:nvSpPr>
          <p:spPr>
            <a:xfrm rot="-782399">
              <a:off x="2303034" y="-4533323"/>
              <a:ext cx="233547" cy="48563"/>
            </a:xfrm>
            <a:custGeom>
              <a:avLst/>
              <a:gdLst>
                <a:gd name="connsiteX0" fmla="*/ -2120 w 233547"/>
                <a:gd name="connsiteY0" fmla="*/ -659 h 48563"/>
                <a:gd name="connsiteX1" fmla="*/ 231427 w 233547"/>
                <a:gd name="connsiteY1" fmla="*/ -659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9"/>
                  </a:moveTo>
                  <a:lnTo>
                    <a:pt x="231427" y="-659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任意多边形: 形状 150">
              <a:extLst>
                <a:ext uri="{FF2B5EF4-FFF2-40B4-BE49-F238E27FC236}">
                  <a16:creationId xmlns:a16="http://schemas.microsoft.com/office/drawing/2014/main" id="{2B731D74-DD17-4B22-87CC-5FE743257BB6}"/>
                </a:ext>
              </a:extLst>
            </p:cNvPr>
            <p:cNvSpPr/>
            <p:nvPr/>
          </p:nvSpPr>
          <p:spPr>
            <a:xfrm>
              <a:off x="2256846" y="-4840380"/>
              <a:ext cx="251323" cy="212284"/>
            </a:xfrm>
            <a:custGeom>
              <a:avLst/>
              <a:gdLst>
                <a:gd name="connsiteX0" fmla="*/ 1792 w 251323"/>
                <a:gd name="connsiteY0" fmla="*/ 61083 h 212284"/>
                <a:gd name="connsiteX1" fmla="*/ 160494 w 251323"/>
                <a:gd name="connsiteY1" fmla="*/ 45179 h 212284"/>
                <a:gd name="connsiteX2" fmla="*/ 12593 w 251323"/>
                <a:gd name="connsiteY2" fmla="*/ 168757 h 212284"/>
                <a:gd name="connsiteX3" fmla="*/ 16846 w 251323"/>
                <a:gd name="connsiteY3" fmla="*/ 211282 h 212284"/>
                <a:gd name="connsiteX4" fmla="*/ 249203 w 251323"/>
                <a:gd name="connsiteY4" fmla="*/ 188063 h 212284"/>
                <a:gd name="connsiteX5" fmla="*/ 245289 w 251323"/>
                <a:gd name="connsiteY5" fmla="*/ 149280 h 212284"/>
                <a:gd name="connsiteX6" fmla="*/ 86586 w 251323"/>
                <a:gd name="connsiteY6" fmla="*/ 165184 h 212284"/>
                <a:gd name="connsiteX7" fmla="*/ 234573 w 251323"/>
                <a:gd name="connsiteY7" fmla="*/ 42287 h 212284"/>
                <a:gd name="connsiteX8" fmla="*/ 230235 w 251323"/>
                <a:gd name="connsiteY8" fmla="*/ -1003 h 212284"/>
                <a:gd name="connsiteX9" fmla="*/ -2120 w 251323"/>
                <a:gd name="connsiteY9" fmla="*/ 22300 h 21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1323" h="212284">
                  <a:moveTo>
                    <a:pt x="1792" y="61083"/>
                  </a:moveTo>
                  <a:lnTo>
                    <a:pt x="160494" y="45179"/>
                  </a:lnTo>
                  <a:lnTo>
                    <a:pt x="12593" y="168757"/>
                  </a:lnTo>
                  <a:lnTo>
                    <a:pt x="16846" y="211282"/>
                  </a:lnTo>
                  <a:lnTo>
                    <a:pt x="249203" y="188063"/>
                  </a:lnTo>
                  <a:lnTo>
                    <a:pt x="245289" y="149280"/>
                  </a:lnTo>
                  <a:lnTo>
                    <a:pt x="86586" y="165184"/>
                  </a:lnTo>
                  <a:lnTo>
                    <a:pt x="234573" y="42287"/>
                  </a:lnTo>
                  <a:lnTo>
                    <a:pt x="230235" y="-1003"/>
                  </a:lnTo>
                  <a:lnTo>
                    <a:pt x="-2120" y="2230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任意多边形: 形状 151">
              <a:extLst>
                <a:ext uri="{FF2B5EF4-FFF2-40B4-BE49-F238E27FC236}">
                  <a16:creationId xmlns:a16="http://schemas.microsoft.com/office/drawing/2014/main" id="{34035C28-C3D4-4DE1-B47D-4120C8EDC6F0}"/>
                </a:ext>
              </a:extLst>
            </p:cNvPr>
            <p:cNvSpPr/>
            <p:nvPr/>
          </p:nvSpPr>
          <p:spPr>
            <a:xfrm>
              <a:off x="2253214" y="-5079273"/>
              <a:ext cx="244854" cy="158860"/>
            </a:xfrm>
            <a:custGeom>
              <a:avLst/>
              <a:gdLst>
                <a:gd name="connsiteX0" fmla="*/ 58325 w 244854"/>
                <a:gd name="connsiteY0" fmla="*/ 150378 h 158860"/>
                <a:gd name="connsiteX1" fmla="*/ 96683 w 244854"/>
                <a:gd name="connsiteY1" fmla="*/ 139236 h 158860"/>
                <a:gd name="connsiteX2" fmla="*/ 132573 w 244854"/>
                <a:gd name="connsiteY2" fmla="*/ 96711 h 158860"/>
                <a:gd name="connsiteX3" fmla="*/ 142015 w 244854"/>
                <a:gd name="connsiteY3" fmla="*/ 81487 h 158860"/>
                <a:gd name="connsiteX4" fmla="*/ 161660 w 244854"/>
                <a:gd name="connsiteY4" fmla="*/ 56653 h 158860"/>
                <a:gd name="connsiteX5" fmla="*/ 181137 w 244854"/>
                <a:gd name="connsiteY5" fmla="*/ 50784 h 158860"/>
                <a:gd name="connsiteX6" fmla="*/ 203336 w 244854"/>
                <a:gd name="connsiteY6" fmla="*/ 62691 h 158860"/>
                <a:gd name="connsiteX7" fmla="*/ 210310 w 244854"/>
                <a:gd name="connsiteY7" fmla="*/ 92629 h 158860"/>
                <a:gd name="connsiteX8" fmla="*/ 191513 w 244854"/>
                <a:gd name="connsiteY8" fmla="*/ 156331 h 158860"/>
                <a:gd name="connsiteX9" fmla="*/ 231573 w 244854"/>
                <a:gd name="connsiteY9" fmla="*/ 158203 h 158860"/>
                <a:gd name="connsiteX10" fmla="*/ 242543 w 244854"/>
                <a:gd name="connsiteY10" fmla="*/ 93309 h 158860"/>
                <a:gd name="connsiteX11" fmla="*/ 227235 w 244854"/>
                <a:gd name="connsiteY11" fmla="*/ 25950 h 158860"/>
                <a:gd name="connsiteX12" fmla="*/ 138018 w 244854"/>
                <a:gd name="connsiteY12" fmla="*/ 10386 h 158860"/>
                <a:gd name="connsiteX13" fmla="*/ 101020 w 244854"/>
                <a:gd name="connsiteY13" fmla="*/ 55292 h 158860"/>
                <a:gd name="connsiteX14" fmla="*/ 90900 w 244854"/>
                <a:gd name="connsiteY14" fmla="*/ 71537 h 158860"/>
                <a:gd name="connsiteX15" fmla="*/ 71934 w 244854"/>
                <a:gd name="connsiteY15" fmla="*/ 96201 h 158860"/>
                <a:gd name="connsiteX16" fmla="*/ 54924 w 244854"/>
                <a:gd name="connsiteY16" fmla="*/ 102240 h 158860"/>
                <a:gd name="connsiteX17" fmla="*/ 36552 w 244854"/>
                <a:gd name="connsiteY17" fmla="*/ 91608 h 158860"/>
                <a:gd name="connsiteX18" fmla="*/ 30599 w 244854"/>
                <a:gd name="connsiteY18" fmla="*/ 65498 h 158860"/>
                <a:gd name="connsiteX19" fmla="*/ 46589 w 244854"/>
                <a:gd name="connsiteY19" fmla="*/ 9535 h 158860"/>
                <a:gd name="connsiteX20" fmla="*/ 9251 w 244854"/>
                <a:gd name="connsiteY20" fmla="*/ 7834 h 158860"/>
                <a:gd name="connsiteX21" fmla="*/ -1721 w 244854"/>
                <a:gd name="connsiteY21" fmla="*/ 70346 h 158860"/>
                <a:gd name="connsiteX22" fmla="*/ 13163 w 244854"/>
                <a:gd name="connsiteY22" fmla="*/ 127159 h 158860"/>
                <a:gd name="connsiteX23" fmla="*/ 58325 w 244854"/>
                <a:gd name="connsiteY23" fmla="*/ 150378 h 158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4854" h="158860">
                  <a:moveTo>
                    <a:pt x="58325" y="150378"/>
                  </a:moveTo>
                  <a:cubicBezTo>
                    <a:pt x="72019" y="151297"/>
                    <a:pt x="85626" y="147350"/>
                    <a:pt x="96683" y="139236"/>
                  </a:cubicBezTo>
                  <a:cubicBezTo>
                    <a:pt x="111141" y="127355"/>
                    <a:pt x="123302" y="112947"/>
                    <a:pt x="132573" y="96711"/>
                  </a:cubicBezTo>
                  <a:lnTo>
                    <a:pt x="142015" y="81487"/>
                  </a:lnTo>
                  <a:cubicBezTo>
                    <a:pt x="147287" y="72260"/>
                    <a:pt x="153921" y="63891"/>
                    <a:pt x="161660" y="56653"/>
                  </a:cubicBezTo>
                  <a:cubicBezTo>
                    <a:pt x="167189" y="52358"/>
                    <a:pt x="174164" y="50266"/>
                    <a:pt x="181137" y="50784"/>
                  </a:cubicBezTo>
                  <a:cubicBezTo>
                    <a:pt x="190067" y="50886"/>
                    <a:pt x="198317" y="55335"/>
                    <a:pt x="203336" y="62691"/>
                  </a:cubicBezTo>
                  <a:cubicBezTo>
                    <a:pt x="208948" y="71596"/>
                    <a:pt x="211415" y="82151"/>
                    <a:pt x="210310" y="92629"/>
                  </a:cubicBezTo>
                  <a:cubicBezTo>
                    <a:pt x="208267" y="114887"/>
                    <a:pt x="201888" y="136523"/>
                    <a:pt x="191513" y="156331"/>
                  </a:cubicBezTo>
                  <a:lnTo>
                    <a:pt x="231573" y="158203"/>
                  </a:lnTo>
                  <a:cubicBezTo>
                    <a:pt x="237441" y="137008"/>
                    <a:pt x="241097" y="115261"/>
                    <a:pt x="242543" y="93309"/>
                  </a:cubicBezTo>
                  <a:cubicBezTo>
                    <a:pt x="243820" y="64962"/>
                    <a:pt x="238716" y="42509"/>
                    <a:pt x="227235" y="25950"/>
                  </a:cubicBezTo>
                  <a:cubicBezTo>
                    <a:pt x="206396" y="-2202"/>
                    <a:pt x="167189" y="-9048"/>
                    <a:pt x="138018" y="10386"/>
                  </a:cubicBezTo>
                  <a:cubicBezTo>
                    <a:pt x="123134" y="23024"/>
                    <a:pt x="110545" y="38231"/>
                    <a:pt x="101020" y="55292"/>
                  </a:cubicBezTo>
                  <a:lnTo>
                    <a:pt x="90900" y="71537"/>
                  </a:lnTo>
                  <a:cubicBezTo>
                    <a:pt x="85796" y="80603"/>
                    <a:pt x="79417" y="88904"/>
                    <a:pt x="71934" y="96201"/>
                  </a:cubicBezTo>
                  <a:cubicBezTo>
                    <a:pt x="67256" y="100352"/>
                    <a:pt x="61132" y="102520"/>
                    <a:pt x="54924" y="102240"/>
                  </a:cubicBezTo>
                  <a:cubicBezTo>
                    <a:pt x="47438" y="102010"/>
                    <a:pt x="40464" y="98013"/>
                    <a:pt x="36552" y="91608"/>
                  </a:cubicBezTo>
                  <a:cubicBezTo>
                    <a:pt x="31788" y="83784"/>
                    <a:pt x="29662" y="74615"/>
                    <a:pt x="30599" y="65498"/>
                  </a:cubicBezTo>
                  <a:cubicBezTo>
                    <a:pt x="32725" y="46073"/>
                    <a:pt x="38167" y="27149"/>
                    <a:pt x="46589" y="9535"/>
                  </a:cubicBezTo>
                  <a:lnTo>
                    <a:pt x="9251" y="7834"/>
                  </a:lnTo>
                  <a:cubicBezTo>
                    <a:pt x="3213" y="28195"/>
                    <a:pt x="-444" y="49160"/>
                    <a:pt x="-1721" y="70346"/>
                  </a:cubicBezTo>
                  <a:cubicBezTo>
                    <a:pt x="-3677" y="90452"/>
                    <a:pt x="1597" y="110592"/>
                    <a:pt x="13163" y="127159"/>
                  </a:cubicBezTo>
                  <a:cubicBezTo>
                    <a:pt x="23709" y="141558"/>
                    <a:pt x="40464" y="150157"/>
                    <a:pt x="58325" y="1503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12C34B02-8F19-4CD3-A8B1-BF91307B4AD4}"/>
                </a:ext>
              </a:extLst>
            </p:cNvPr>
            <p:cNvSpPr/>
            <p:nvPr/>
          </p:nvSpPr>
          <p:spPr>
            <a:xfrm>
              <a:off x="2270453" y="-5383595"/>
              <a:ext cx="254215" cy="218152"/>
            </a:xfrm>
            <a:custGeom>
              <a:avLst/>
              <a:gdLst>
                <a:gd name="connsiteX0" fmla="*/ 242910 w 254215"/>
                <a:gd name="connsiteY0" fmla="*/ 172754 h 218152"/>
                <a:gd name="connsiteX1" fmla="*/ 252096 w 254215"/>
                <a:gd name="connsiteY1" fmla="*/ 124870 h 218152"/>
                <a:gd name="connsiteX2" fmla="*/ 54099 w 254215"/>
                <a:gd name="connsiteY2" fmla="*/ 87108 h 218152"/>
                <a:gd name="connsiteX3" fmla="*/ 69749 w 254215"/>
                <a:gd name="connsiteY3" fmla="*/ 4950 h 218152"/>
                <a:gd name="connsiteX4" fmla="*/ 38279 w 254215"/>
                <a:gd name="connsiteY4" fmla="*/ -1003 h 218152"/>
                <a:gd name="connsiteX5" fmla="*/ -2120 w 254215"/>
                <a:gd name="connsiteY5" fmla="*/ 211196 h 218152"/>
                <a:gd name="connsiteX6" fmla="*/ 29350 w 254215"/>
                <a:gd name="connsiteY6" fmla="*/ 217149 h 218152"/>
                <a:gd name="connsiteX7" fmla="*/ 44998 w 254215"/>
                <a:gd name="connsiteY7" fmla="*/ 134991 h 21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4215" h="218152">
                  <a:moveTo>
                    <a:pt x="242910" y="172754"/>
                  </a:moveTo>
                  <a:lnTo>
                    <a:pt x="252096" y="124870"/>
                  </a:lnTo>
                  <a:lnTo>
                    <a:pt x="54099" y="87108"/>
                  </a:lnTo>
                  <a:lnTo>
                    <a:pt x="69749" y="4950"/>
                  </a:lnTo>
                  <a:lnTo>
                    <a:pt x="38279" y="-1003"/>
                  </a:lnTo>
                  <a:lnTo>
                    <a:pt x="-2120" y="211196"/>
                  </a:lnTo>
                  <a:lnTo>
                    <a:pt x="29350" y="217149"/>
                  </a:lnTo>
                  <a:lnTo>
                    <a:pt x="44998" y="13499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27DAFDF0-FE44-44EF-8346-BFBA5D74B1F1}"/>
                </a:ext>
              </a:extLst>
            </p:cNvPr>
            <p:cNvSpPr/>
            <p:nvPr/>
          </p:nvSpPr>
          <p:spPr>
            <a:xfrm rot="-4336199">
              <a:off x="2434054" y="-5582560"/>
              <a:ext cx="48563" cy="233547"/>
            </a:xfrm>
            <a:custGeom>
              <a:avLst/>
              <a:gdLst>
                <a:gd name="connsiteX0" fmla="*/ -2121 w 48563"/>
                <a:gd name="connsiteY0" fmla="*/ -658 h 233547"/>
                <a:gd name="connsiteX1" fmla="*/ 46443 w 48563"/>
                <a:gd name="connsiteY1" fmla="*/ -658 h 233547"/>
                <a:gd name="connsiteX2" fmla="*/ 46443 w 48563"/>
                <a:gd name="connsiteY2" fmla="*/ 232889 h 233547"/>
                <a:gd name="connsiteX3" fmla="*/ -2121 w 48563"/>
                <a:gd name="connsiteY3" fmla="*/ 232889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63" h="233547">
                  <a:moveTo>
                    <a:pt x="-2121" y="-658"/>
                  </a:moveTo>
                  <a:lnTo>
                    <a:pt x="46443" y="-658"/>
                  </a:lnTo>
                  <a:lnTo>
                    <a:pt x="46443" y="232889"/>
                  </a:lnTo>
                  <a:lnTo>
                    <a:pt x="-2121" y="23288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id="{C9B91B21-F86F-4DC2-8DE0-515FA8EB92A1}"/>
                </a:ext>
              </a:extLst>
            </p:cNvPr>
            <p:cNvSpPr/>
            <p:nvPr/>
          </p:nvSpPr>
          <p:spPr>
            <a:xfrm>
              <a:off x="2385866" y="-5814458"/>
              <a:ext cx="267481" cy="217728"/>
            </a:xfrm>
            <a:custGeom>
              <a:avLst/>
              <a:gdLst>
                <a:gd name="connsiteX0" fmla="*/ 245036 w 267481"/>
                <a:gd name="connsiteY0" fmla="*/ 216725 h 217728"/>
                <a:gd name="connsiteX1" fmla="*/ 265362 w 267481"/>
                <a:gd name="connsiteY1" fmla="*/ 172413 h 217728"/>
                <a:gd name="connsiteX2" fmla="*/ 82249 w 267481"/>
                <a:gd name="connsiteY2" fmla="*/ 88299 h 217728"/>
                <a:gd name="connsiteX3" fmla="*/ 117120 w 267481"/>
                <a:gd name="connsiteY3" fmla="*/ 12349 h 217728"/>
                <a:gd name="connsiteX4" fmla="*/ 88034 w 267481"/>
                <a:gd name="connsiteY4" fmla="*/ -1003 h 217728"/>
                <a:gd name="connsiteX5" fmla="*/ -2120 w 267481"/>
                <a:gd name="connsiteY5" fmla="*/ 195292 h 217728"/>
                <a:gd name="connsiteX6" fmla="*/ 26966 w 267481"/>
                <a:gd name="connsiteY6" fmla="*/ 208645 h 217728"/>
                <a:gd name="connsiteX7" fmla="*/ 61923 w 267481"/>
                <a:gd name="connsiteY7" fmla="*/ 132610 h 217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481" h="217728">
                  <a:moveTo>
                    <a:pt x="245036" y="216725"/>
                  </a:moveTo>
                  <a:lnTo>
                    <a:pt x="265362" y="172413"/>
                  </a:lnTo>
                  <a:lnTo>
                    <a:pt x="82249" y="88299"/>
                  </a:lnTo>
                  <a:lnTo>
                    <a:pt x="117120" y="12349"/>
                  </a:lnTo>
                  <a:lnTo>
                    <a:pt x="88034" y="-1003"/>
                  </a:lnTo>
                  <a:lnTo>
                    <a:pt x="-2120" y="195292"/>
                  </a:lnTo>
                  <a:lnTo>
                    <a:pt x="26966" y="208645"/>
                  </a:lnTo>
                  <a:lnTo>
                    <a:pt x="61923" y="13261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B71A2075-60C2-4703-8F67-8A34BA247A73}"/>
                </a:ext>
              </a:extLst>
            </p:cNvPr>
            <p:cNvSpPr/>
            <p:nvPr/>
          </p:nvSpPr>
          <p:spPr>
            <a:xfrm>
              <a:off x="2526795" y="-6055065"/>
              <a:ext cx="270325" cy="254676"/>
            </a:xfrm>
            <a:custGeom>
              <a:avLst/>
              <a:gdLst>
                <a:gd name="connsiteX0" fmla="*/ 160409 w 270325"/>
                <a:gd name="connsiteY0" fmla="*/ 252621 h 254676"/>
                <a:gd name="connsiteX1" fmla="*/ 198341 w 270325"/>
                <a:gd name="connsiteY1" fmla="*/ 249559 h 254676"/>
                <a:gd name="connsiteX2" fmla="*/ 249371 w 270325"/>
                <a:gd name="connsiteY2" fmla="*/ 205843 h 254676"/>
                <a:gd name="connsiteX3" fmla="*/ 268169 w 270325"/>
                <a:gd name="connsiteY3" fmla="*/ 146308 h 254676"/>
                <a:gd name="connsiteX4" fmla="*/ 256091 w 270325"/>
                <a:gd name="connsiteY4" fmla="*/ 111268 h 254676"/>
                <a:gd name="connsiteX5" fmla="*/ 218499 w 270325"/>
                <a:gd name="connsiteY5" fmla="*/ 78863 h 254676"/>
                <a:gd name="connsiteX6" fmla="*/ 99429 w 270325"/>
                <a:gd name="connsiteY6" fmla="*/ -658 h 254676"/>
                <a:gd name="connsiteX7" fmla="*/ 75955 w 270325"/>
                <a:gd name="connsiteY7" fmla="*/ 34552 h 254676"/>
                <a:gd name="connsiteX8" fmla="*/ 198003 w 270325"/>
                <a:gd name="connsiteY8" fmla="*/ 115775 h 254676"/>
                <a:gd name="connsiteX9" fmla="*/ 230576 w 270325"/>
                <a:gd name="connsiteY9" fmla="*/ 150305 h 254676"/>
                <a:gd name="connsiteX10" fmla="*/ 223433 w 270325"/>
                <a:gd name="connsiteY10" fmla="*/ 186962 h 254676"/>
                <a:gd name="connsiteX11" fmla="*/ 190858 w 270325"/>
                <a:gd name="connsiteY11" fmla="*/ 208650 h 254676"/>
                <a:gd name="connsiteX12" fmla="*/ 143910 w 270325"/>
                <a:gd name="connsiteY12" fmla="*/ 190874 h 254676"/>
                <a:gd name="connsiteX13" fmla="*/ 24840 w 270325"/>
                <a:gd name="connsiteY13" fmla="*/ 111523 h 254676"/>
                <a:gd name="connsiteX14" fmla="*/ -2120 w 270325"/>
                <a:gd name="connsiteY14" fmla="*/ 152006 h 254676"/>
                <a:gd name="connsiteX15" fmla="*/ 116950 w 270325"/>
                <a:gd name="connsiteY15" fmla="*/ 231188 h 254676"/>
                <a:gd name="connsiteX16" fmla="*/ 160409 w 270325"/>
                <a:gd name="connsiteY16" fmla="*/ 252621 h 25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25" h="254676">
                  <a:moveTo>
                    <a:pt x="160409" y="252621"/>
                  </a:moveTo>
                  <a:cubicBezTo>
                    <a:pt x="173082" y="255232"/>
                    <a:pt x="186265" y="254169"/>
                    <a:pt x="198341" y="249559"/>
                  </a:cubicBezTo>
                  <a:cubicBezTo>
                    <a:pt x="219689" y="240960"/>
                    <a:pt x="237635" y="225609"/>
                    <a:pt x="249371" y="205843"/>
                  </a:cubicBezTo>
                  <a:cubicBezTo>
                    <a:pt x="262129" y="188680"/>
                    <a:pt x="268763" y="167698"/>
                    <a:pt x="268169" y="146308"/>
                  </a:cubicBezTo>
                  <a:cubicBezTo>
                    <a:pt x="267658" y="133695"/>
                    <a:pt x="263491" y="121507"/>
                    <a:pt x="256091" y="111268"/>
                  </a:cubicBezTo>
                  <a:cubicBezTo>
                    <a:pt x="245374" y="98485"/>
                    <a:pt x="232702" y="87539"/>
                    <a:pt x="218499" y="78863"/>
                  </a:cubicBezTo>
                  <a:lnTo>
                    <a:pt x="99429" y="-658"/>
                  </a:lnTo>
                  <a:lnTo>
                    <a:pt x="75955" y="34552"/>
                  </a:lnTo>
                  <a:lnTo>
                    <a:pt x="198003" y="115775"/>
                  </a:lnTo>
                  <a:cubicBezTo>
                    <a:pt x="215692" y="127572"/>
                    <a:pt x="226578" y="139079"/>
                    <a:pt x="230576" y="150305"/>
                  </a:cubicBezTo>
                  <a:cubicBezTo>
                    <a:pt x="234405" y="162952"/>
                    <a:pt x="231767" y="176688"/>
                    <a:pt x="223433" y="186962"/>
                  </a:cubicBezTo>
                  <a:cubicBezTo>
                    <a:pt x="216884" y="199150"/>
                    <a:pt x="204637" y="207272"/>
                    <a:pt x="190858" y="208650"/>
                  </a:cubicBezTo>
                  <a:cubicBezTo>
                    <a:pt x="178356" y="209330"/>
                    <a:pt x="162706" y="203402"/>
                    <a:pt x="143910" y="190874"/>
                  </a:cubicBezTo>
                  <a:lnTo>
                    <a:pt x="24840" y="111523"/>
                  </a:lnTo>
                  <a:lnTo>
                    <a:pt x="-2120" y="152006"/>
                  </a:lnTo>
                  <a:lnTo>
                    <a:pt x="116950" y="231188"/>
                  </a:lnTo>
                  <a:cubicBezTo>
                    <a:pt x="130048" y="240875"/>
                    <a:pt x="144761" y="248130"/>
                    <a:pt x="160409" y="25262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任意多边形: 形状 156">
              <a:extLst>
                <a:ext uri="{FF2B5EF4-FFF2-40B4-BE49-F238E27FC236}">
                  <a16:creationId xmlns:a16="http://schemas.microsoft.com/office/drawing/2014/main" id="{18C83A5B-1422-4EEE-BC4E-FA3693B1ABA4}"/>
                </a:ext>
              </a:extLst>
            </p:cNvPr>
            <p:cNvSpPr/>
            <p:nvPr/>
          </p:nvSpPr>
          <p:spPr>
            <a:xfrm>
              <a:off x="2689409" y="-6294140"/>
              <a:ext cx="261613" cy="255575"/>
            </a:xfrm>
            <a:custGeom>
              <a:avLst/>
              <a:gdLst>
                <a:gd name="connsiteX0" fmla="*/ 226495 w 261613"/>
                <a:gd name="connsiteY0" fmla="*/ 254572 h 255575"/>
                <a:gd name="connsiteX1" fmla="*/ 259494 w 261613"/>
                <a:gd name="connsiteY1" fmla="*/ 218595 h 255575"/>
                <a:gd name="connsiteX2" fmla="*/ 111082 w 261613"/>
                <a:gd name="connsiteY2" fmla="*/ 82260 h 255575"/>
                <a:gd name="connsiteX3" fmla="*/ 167725 w 261613"/>
                <a:gd name="connsiteY3" fmla="*/ 20684 h 255575"/>
                <a:gd name="connsiteX4" fmla="*/ 144082 w 261613"/>
                <a:gd name="connsiteY4" fmla="*/ -1003 h 255575"/>
                <a:gd name="connsiteX5" fmla="*/ -2120 w 261613"/>
                <a:gd name="connsiteY5" fmla="*/ 158040 h 255575"/>
                <a:gd name="connsiteX6" fmla="*/ 21524 w 261613"/>
                <a:gd name="connsiteY6" fmla="*/ 179728 h 255575"/>
                <a:gd name="connsiteX7" fmla="*/ 78084 w 261613"/>
                <a:gd name="connsiteY7" fmla="*/ 118151 h 25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613" h="255575">
                  <a:moveTo>
                    <a:pt x="226495" y="254572"/>
                  </a:moveTo>
                  <a:lnTo>
                    <a:pt x="259494" y="218595"/>
                  </a:lnTo>
                  <a:lnTo>
                    <a:pt x="111082" y="82260"/>
                  </a:lnTo>
                  <a:lnTo>
                    <a:pt x="167725" y="20684"/>
                  </a:lnTo>
                  <a:lnTo>
                    <a:pt x="144082" y="-1003"/>
                  </a:lnTo>
                  <a:lnTo>
                    <a:pt x="-2120" y="158040"/>
                  </a:lnTo>
                  <a:lnTo>
                    <a:pt x="21524" y="179728"/>
                  </a:lnTo>
                  <a:lnTo>
                    <a:pt x="78084" y="118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任意多边形: 形状 157">
              <a:extLst>
                <a:ext uri="{FF2B5EF4-FFF2-40B4-BE49-F238E27FC236}">
                  <a16:creationId xmlns:a16="http://schemas.microsoft.com/office/drawing/2014/main" id="{DCE98952-CFFA-4681-9D03-9DCFD6F6A731}"/>
                </a:ext>
              </a:extLst>
            </p:cNvPr>
            <p:cNvSpPr/>
            <p:nvPr/>
          </p:nvSpPr>
          <p:spPr>
            <a:xfrm>
              <a:off x="2911391" y="-6453779"/>
              <a:ext cx="266462" cy="273265"/>
            </a:xfrm>
            <a:custGeom>
              <a:avLst/>
              <a:gdLst>
                <a:gd name="connsiteX0" fmla="*/ 243333 w 266462"/>
                <a:gd name="connsiteY0" fmla="*/ 149705 h 273265"/>
                <a:gd name="connsiteX1" fmla="*/ 162112 w 266462"/>
                <a:gd name="connsiteY1" fmla="*/ 215874 h 273265"/>
                <a:gd name="connsiteX2" fmla="*/ 116695 w 266462"/>
                <a:gd name="connsiteY2" fmla="*/ 160081 h 273265"/>
                <a:gd name="connsiteX3" fmla="*/ 178526 w 266462"/>
                <a:gd name="connsiteY3" fmla="*/ 109647 h 273265"/>
                <a:gd name="connsiteX4" fmla="*/ 158794 w 266462"/>
                <a:gd name="connsiteY4" fmla="*/ 85407 h 273265"/>
                <a:gd name="connsiteX5" fmla="*/ 96962 w 266462"/>
                <a:gd name="connsiteY5" fmla="*/ 135927 h 273265"/>
                <a:gd name="connsiteX6" fmla="*/ 55714 w 266462"/>
                <a:gd name="connsiteY6" fmla="*/ 85407 h 273265"/>
                <a:gd name="connsiteX7" fmla="*/ 131238 w 266462"/>
                <a:gd name="connsiteY7" fmla="*/ 23831 h 273265"/>
                <a:gd name="connsiteX8" fmla="*/ 110997 w 266462"/>
                <a:gd name="connsiteY8" fmla="*/ -1003 h 273265"/>
                <a:gd name="connsiteX9" fmla="*/ -2120 w 266462"/>
                <a:gd name="connsiteY9" fmla="*/ 91276 h 273265"/>
                <a:gd name="connsiteX10" fmla="*/ 145440 w 266462"/>
                <a:gd name="connsiteY10" fmla="*/ 272262 h 273265"/>
                <a:gd name="connsiteX11" fmla="*/ 264342 w 266462"/>
                <a:gd name="connsiteY11" fmla="*/ 175390 h 273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6462" h="273265">
                  <a:moveTo>
                    <a:pt x="243333" y="149705"/>
                  </a:moveTo>
                  <a:lnTo>
                    <a:pt x="162112" y="215874"/>
                  </a:lnTo>
                  <a:lnTo>
                    <a:pt x="116695" y="160081"/>
                  </a:lnTo>
                  <a:lnTo>
                    <a:pt x="178526" y="109647"/>
                  </a:lnTo>
                  <a:lnTo>
                    <a:pt x="158794" y="85407"/>
                  </a:lnTo>
                  <a:lnTo>
                    <a:pt x="96962" y="135927"/>
                  </a:lnTo>
                  <a:lnTo>
                    <a:pt x="55714" y="85407"/>
                  </a:lnTo>
                  <a:lnTo>
                    <a:pt x="131238" y="23831"/>
                  </a:lnTo>
                  <a:lnTo>
                    <a:pt x="110997" y="-1003"/>
                  </a:lnTo>
                  <a:lnTo>
                    <a:pt x="-2120" y="91276"/>
                  </a:lnTo>
                  <a:lnTo>
                    <a:pt x="145440" y="272262"/>
                  </a:lnTo>
                  <a:lnTo>
                    <a:pt x="264342" y="175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id="{A7D265B4-02E0-4AFC-A01D-9112FF160458}"/>
                </a:ext>
              </a:extLst>
            </p:cNvPr>
            <p:cNvSpPr/>
            <p:nvPr/>
          </p:nvSpPr>
          <p:spPr>
            <a:xfrm>
              <a:off x="3264008" y="-6672017"/>
              <a:ext cx="176138" cy="274541"/>
            </a:xfrm>
            <a:custGeom>
              <a:avLst/>
              <a:gdLst>
                <a:gd name="connsiteX0" fmla="*/ -2120 w 176138"/>
                <a:gd name="connsiteY0" fmla="*/ 64485 h 274541"/>
                <a:gd name="connsiteX1" fmla="*/ 101981 w 176138"/>
                <a:gd name="connsiteY1" fmla="*/ 273538 h 274541"/>
                <a:gd name="connsiteX2" fmla="*/ 145528 w 176138"/>
                <a:gd name="connsiteY2" fmla="*/ 251850 h 274541"/>
                <a:gd name="connsiteX3" fmla="*/ 101640 w 176138"/>
                <a:gd name="connsiteY3" fmla="*/ 163909 h 274541"/>
                <a:gd name="connsiteX4" fmla="*/ 174018 w 176138"/>
                <a:gd name="connsiteY4" fmla="*/ 127847 h 274541"/>
                <a:gd name="connsiteX5" fmla="*/ 159645 w 176138"/>
                <a:gd name="connsiteY5" fmla="*/ 99015 h 274541"/>
                <a:gd name="connsiteX6" fmla="*/ 87353 w 176138"/>
                <a:gd name="connsiteY6" fmla="*/ 135077 h 274541"/>
                <a:gd name="connsiteX7" fmla="*/ 55629 w 176138"/>
                <a:gd name="connsiteY7" fmla="*/ 71544 h 274541"/>
                <a:gd name="connsiteX8" fmla="*/ 143655 w 176138"/>
                <a:gd name="connsiteY8" fmla="*/ 27658 h 274541"/>
                <a:gd name="connsiteX9" fmla="*/ 129367 w 176138"/>
                <a:gd name="connsiteY9" fmla="*/ -1003 h 27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138" h="274541">
                  <a:moveTo>
                    <a:pt x="-2120" y="64485"/>
                  </a:moveTo>
                  <a:lnTo>
                    <a:pt x="101981" y="273538"/>
                  </a:lnTo>
                  <a:lnTo>
                    <a:pt x="145528" y="251850"/>
                  </a:lnTo>
                  <a:lnTo>
                    <a:pt x="101640" y="163909"/>
                  </a:lnTo>
                  <a:lnTo>
                    <a:pt x="174018" y="127847"/>
                  </a:lnTo>
                  <a:lnTo>
                    <a:pt x="159645" y="99015"/>
                  </a:lnTo>
                  <a:lnTo>
                    <a:pt x="87353" y="135077"/>
                  </a:lnTo>
                  <a:lnTo>
                    <a:pt x="55629" y="71544"/>
                  </a:lnTo>
                  <a:lnTo>
                    <a:pt x="143655" y="27658"/>
                  </a:lnTo>
                  <a:lnTo>
                    <a:pt x="129367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79B138D6-E91E-47A8-9572-C3E59EB7E4D0}"/>
                </a:ext>
              </a:extLst>
            </p:cNvPr>
            <p:cNvSpPr/>
            <p:nvPr/>
          </p:nvSpPr>
          <p:spPr>
            <a:xfrm>
              <a:off x="3509248" y="-6758258"/>
              <a:ext cx="241255" cy="248104"/>
            </a:xfrm>
            <a:custGeom>
              <a:avLst/>
              <a:gdLst>
                <a:gd name="connsiteX0" fmla="*/ 62987 w 241255"/>
                <a:gd name="connsiteY0" fmla="*/ 234420 h 248104"/>
                <a:gd name="connsiteX1" fmla="*/ 154161 w 241255"/>
                <a:gd name="connsiteY1" fmla="*/ 240543 h 248104"/>
                <a:gd name="connsiteX2" fmla="*/ 227901 w 241255"/>
                <a:gd name="connsiteY2" fmla="*/ 182539 h 248104"/>
                <a:gd name="connsiteX3" fmla="*/ 231217 w 241255"/>
                <a:gd name="connsiteY3" fmla="*/ 86943 h 248104"/>
                <a:gd name="connsiteX4" fmla="*/ 173723 w 241255"/>
                <a:gd name="connsiteY4" fmla="*/ 11844 h 248104"/>
                <a:gd name="connsiteX5" fmla="*/ 81528 w 241255"/>
                <a:gd name="connsiteY5" fmla="*/ 6316 h 248104"/>
                <a:gd name="connsiteX6" fmla="*/ 9065 w 241255"/>
                <a:gd name="connsiteY6" fmla="*/ 64065 h 248104"/>
                <a:gd name="connsiteX7" fmla="*/ 5664 w 241255"/>
                <a:gd name="connsiteY7" fmla="*/ 159065 h 248104"/>
                <a:gd name="connsiteX8" fmla="*/ 62987 w 241255"/>
                <a:gd name="connsiteY8" fmla="*/ 234420 h 248104"/>
                <a:gd name="connsiteX9" fmla="*/ 52526 w 241255"/>
                <a:gd name="connsiteY9" fmla="*/ 75036 h 248104"/>
                <a:gd name="connsiteX10" fmla="*/ 128646 w 241255"/>
                <a:gd name="connsiteY10" fmla="*/ 37202 h 248104"/>
                <a:gd name="connsiteX11" fmla="*/ 145060 w 241255"/>
                <a:gd name="connsiteY11" fmla="*/ 45694 h 248104"/>
                <a:gd name="connsiteX12" fmla="*/ 182313 w 241255"/>
                <a:gd name="connsiteY12" fmla="*/ 102422 h 248104"/>
                <a:gd name="connsiteX13" fmla="*/ 185035 w 241255"/>
                <a:gd name="connsiteY13" fmla="*/ 171313 h 248104"/>
                <a:gd name="connsiteX14" fmla="*/ 145315 w 241255"/>
                <a:gd name="connsiteY14" fmla="*/ 209670 h 248104"/>
                <a:gd name="connsiteX15" fmla="*/ 92244 w 241255"/>
                <a:gd name="connsiteY15" fmla="*/ 200400 h 248104"/>
                <a:gd name="connsiteX16" fmla="*/ 54993 w 241255"/>
                <a:gd name="connsiteY16" fmla="*/ 143246 h 248104"/>
                <a:gd name="connsiteX17" fmla="*/ 52526 w 241255"/>
                <a:gd name="connsiteY17" fmla="*/ 75036 h 24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1255" h="248104">
                  <a:moveTo>
                    <a:pt x="62987" y="234420"/>
                  </a:moveTo>
                  <a:cubicBezTo>
                    <a:pt x="91139" y="249318"/>
                    <a:pt x="124308" y="251545"/>
                    <a:pt x="154161" y="240543"/>
                  </a:cubicBezTo>
                  <a:cubicBezTo>
                    <a:pt x="189628" y="229317"/>
                    <a:pt x="214121" y="209925"/>
                    <a:pt x="227901" y="182539"/>
                  </a:cubicBezTo>
                  <a:cubicBezTo>
                    <a:pt x="241678" y="155153"/>
                    <a:pt x="242784" y="123004"/>
                    <a:pt x="231217" y="86943"/>
                  </a:cubicBezTo>
                  <a:cubicBezTo>
                    <a:pt x="219649" y="50882"/>
                    <a:pt x="200768" y="26387"/>
                    <a:pt x="173723" y="11844"/>
                  </a:cubicBezTo>
                  <a:cubicBezTo>
                    <a:pt x="146677" y="-2700"/>
                    <a:pt x="115888" y="-4571"/>
                    <a:pt x="81528" y="6316"/>
                  </a:cubicBezTo>
                  <a:cubicBezTo>
                    <a:pt x="47169" y="17202"/>
                    <a:pt x="22759" y="36593"/>
                    <a:pt x="9065" y="64065"/>
                  </a:cubicBezTo>
                  <a:cubicBezTo>
                    <a:pt x="-4627" y="91536"/>
                    <a:pt x="-5734" y="123600"/>
                    <a:pt x="5664" y="159065"/>
                  </a:cubicBezTo>
                  <a:cubicBezTo>
                    <a:pt x="17061" y="194531"/>
                    <a:pt x="36027" y="219536"/>
                    <a:pt x="62987" y="234420"/>
                  </a:cubicBezTo>
                  <a:close/>
                  <a:moveTo>
                    <a:pt x="52526" y="75036"/>
                  </a:moveTo>
                  <a:cubicBezTo>
                    <a:pt x="63072" y="43558"/>
                    <a:pt x="97178" y="26620"/>
                    <a:pt x="128646" y="37202"/>
                  </a:cubicBezTo>
                  <a:cubicBezTo>
                    <a:pt x="134514" y="39174"/>
                    <a:pt x="140043" y="42037"/>
                    <a:pt x="145060" y="45694"/>
                  </a:cubicBezTo>
                  <a:cubicBezTo>
                    <a:pt x="163347" y="60051"/>
                    <a:pt x="176360" y="79966"/>
                    <a:pt x="182313" y="102422"/>
                  </a:cubicBezTo>
                  <a:cubicBezTo>
                    <a:pt x="190648" y="124492"/>
                    <a:pt x="191584" y="148656"/>
                    <a:pt x="185035" y="171313"/>
                  </a:cubicBezTo>
                  <a:cubicBezTo>
                    <a:pt x="179080" y="189934"/>
                    <a:pt x="164113" y="204327"/>
                    <a:pt x="145315" y="209670"/>
                  </a:cubicBezTo>
                  <a:cubicBezTo>
                    <a:pt x="127201" y="215778"/>
                    <a:pt x="107213" y="212287"/>
                    <a:pt x="92244" y="200400"/>
                  </a:cubicBezTo>
                  <a:cubicBezTo>
                    <a:pt x="73959" y="185856"/>
                    <a:pt x="60946" y="165812"/>
                    <a:pt x="54993" y="143246"/>
                  </a:cubicBezTo>
                  <a:cubicBezTo>
                    <a:pt x="46829" y="121370"/>
                    <a:pt x="45977" y="97444"/>
                    <a:pt x="52526" y="7503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任意多边形: 形状 160">
              <a:extLst>
                <a:ext uri="{FF2B5EF4-FFF2-40B4-BE49-F238E27FC236}">
                  <a16:creationId xmlns:a16="http://schemas.microsoft.com/office/drawing/2014/main" id="{46946EF6-4493-4241-A8FE-4F6497669286}"/>
                </a:ext>
              </a:extLst>
            </p:cNvPr>
            <p:cNvSpPr/>
            <p:nvPr/>
          </p:nvSpPr>
          <p:spPr>
            <a:xfrm>
              <a:off x="3820149" y="-6818121"/>
              <a:ext cx="220876" cy="245101"/>
            </a:xfrm>
            <a:custGeom>
              <a:avLst/>
              <a:gdLst>
                <a:gd name="connsiteX0" fmla="*/ 127666 w 220876"/>
                <a:gd name="connsiteY0" fmla="*/ 120441 h 245101"/>
                <a:gd name="connsiteX1" fmla="*/ 156755 w 220876"/>
                <a:gd name="connsiteY1" fmla="*/ 88802 h 245101"/>
                <a:gd name="connsiteX2" fmla="*/ 163048 w 220876"/>
                <a:gd name="connsiteY2" fmla="*/ 48063 h 245101"/>
                <a:gd name="connsiteX3" fmla="*/ 84462 w 220876"/>
                <a:gd name="connsiteY3" fmla="*/ 860 h 245101"/>
                <a:gd name="connsiteX4" fmla="*/ -2120 w 220876"/>
                <a:gd name="connsiteY4" fmla="*/ 13193 h 245101"/>
                <a:gd name="connsiteX5" fmla="*/ 30795 w 220876"/>
                <a:gd name="connsiteY5" fmla="*/ 244444 h 245101"/>
                <a:gd name="connsiteX6" fmla="*/ 76128 w 220876"/>
                <a:gd name="connsiteY6" fmla="*/ 237980 h 245101"/>
                <a:gd name="connsiteX7" fmla="*/ 62604 w 220876"/>
                <a:gd name="connsiteY7" fmla="*/ 143404 h 245101"/>
                <a:gd name="connsiteX8" fmla="*/ 89140 w 220876"/>
                <a:gd name="connsiteY8" fmla="*/ 139662 h 245101"/>
                <a:gd name="connsiteX9" fmla="*/ 160156 w 220876"/>
                <a:gd name="connsiteY9" fmla="*/ 225818 h 245101"/>
                <a:gd name="connsiteX10" fmla="*/ 218757 w 220876"/>
                <a:gd name="connsiteY10" fmla="*/ 217313 h 245101"/>
                <a:gd name="connsiteX11" fmla="*/ 69323 w 220876"/>
                <a:gd name="connsiteY11" fmla="*/ 110150 h 245101"/>
                <a:gd name="connsiteX12" fmla="*/ 58181 w 220876"/>
                <a:gd name="connsiteY12" fmla="*/ 111766 h 245101"/>
                <a:gd name="connsiteX13" fmla="*/ 47805 w 220876"/>
                <a:gd name="connsiteY13" fmla="*/ 38708 h 245101"/>
                <a:gd name="connsiteX14" fmla="*/ 64815 w 220876"/>
                <a:gd name="connsiteY14" fmla="*/ 36326 h 245101"/>
                <a:gd name="connsiteX15" fmla="*/ 115845 w 220876"/>
                <a:gd name="connsiteY15" fmla="*/ 60565 h 245101"/>
                <a:gd name="connsiteX16" fmla="*/ 69323 w 220876"/>
                <a:gd name="connsiteY16" fmla="*/ 110150 h 24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0876" h="245101">
                  <a:moveTo>
                    <a:pt x="127666" y="120441"/>
                  </a:moveTo>
                  <a:cubicBezTo>
                    <a:pt x="140170" y="112856"/>
                    <a:pt x="150206" y="101885"/>
                    <a:pt x="156755" y="88802"/>
                  </a:cubicBezTo>
                  <a:cubicBezTo>
                    <a:pt x="163048" y="76200"/>
                    <a:pt x="165175" y="61967"/>
                    <a:pt x="163048" y="48063"/>
                  </a:cubicBezTo>
                  <a:cubicBezTo>
                    <a:pt x="157349" y="9848"/>
                    <a:pt x="131155" y="-5887"/>
                    <a:pt x="84462" y="860"/>
                  </a:cubicBezTo>
                  <a:lnTo>
                    <a:pt x="-2120" y="13193"/>
                  </a:lnTo>
                  <a:lnTo>
                    <a:pt x="30795" y="244444"/>
                  </a:lnTo>
                  <a:lnTo>
                    <a:pt x="76128" y="237980"/>
                  </a:lnTo>
                  <a:lnTo>
                    <a:pt x="62604" y="143404"/>
                  </a:lnTo>
                  <a:lnTo>
                    <a:pt x="89140" y="139662"/>
                  </a:lnTo>
                  <a:lnTo>
                    <a:pt x="160156" y="225818"/>
                  </a:lnTo>
                  <a:lnTo>
                    <a:pt x="218757" y="217313"/>
                  </a:lnTo>
                  <a:close/>
                  <a:moveTo>
                    <a:pt x="69323" y="110150"/>
                  </a:moveTo>
                  <a:lnTo>
                    <a:pt x="58181" y="111766"/>
                  </a:lnTo>
                  <a:lnTo>
                    <a:pt x="47805" y="38708"/>
                  </a:lnTo>
                  <a:lnTo>
                    <a:pt x="64815" y="36326"/>
                  </a:lnTo>
                  <a:cubicBezTo>
                    <a:pt x="95943" y="31904"/>
                    <a:pt x="112953" y="39983"/>
                    <a:pt x="115845" y="60565"/>
                  </a:cubicBezTo>
                  <a:cubicBezTo>
                    <a:pt x="119672" y="88632"/>
                    <a:pt x="104192" y="105160"/>
                    <a:pt x="69323" y="11015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67D3F879-61AE-4B7C-8AF3-1151782760F9}"/>
                </a:ext>
              </a:extLst>
            </p:cNvPr>
            <p:cNvSpPr/>
            <p:nvPr/>
          </p:nvSpPr>
          <p:spPr>
            <a:xfrm>
              <a:off x="4231111" y="-6828169"/>
              <a:ext cx="229209" cy="246304"/>
            </a:xfrm>
            <a:custGeom>
              <a:avLst/>
              <a:gdLst>
                <a:gd name="connsiteX0" fmla="*/ 111508 w 229209"/>
                <a:gd name="connsiteY0" fmla="*/ -658 h 246304"/>
                <a:gd name="connsiteX1" fmla="*/ -2120 w 229209"/>
                <a:gd name="connsiteY1" fmla="*/ 222683 h 246304"/>
                <a:gd name="connsiteX2" fmla="*/ 33007 w 229209"/>
                <a:gd name="connsiteY2" fmla="*/ 226170 h 246304"/>
                <a:gd name="connsiteX3" fmla="*/ 63368 w 229209"/>
                <a:gd name="connsiteY3" fmla="*/ 166635 h 246304"/>
                <a:gd name="connsiteX4" fmla="*/ 159475 w 229209"/>
                <a:gd name="connsiteY4" fmla="*/ 176246 h 246304"/>
                <a:gd name="connsiteX5" fmla="*/ 177507 w 229209"/>
                <a:gd name="connsiteY5" fmla="*/ 240629 h 246304"/>
                <a:gd name="connsiteX6" fmla="*/ 227089 w 229209"/>
                <a:gd name="connsiteY6" fmla="*/ 245646 h 246304"/>
                <a:gd name="connsiteX7" fmla="*/ 159901 w 229209"/>
                <a:gd name="connsiteY7" fmla="*/ 4190 h 246304"/>
                <a:gd name="connsiteX8" fmla="*/ 78422 w 229209"/>
                <a:gd name="connsiteY8" fmla="*/ 136868 h 246304"/>
                <a:gd name="connsiteX9" fmla="*/ 123839 w 229209"/>
                <a:gd name="connsiteY9" fmla="*/ 47820 h 246304"/>
                <a:gd name="connsiteX10" fmla="*/ 150629 w 229209"/>
                <a:gd name="connsiteY10" fmla="*/ 144097 h 2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09" h="246304">
                  <a:moveTo>
                    <a:pt x="111508" y="-658"/>
                  </a:moveTo>
                  <a:lnTo>
                    <a:pt x="-2120" y="222683"/>
                  </a:lnTo>
                  <a:lnTo>
                    <a:pt x="33007" y="226170"/>
                  </a:lnTo>
                  <a:lnTo>
                    <a:pt x="63368" y="166635"/>
                  </a:lnTo>
                  <a:lnTo>
                    <a:pt x="159475" y="176246"/>
                  </a:lnTo>
                  <a:lnTo>
                    <a:pt x="177507" y="240629"/>
                  </a:lnTo>
                  <a:lnTo>
                    <a:pt x="227089" y="245646"/>
                  </a:lnTo>
                  <a:lnTo>
                    <a:pt x="159901" y="4190"/>
                  </a:lnTo>
                  <a:close/>
                  <a:moveTo>
                    <a:pt x="78422" y="136868"/>
                  </a:moveTo>
                  <a:lnTo>
                    <a:pt x="123839" y="47820"/>
                  </a:lnTo>
                  <a:lnTo>
                    <a:pt x="150629" y="14409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任意多边形: 形状 162">
              <a:extLst>
                <a:ext uri="{FF2B5EF4-FFF2-40B4-BE49-F238E27FC236}">
                  <a16:creationId xmlns:a16="http://schemas.microsoft.com/office/drawing/2014/main" id="{F6CBA188-9992-48C3-828F-20A389B670E0}"/>
                </a:ext>
              </a:extLst>
            </p:cNvPr>
            <p:cNvSpPr/>
            <p:nvPr/>
          </p:nvSpPr>
          <p:spPr>
            <a:xfrm rot="-4628399">
              <a:off x="4460795" y="-6697974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7B5A48DD-1C3A-467F-A1CE-0A2395F46594}"/>
                </a:ext>
              </a:extLst>
            </p:cNvPr>
            <p:cNvSpPr/>
            <p:nvPr/>
          </p:nvSpPr>
          <p:spPr>
            <a:xfrm rot="-4019400">
              <a:off x="4762627" y="-6600379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7 w 233547"/>
                <a:gd name="connsiteY1" fmla="*/ -658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7" y="-658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BEBE95A1-F13B-43DB-8C0B-A97EF25A2D24}"/>
                </a:ext>
              </a:extLst>
            </p:cNvPr>
            <p:cNvSpPr/>
            <p:nvPr/>
          </p:nvSpPr>
          <p:spPr>
            <a:xfrm>
              <a:off x="4943831" y="-6621753"/>
              <a:ext cx="281940" cy="297504"/>
            </a:xfrm>
            <a:custGeom>
              <a:avLst/>
              <a:gdLst>
                <a:gd name="connsiteX0" fmla="*/ -2120 w 281940"/>
                <a:gd name="connsiteY0" fmla="*/ 200565 h 297504"/>
                <a:gd name="connsiteX1" fmla="*/ 31474 w 281940"/>
                <a:gd name="connsiteY1" fmla="*/ 220297 h 297504"/>
                <a:gd name="connsiteX2" fmla="*/ 112101 w 281940"/>
                <a:gd name="connsiteY2" fmla="*/ 82601 h 297504"/>
                <a:gd name="connsiteX3" fmla="*/ 124265 w 281940"/>
                <a:gd name="connsiteY3" fmla="*/ 274558 h 297504"/>
                <a:gd name="connsiteX4" fmla="*/ 161857 w 281940"/>
                <a:gd name="connsiteY4" fmla="*/ 296502 h 297504"/>
                <a:gd name="connsiteX5" fmla="*/ 279820 w 281940"/>
                <a:gd name="connsiteY5" fmla="*/ 94933 h 297504"/>
                <a:gd name="connsiteX6" fmla="*/ 246140 w 281940"/>
                <a:gd name="connsiteY6" fmla="*/ 75286 h 297504"/>
                <a:gd name="connsiteX7" fmla="*/ 165598 w 281940"/>
                <a:gd name="connsiteY7" fmla="*/ 212982 h 297504"/>
                <a:gd name="connsiteX8" fmla="*/ 152756 w 281940"/>
                <a:gd name="connsiteY8" fmla="*/ 20599 h 297504"/>
                <a:gd name="connsiteX9" fmla="*/ 115845 w 281940"/>
                <a:gd name="connsiteY9" fmla="*/ -1003 h 29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940" h="297504">
                  <a:moveTo>
                    <a:pt x="-2120" y="200565"/>
                  </a:moveTo>
                  <a:lnTo>
                    <a:pt x="31474" y="220297"/>
                  </a:lnTo>
                  <a:lnTo>
                    <a:pt x="112101" y="82601"/>
                  </a:lnTo>
                  <a:lnTo>
                    <a:pt x="124265" y="274558"/>
                  </a:lnTo>
                  <a:lnTo>
                    <a:pt x="161857" y="296502"/>
                  </a:lnTo>
                  <a:lnTo>
                    <a:pt x="279820" y="94933"/>
                  </a:lnTo>
                  <a:lnTo>
                    <a:pt x="246140" y="75286"/>
                  </a:lnTo>
                  <a:lnTo>
                    <a:pt x="165598" y="212982"/>
                  </a:lnTo>
                  <a:lnTo>
                    <a:pt x="152756" y="20599"/>
                  </a:lnTo>
                  <a:lnTo>
                    <a:pt x="115845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9226FB92-4C64-4616-B73B-26BA571DA586}"/>
                </a:ext>
              </a:extLst>
            </p:cNvPr>
            <p:cNvSpPr/>
            <p:nvPr/>
          </p:nvSpPr>
          <p:spPr>
            <a:xfrm>
              <a:off x="5297299" y="-6343639"/>
              <a:ext cx="331269" cy="331354"/>
            </a:xfrm>
            <a:custGeom>
              <a:avLst/>
              <a:gdLst>
                <a:gd name="connsiteX0" fmla="*/ 329149 w 331269"/>
                <a:gd name="connsiteY0" fmla="*/ 166800 h 331354"/>
                <a:gd name="connsiteX1" fmla="*/ 289602 w 331269"/>
                <a:gd name="connsiteY1" fmla="*/ 126486 h 331354"/>
                <a:gd name="connsiteX2" fmla="*/ 131749 w 331269"/>
                <a:gd name="connsiteY2" fmla="*/ 200140 h 331354"/>
                <a:gd name="connsiteX3" fmla="*/ 209739 w 331269"/>
                <a:gd name="connsiteY3" fmla="*/ 45009 h 331354"/>
                <a:gd name="connsiteX4" fmla="*/ 164662 w 331269"/>
                <a:gd name="connsiteY4" fmla="*/ -1003 h 331354"/>
                <a:gd name="connsiteX5" fmla="*/ -2120 w 331269"/>
                <a:gd name="connsiteY5" fmla="*/ 162548 h 331354"/>
                <a:gd name="connsiteX6" fmla="*/ 24670 w 331269"/>
                <a:gd name="connsiteY6" fmla="*/ 189764 h 331354"/>
                <a:gd name="connsiteX7" fmla="*/ 152160 w 331269"/>
                <a:gd name="connsiteY7" fmla="*/ 64740 h 331354"/>
                <a:gd name="connsiteX8" fmla="*/ 74936 w 331269"/>
                <a:gd name="connsiteY8" fmla="*/ 218766 h 331354"/>
                <a:gd name="connsiteX9" fmla="*/ 102322 w 331269"/>
                <a:gd name="connsiteY9" fmla="*/ 246662 h 331354"/>
                <a:gd name="connsiteX10" fmla="*/ 256857 w 331269"/>
                <a:gd name="connsiteY10" fmla="*/ 174880 h 331354"/>
                <a:gd name="connsiteX11" fmla="*/ 131067 w 331269"/>
                <a:gd name="connsiteY11" fmla="*/ 298288 h 331354"/>
                <a:gd name="connsiteX12" fmla="*/ 162450 w 331269"/>
                <a:gd name="connsiteY12" fmla="*/ 330351 h 33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69" h="331354">
                  <a:moveTo>
                    <a:pt x="329149" y="166800"/>
                  </a:moveTo>
                  <a:lnTo>
                    <a:pt x="289602" y="126486"/>
                  </a:lnTo>
                  <a:lnTo>
                    <a:pt x="131749" y="200140"/>
                  </a:lnTo>
                  <a:lnTo>
                    <a:pt x="209739" y="45009"/>
                  </a:lnTo>
                  <a:lnTo>
                    <a:pt x="164662" y="-1003"/>
                  </a:lnTo>
                  <a:lnTo>
                    <a:pt x="-2120" y="162548"/>
                  </a:lnTo>
                  <a:lnTo>
                    <a:pt x="24670" y="189764"/>
                  </a:lnTo>
                  <a:lnTo>
                    <a:pt x="152160" y="64740"/>
                  </a:lnTo>
                  <a:lnTo>
                    <a:pt x="74936" y="218766"/>
                  </a:lnTo>
                  <a:lnTo>
                    <a:pt x="102322" y="246662"/>
                  </a:lnTo>
                  <a:lnTo>
                    <a:pt x="256857" y="174880"/>
                  </a:lnTo>
                  <a:lnTo>
                    <a:pt x="131067" y="298288"/>
                  </a:lnTo>
                  <a:lnTo>
                    <a:pt x="162450" y="3303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94AFFBC6-1C37-49B5-ABE9-07239A532F74}"/>
                </a:ext>
              </a:extLst>
            </p:cNvPr>
            <p:cNvSpPr/>
            <p:nvPr/>
          </p:nvSpPr>
          <p:spPr>
            <a:xfrm>
              <a:off x="5517067" y="-6073946"/>
              <a:ext cx="274967" cy="259742"/>
            </a:xfrm>
            <a:custGeom>
              <a:avLst/>
              <a:gdLst>
                <a:gd name="connsiteX0" fmla="*/ 113123 w 274967"/>
                <a:gd name="connsiteY0" fmla="*/ 239688 h 259742"/>
                <a:gd name="connsiteX1" fmla="*/ 52909 w 274967"/>
                <a:gd name="connsiteY1" fmla="*/ 153958 h 259742"/>
                <a:gd name="connsiteX2" fmla="*/ 111763 w 274967"/>
                <a:gd name="connsiteY2" fmla="*/ 112623 h 259742"/>
                <a:gd name="connsiteX3" fmla="*/ 157689 w 274967"/>
                <a:gd name="connsiteY3" fmla="*/ 177942 h 259742"/>
                <a:gd name="connsiteX4" fmla="*/ 183289 w 274967"/>
                <a:gd name="connsiteY4" fmla="*/ 159996 h 259742"/>
                <a:gd name="connsiteX5" fmla="*/ 137363 w 274967"/>
                <a:gd name="connsiteY5" fmla="*/ 94678 h 259742"/>
                <a:gd name="connsiteX6" fmla="*/ 190690 w 274967"/>
                <a:gd name="connsiteY6" fmla="*/ 57171 h 259742"/>
                <a:gd name="connsiteX7" fmla="*/ 246651 w 274967"/>
                <a:gd name="connsiteY7" fmla="*/ 136863 h 259742"/>
                <a:gd name="connsiteX8" fmla="*/ 272847 w 274967"/>
                <a:gd name="connsiteY8" fmla="*/ 118407 h 259742"/>
                <a:gd name="connsiteX9" fmla="*/ 188904 w 274967"/>
                <a:gd name="connsiteY9" fmla="*/ -1003 h 259742"/>
                <a:gd name="connsiteX10" fmla="*/ -2120 w 274967"/>
                <a:gd name="connsiteY10" fmla="*/ 133291 h 259742"/>
                <a:gd name="connsiteX11" fmla="*/ 86078 w 274967"/>
                <a:gd name="connsiteY11" fmla="*/ 258739 h 25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967" h="259742">
                  <a:moveTo>
                    <a:pt x="113123" y="239688"/>
                  </a:moveTo>
                  <a:lnTo>
                    <a:pt x="52909" y="153958"/>
                  </a:lnTo>
                  <a:lnTo>
                    <a:pt x="111763" y="112623"/>
                  </a:lnTo>
                  <a:lnTo>
                    <a:pt x="157689" y="177942"/>
                  </a:lnTo>
                  <a:lnTo>
                    <a:pt x="183289" y="159996"/>
                  </a:lnTo>
                  <a:lnTo>
                    <a:pt x="137363" y="94678"/>
                  </a:lnTo>
                  <a:lnTo>
                    <a:pt x="190690" y="57171"/>
                  </a:lnTo>
                  <a:lnTo>
                    <a:pt x="246651" y="136863"/>
                  </a:lnTo>
                  <a:lnTo>
                    <a:pt x="272847" y="118407"/>
                  </a:lnTo>
                  <a:lnTo>
                    <a:pt x="188904" y="-1003"/>
                  </a:lnTo>
                  <a:lnTo>
                    <a:pt x="-2120" y="133291"/>
                  </a:lnTo>
                  <a:lnTo>
                    <a:pt x="86078" y="25873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681DB56E-198A-4AF5-8132-23428DB282A9}"/>
                </a:ext>
              </a:extLst>
            </p:cNvPr>
            <p:cNvSpPr/>
            <p:nvPr/>
          </p:nvSpPr>
          <p:spPr>
            <a:xfrm>
              <a:off x="5644389" y="-5853666"/>
              <a:ext cx="269503" cy="257007"/>
            </a:xfrm>
            <a:custGeom>
              <a:avLst/>
              <a:gdLst>
                <a:gd name="connsiteX0" fmla="*/ 40488 w 269503"/>
                <a:gd name="connsiteY0" fmla="*/ 189088 h 257007"/>
                <a:gd name="connsiteX1" fmla="*/ 107083 w 269503"/>
                <a:gd name="connsiteY1" fmla="*/ 251770 h 257007"/>
                <a:gd name="connsiteX2" fmla="*/ 201063 w 269503"/>
                <a:gd name="connsiteY2" fmla="*/ 239523 h 257007"/>
                <a:gd name="connsiteX3" fmla="*/ 262810 w 269503"/>
                <a:gd name="connsiteY3" fmla="*/ 176841 h 257007"/>
                <a:gd name="connsiteX4" fmla="*/ 251753 w 269503"/>
                <a:gd name="connsiteY4" fmla="*/ 89495 h 257007"/>
                <a:gd name="connsiteX5" fmla="*/ 207272 w 269503"/>
                <a:gd name="connsiteY5" fmla="*/ -658 h 257007"/>
                <a:gd name="connsiteX6" fmla="*/ -2120 w 269503"/>
                <a:gd name="connsiteY6" fmla="*/ 102762 h 257007"/>
                <a:gd name="connsiteX7" fmla="*/ 200042 w 269503"/>
                <a:gd name="connsiteY7" fmla="*/ 57091 h 257007"/>
                <a:gd name="connsiteX8" fmla="*/ 213055 w 269503"/>
                <a:gd name="connsiteY8" fmla="*/ 83456 h 257007"/>
                <a:gd name="connsiteX9" fmla="*/ 226749 w 269503"/>
                <a:gd name="connsiteY9" fmla="*/ 124365 h 257007"/>
                <a:gd name="connsiteX10" fmla="*/ 218925 w 269503"/>
                <a:gd name="connsiteY10" fmla="*/ 156259 h 257007"/>
                <a:gd name="connsiteX11" fmla="*/ 175719 w 269503"/>
                <a:gd name="connsiteY11" fmla="*/ 194446 h 257007"/>
                <a:gd name="connsiteX12" fmla="*/ 109550 w 269503"/>
                <a:gd name="connsiteY12" fmla="*/ 206098 h 257007"/>
                <a:gd name="connsiteX13" fmla="*/ 65154 w 269503"/>
                <a:gd name="connsiteY13" fmla="*/ 164254 h 257007"/>
                <a:gd name="connsiteX14" fmla="*/ 49078 w 269503"/>
                <a:gd name="connsiteY14" fmla="*/ 131679 h 25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503" h="257007">
                  <a:moveTo>
                    <a:pt x="40488" y="189088"/>
                  </a:moveTo>
                  <a:cubicBezTo>
                    <a:pt x="56734" y="221977"/>
                    <a:pt x="78931" y="242865"/>
                    <a:pt x="107083" y="251770"/>
                  </a:cubicBezTo>
                  <a:cubicBezTo>
                    <a:pt x="135235" y="260675"/>
                    <a:pt x="166618" y="256592"/>
                    <a:pt x="201063" y="239523"/>
                  </a:cubicBezTo>
                  <a:cubicBezTo>
                    <a:pt x="233553" y="223474"/>
                    <a:pt x="254135" y="202586"/>
                    <a:pt x="262810" y="176841"/>
                  </a:cubicBezTo>
                  <a:cubicBezTo>
                    <a:pt x="271485" y="151096"/>
                    <a:pt x="267829" y="121984"/>
                    <a:pt x="251753" y="89495"/>
                  </a:cubicBezTo>
                  <a:lnTo>
                    <a:pt x="207272" y="-658"/>
                  </a:lnTo>
                  <a:lnTo>
                    <a:pt x="-2120" y="102762"/>
                  </a:lnTo>
                  <a:close/>
                  <a:moveTo>
                    <a:pt x="200042" y="57091"/>
                  </a:moveTo>
                  <a:lnTo>
                    <a:pt x="213055" y="83456"/>
                  </a:lnTo>
                  <a:cubicBezTo>
                    <a:pt x="220029" y="96154"/>
                    <a:pt x="224708" y="110017"/>
                    <a:pt x="226749" y="124365"/>
                  </a:cubicBezTo>
                  <a:cubicBezTo>
                    <a:pt x="227430" y="135549"/>
                    <a:pt x="224708" y="146674"/>
                    <a:pt x="218925" y="156259"/>
                  </a:cubicBezTo>
                  <a:cubicBezTo>
                    <a:pt x="208717" y="173073"/>
                    <a:pt x="193663" y="186392"/>
                    <a:pt x="175719" y="194446"/>
                  </a:cubicBezTo>
                  <a:cubicBezTo>
                    <a:pt x="149863" y="207204"/>
                    <a:pt x="127834" y="211091"/>
                    <a:pt x="109550" y="206098"/>
                  </a:cubicBezTo>
                  <a:cubicBezTo>
                    <a:pt x="91265" y="201106"/>
                    <a:pt x="76466" y="187158"/>
                    <a:pt x="65154" y="164254"/>
                  </a:cubicBezTo>
                  <a:lnTo>
                    <a:pt x="49078" y="13167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6476DEB4-44FC-4D9D-8E02-C41B23DF99AA}"/>
                </a:ext>
              </a:extLst>
            </p:cNvPr>
            <p:cNvSpPr/>
            <p:nvPr/>
          </p:nvSpPr>
          <p:spPr>
            <a:xfrm rot="-1129199">
              <a:off x="5765266" y="-5523327"/>
              <a:ext cx="233547" cy="48563"/>
            </a:xfrm>
            <a:custGeom>
              <a:avLst/>
              <a:gdLst>
                <a:gd name="connsiteX0" fmla="*/ -2119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19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19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19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7A2A4028-59C5-48F6-8CF3-AAE6D8316C93}"/>
                </a:ext>
              </a:extLst>
            </p:cNvPr>
            <p:cNvSpPr/>
            <p:nvPr/>
          </p:nvSpPr>
          <p:spPr>
            <a:xfrm>
              <a:off x="5820889" y="-5387229"/>
              <a:ext cx="251335" cy="224423"/>
            </a:xfrm>
            <a:custGeom>
              <a:avLst/>
              <a:gdLst>
                <a:gd name="connsiteX0" fmla="*/ 96771 w 251335"/>
                <a:gd name="connsiteY0" fmla="*/ 2635 h 224423"/>
                <a:gd name="connsiteX1" fmla="*/ 14952 w 251335"/>
                <a:gd name="connsiteY1" fmla="*/ 52389 h 224423"/>
                <a:gd name="connsiteX2" fmla="*/ 1686 w 251335"/>
                <a:gd name="connsiteY2" fmla="*/ 147220 h 224423"/>
                <a:gd name="connsiteX3" fmla="*/ 32984 w 251335"/>
                <a:gd name="connsiteY3" fmla="*/ 223765 h 224423"/>
                <a:gd name="connsiteX4" fmla="*/ 68025 w 251335"/>
                <a:gd name="connsiteY4" fmla="*/ 216451 h 224423"/>
                <a:gd name="connsiteX5" fmla="*/ 36895 w 251335"/>
                <a:gd name="connsiteY5" fmla="*/ 152068 h 224423"/>
                <a:gd name="connsiteX6" fmla="*/ 47867 w 251335"/>
                <a:gd name="connsiteY6" fmla="*/ 88621 h 224423"/>
                <a:gd name="connsiteX7" fmla="*/ 108083 w 251335"/>
                <a:gd name="connsiteY7" fmla="*/ 54090 h 224423"/>
                <a:gd name="connsiteX8" fmla="*/ 177228 w 251335"/>
                <a:gd name="connsiteY8" fmla="*/ 60129 h 224423"/>
                <a:gd name="connsiteX9" fmla="*/ 211844 w 251335"/>
                <a:gd name="connsiteY9" fmla="*/ 111159 h 224423"/>
                <a:gd name="connsiteX10" fmla="*/ 211844 w 251335"/>
                <a:gd name="connsiteY10" fmla="*/ 184387 h 224423"/>
                <a:gd name="connsiteX11" fmla="*/ 249095 w 251335"/>
                <a:gd name="connsiteY11" fmla="*/ 176648 h 224423"/>
                <a:gd name="connsiteX12" fmla="*/ 242378 w 251335"/>
                <a:gd name="connsiteY12" fmla="*/ 100528 h 224423"/>
                <a:gd name="connsiteX13" fmla="*/ 192537 w 251335"/>
                <a:gd name="connsiteY13" fmla="*/ 16839 h 224423"/>
                <a:gd name="connsiteX14" fmla="*/ 96771 w 251335"/>
                <a:gd name="connsiteY14" fmla="*/ 2635 h 22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1335" h="224423">
                  <a:moveTo>
                    <a:pt x="96771" y="2635"/>
                  </a:moveTo>
                  <a:cubicBezTo>
                    <a:pt x="58924" y="10519"/>
                    <a:pt x="31709" y="27104"/>
                    <a:pt x="14952" y="52389"/>
                  </a:cubicBezTo>
                  <a:cubicBezTo>
                    <a:pt x="-1803" y="77675"/>
                    <a:pt x="-6225" y="109288"/>
                    <a:pt x="1686" y="147220"/>
                  </a:cubicBezTo>
                  <a:cubicBezTo>
                    <a:pt x="6617" y="174657"/>
                    <a:pt x="17248" y="200742"/>
                    <a:pt x="32984" y="223765"/>
                  </a:cubicBezTo>
                  <a:lnTo>
                    <a:pt x="68025" y="216451"/>
                  </a:lnTo>
                  <a:cubicBezTo>
                    <a:pt x="52801" y="197706"/>
                    <a:pt x="42084" y="175661"/>
                    <a:pt x="36895" y="152068"/>
                  </a:cubicBezTo>
                  <a:cubicBezTo>
                    <a:pt x="31028" y="130338"/>
                    <a:pt x="35025" y="107128"/>
                    <a:pt x="47867" y="88621"/>
                  </a:cubicBezTo>
                  <a:cubicBezTo>
                    <a:pt x="60369" y="71611"/>
                    <a:pt x="80442" y="59789"/>
                    <a:pt x="108083" y="54090"/>
                  </a:cubicBezTo>
                  <a:cubicBezTo>
                    <a:pt x="135725" y="48392"/>
                    <a:pt x="159113" y="50263"/>
                    <a:pt x="177228" y="60129"/>
                  </a:cubicBezTo>
                  <a:cubicBezTo>
                    <a:pt x="195939" y="70956"/>
                    <a:pt x="208696" y="89752"/>
                    <a:pt x="211844" y="111159"/>
                  </a:cubicBezTo>
                  <a:cubicBezTo>
                    <a:pt x="215841" y="135407"/>
                    <a:pt x="215841" y="160139"/>
                    <a:pt x="211844" y="184387"/>
                  </a:cubicBezTo>
                  <a:lnTo>
                    <a:pt x="249095" y="176648"/>
                  </a:lnTo>
                  <a:cubicBezTo>
                    <a:pt x="249776" y="151098"/>
                    <a:pt x="247565" y="125558"/>
                    <a:pt x="242378" y="100528"/>
                  </a:cubicBezTo>
                  <a:cubicBezTo>
                    <a:pt x="234296" y="61464"/>
                    <a:pt x="217627" y="33568"/>
                    <a:pt x="192537" y="16839"/>
                  </a:cubicBezTo>
                  <a:cubicBezTo>
                    <a:pt x="167448" y="109"/>
                    <a:pt x="135469" y="-4620"/>
                    <a:pt x="96771" y="2635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A9CDB732-F517-48F3-A75C-41A3CA785CB7}"/>
                </a:ext>
              </a:extLst>
            </p:cNvPr>
            <p:cNvSpPr/>
            <p:nvPr/>
          </p:nvSpPr>
          <p:spPr>
            <a:xfrm rot="-285000">
              <a:off x="5855208" y="-5092962"/>
              <a:ext cx="233547" cy="48563"/>
            </a:xfrm>
            <a:custGeom>
              <a:avLst/>
              <a:gdLst>
                <a:gd name="connsiteX0" fmla="*/ -2121 w 233547"/>
                <a:gd name="connsiteY0" fmla="*/ -658 h 48563"/>
                <a:gd name="connsiteX1" fmla="*/ 231426 w 233547"/>
                <a:gd name="connsiteY1" fmla="*/ -658 h 48563"/>
                <a:gd name="connsiteX2" fmla="*/ 231426 w 233547"/>
                <a:gd name="connsiteY2" fmla="*/ 47905 h 48563"/>
                <a:gd name="connsiteX3" fmla="*/ -2121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1" y="-658"/>
                  </a:moveTo>
                  <a:lnTo>
                    <a:pt x="231426" y="-658"/>
                  </a:lnTo>
                  <a:lnTo>
                    <a:pt x="231426" y="47905"/>
                  </a:lnTo>
                  <a:lnTo>
                    <a:pt x="-2121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8972570E-E994-49BC-A8F0-38086B2EEB27}"/>
                </a:ext>
              </a:extLst>
            </p:cNvPr>
            <p:cNvSpPr/>
            <p:nvPr/>
          </p:nvSpPr>
          <p:spPr>
            <a:xfrm>
              <a:off x="5855907" y="-4938103"/>
              <a:ext cx="241456" cy="199782"/>
            </a:xfrm>
            <a:custGeom>
              <a:avLst/>
              <a:gdLst>
                <a:gd name="connsiteX0" fmla="*/ -2120 w 241456"/>
                <a:gd name="connsiteY0" fmla="*/ 188828 h 199782"/>
                <a:gd name="connsiteX1" fmla="*/ 231257 w 241456"/>
                <a:gd name="connsiteY1" fmla="*/ 198779 h 199782"/>
                <a:gd name="connsiteX2" fmla="*/ 232874 w 241456"/>
                <a:gd name="connsiteY2" fmla="*/ 159826 h 199782"/>
                <a:gd name="connsiteX3" fmla="*/ 73488 w 241456"/>
                <a:gd name="connsiteY3" fmla="*/ 153022 h 199782"/>
                <a:gd name="connsiteX4" fmla="*/ 237465 w 241456"/>
                <a:gd name="connsiteY4" fmla="*/ 51642 h 199782"/>
                <a:gd name="connsiteX5" fmla="*/ 239336 w 241456"/>
                <a:gd name="connsiteY5" fmla="*/ 8947 h 199782"/>
                <a:gd name="connsiteX6" fmla="*/ 5959 w 241456"/>
                <a:gd name="connsiteY6" fmla="*/ -1003 h 199782"/>
                <a:gd name="connsiteX7" fmla="*/ 4259 w 241456"/>
                <a:gd name="connsiteY7" fmla="*/ 37949 h 199782"/>
                <a:gd name="connsiteX8" fmla="*/ 163727 w 241456"/>
                <a:gd name="connsiteY8" fmla="*/ 44753 h 199782"/>
                <a:gd name="connsiteX9" fmla="*/ -249 w 241456"/>
                <a:gd name="connsiteY9" fmla="*/ 145283 h 199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456" h="199782">
                  <a:moveTo>
                    <a:pt x="-2120" y="188828"/>
                  </a:moveTo>
                  <a:lnTo>
                    <a:pt x="231257" y="198779"/>
                  </a:lnTo>
                  <a:lnTo>
                    <a:pt x="232874" y="159826"/>
                  </a:lnTo>
                  <a:lnTo>
                    <a:pt x="73488" y="153022"/>
                  </a:lnTo>
                  <a:lnTo>
                    <a:pt x="237465" y="51642"/>
                  </a:lnTo>
                  <a:lnTo>
                    <a:pt x="239336" y="8947"/>
                  </a:lnTo>
                  <a:lnTo>
                    <a:pt x="5959" y="-1003"/>
                  </a:lnTo>
                  <a:lnTo>
                    <a:pt x="4259" y="37949"/>
                  </a:lnTo>
                  <a:lnTo>
                    <a:pt x="163727" y="44753"/>
                  </a:lnTo>
                  <a:lnTo>
                    <a:pt x="-249" y="14528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任意多边形: 形状 172">
              <a:extLst>
                <a:ext uri="{FF2B5EF4-FFF2-40B4-BE49-F238E27FC236}">
                  <a16:creationId xmlns:a16="http://schemas.microsoft.com/office/drawing/2014/main" id="{938B53D1-89EB-4939-B8EA-61D176436166}"/>
                </a:ext>
              </a:extLst>
            </p:cNvPr>
            <p:cNvSpPr/>
            <p:nvPr/>
          </p:nvSpPr>
          <p:spPr>
            <a:xfrm>
              <a:off x="5813553" y="-4656502"/>
              <a:ext cx="258636" cy="188215"/>
            </a:xfrm>
            <a:custGeom>
              <a:avLst/>
              <a:gdLst>
                <a:gd name="connsiteX0" fmla="*/ 30370 w 258636"/>
                <a:gd name="connsiteY0" fmla="*/ 155914 h 188215"/>
                <a:gd name="connsiteX1" fmla="*/ 50525 w 258636"/>
                <a:gd name="connsiteY1" fmla="*/ 53088 h 188215"/>
                <a:gd name="connsiteX2" fmla="*/ 121117 w 258636"/>
                <a:gd name="connsiteY2" fmla="*/ 66951 h 188215"/>
                <a:gd name="connsiteX3" fmla="*/ 105808 w 258636"/>
                <a:gd name="connsiteY3" fmla="*/ 145283 h 188215"/>
                <a:gd name="connsiteX4" fmla="*/ 136427 w 258636"/>
                <a:gd name="connsiteY4" fmla="*/ 151321 h 188215"/>
                <a:gd name="connsiteX5" fmla="*/ 151821 w 258636"/>
                <a:gd name="connsiteY5" fmla="*/ 72990 h 188215"/>
                <a:gd name="connsiteX6" fmla="*/ 215777 w 258636"/>
                <a:gd name="connsiteY6" fmla="*/ 85492 h 188215"/>
                <a:gd name="connsiteX7" fmla="*/ 196981 w 258636"/>
                <a:gd name="connsiteY7" fmla="*/ 181088 h 188215"/>
                <a:gd name="connsiteX8" fmla="*/ 228451 w 258636"/>
                <a:gd name="connsiteY8" fmla="*/ 187212 h 188215"/>
                <a:gd name="connsiteX9" fmla="*/ 256516 w 258636"/>
                <a:gd name="connsiteY9" fmla="*/ 43988 h 188215"/>
                <a:gd name="connsiteX10" fmla="*/ 27392 w 258636"/>
                <a:gd name="connsiteY10" fmla="*/ -1003 h 188215"/>
                <a:gd name="connsiteX11" fmla="*/ -2120 w 258636"/>
                <a:gd name="connsiteY11" fmla="*/ 149535 h 18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8636" h="188215">
                  <a:moveTo>
                    <a:pt x="30370" y="155914"/>
                  </a:moveTo>
                  <a:lnTo>
                    <a:pt x="50525" y="53088"/>
                  </a:lnTo>
                  <a:lnTo>
                    <a:pt x="121117" y="66951"/>
                  </a:lnTo>
                  <a:lnTo>
                    <a:pt x="105808" y="145283"/>
                  </a:lnTo>
                  <a:lnTo>
                    <a:pt x="136427" y="151321"/>
                  </a:lnTo>
                  <a:lnTo>
                    <a:pt x="151821" y="72990"/>
                  </a:lnTo>
                  <a:lnTo>
                    <a:pt x="215777" y="85492"/>
                  </a:lnTo>
                  <a:lnTo>
                    <a:pt x="196981" y="181088"/>
                  </a:lnTo>
                  <a:lnTo>
                    <a:pt x="228451" y="187212"/>
                  </a:lnTo>
                  <a:lnTo>
                    <a:pt x="256516" y="43988"/>
                  </a:lnTo>
                  <a:lnTo>
                    <a:pt x="27392" y="-1003"/>
                  </a:lnTo>
                  <a:lnTo>
                    <a:pt x="-2120" y="14953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CC5DE24-4BC4-4C9F-9CF2-A53BDFEFDA67}"/>
              </a:ext>
            </a:extLst>
          </p:cNvPr>
          <p:cNvSpPr txBox="1"/>
          <p:nvPr userDrawn="1"/>
        </p:nvSpPr>
        <p:spPr>
          <a:xfrm>
            <a:off x="660400" y="1028700"/>
            <a:ext cx="3378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  <a:b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CONTENTS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1E16913-41A0-480F-8CE4-4B2A3C766744}"/>
                  </a:ext>
                </a:extLst>
              </p14:cNvPr>
              <p14:cNvContentPartPr/>
              <p14:nvPr userDrawn="1"/>
            </p14:nvContentPartPr>
            <p14:xfrm>
              <a:off x="8822013" y="-660427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1E16913-41A0-480F-8CE4-4B2A3C7667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3013" y="-66942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03DBB8D2-26D4-4DD4-8B80-2A75F4A1275C}"/>
                  </a:ext>
                </a:extLst>
              </p14:cNvPr>
              <p14:cNvContentPartPr/>
              <p14:nvPr userDrawn="1"/>
            </p14:nvContentPartPr>
            <p14:xfrm>
              <a:off x="-76107" y="3030653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03DBB8D2-26D4-4DD4-8B80-2A75F4A127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5107" y="30220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AAEA49A-5A7B-4313-B7BF-56C5C7B8A226}"/>
                  </a:ext>
                </a:extLst>
              </p14:cNvPr>
              <p14:cNvContentPartPr/>
              <p14:nvPr userDrawn="1"/>
            </p14:nvContentPartPr>
            <p14:xfrm>
              <a:off x="-821307" y="2878373"/>
              <a:ext cx="36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AAEA49A-5A7B-4313-B7BF-56C5C7B8A2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829947" y="286973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105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F0F1A-5E89-429E-A1F9-F5C8409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58" y="428558"/>
            <a:ext cx="5209595" cy="59523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8AB574-11D5-4F8D-B599-967D61C7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F00CD9-D142-4CFF-B8D8-92E32E09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BDED11-89FC-43E5-A3D7-E9C138A8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CFAF67-386A-4D41-ADB5-344006441CE3}"/>
              </a:ext>
            </a:extLst>
          </p:cNvPr>
          <p:cNvSpPr/>
          <p:nvPr userDrawn="1"/>
        </p:nvSpPr>
        <p:spPr>
          <a:xfrm>
            <a:off x="486137" y="343812"/>
            <a:ext cx="352063" cy="679981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BABA3C-025B-4680-A8AD-512D2A6FABE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5158" y="1023794"/>
            <a:ext cx="5173082" cy="1"/>
          </a:xfrm>
          <a:prstGeom prst="line">
            <a:avLst/>
          </a:prstGeom>
          <a:ln w="12700">
            <a:solidFill>
              <a:srgbClr val="006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片包含 游戏机&#10;&#10;描述已自动生成">
            <a:extLst>
              <a:ext uri="{FF2B5EF4-FFF2-40B4-BE49-F238E27FC236}">
                <a16:creationId xmlns:a16="http://schemas.microsoft.com/office/drawing/2014/main" id="{DEF918F7-A95B-4C2B-9685-E48A06CD2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653" y="372457"/>
            <a:ext cx="2259354" cy="537942"/>
          </a:xfrm>
          <a:prstGeom prst="rect">
            <a:avLst/>
          </a:prstGeom>
        </p:spPr>
      </p:pic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C5C47003-2EF2-4E5A-AFD4-CE79702E13EF}"/>
              </a:ext>
            </a:extLst>
          </p:cNvPr>
          <p:cNvGrpSpPr/>
          <p:nvPr userDrawn="1"/>
        </p:nvGrpSpPr>
        <p:grpSpPr>
          <a:xfrm>
            <a:off x="9132765" y="378810"/>
            <a:ext cx="2588335" cy="526068"/>
            <a:chOff x="8434265" y="378810"/>
            <a:chExt cx="2588335" cy="526068"/>
          </a:xfrm>
        </p:grpSpPr>
        <p:grpSp>
          <p:nvGrpSpPr>
            <p:cNvPr id="123" name="图形 17">
              <a:extLst>
                <a:ext uri="{FF2B5EF4-FFF2-40B4-BE49-F238E27FC236}">
                  <a16:creationId xmlns:a16="http://schemas.microsoft.com/office/drawing/2014/main" id="{F8DCCB7D-6BE9-4370-9F90-D25A596F8B0A}"/>
                </a:ext>
              </a:extLst>
            </p:cNvPr>
            <p:cNvGrpSpPr/>
            <p:nvPr/>
          </p:nvGrpSpPr>
          <p:grpSpPr>
            <a:xfrm>
              <a:off x="8434265" y="378810"/>
              <a:ext cx="526068" cy="526068"/>
              <a:chOff x="2229720" y="-1443369"/>
              <a:chExt cx="680401" cy="680401"/>
            </a:xfrm>
            <a:solidFill>
              <a:srgbClr val="07679C"/>
            </a:soli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953DF2E7-7696-4409-AC2B-D62F97FBB968}"/>
                  </a:ext>
                </a:extLst>
              </p:cNvPr>
              <p:cNvSpPr/>
              <p:nvPr/>
            </p:nvSpPr>
            <p:spPr>
              <a:xfrm>
                <a:off x="2312772" y="-1360261"/>
                <a:ext cx="514241" cy="514184"/>
              </a:xfrm>
              <a:custGeom>
                <a:avLst/>
                <a:gdLst>
                  <a:gd name="connsiteX0" fmla="*/ 254840 w 514241"/>
                  <a:gd name="connsiteY0" fmla="*/ 513975 h 514184"/>
                  <a:gd name="connsiteX1" fmla="*/ 511933 w 514241"/>
                  <a:gd name="connsiteY1" fmla="*/ 256883 h 514184"/>
                  <a:gd name="connsiteX2" fmla="*/ 254840 w 514241"/>
                  <a:gd name="connsiteY2" fmla="*/ -210 h 514184"/>
                  <a:gd name="connsiteX3" fmla="*/ -2309 w 514241"/>
                  <a:gd name="connsiteY3" fmla="*/ 256883 h 514184"/>
                  <a:gd name="connsiteX4" fmla="*/ 254840 w 514241"/>
                  <a:gd name="connsiteY4" fmla="*/ 513975 h 514184"/>
                  <a:gd name="connsiteX5" fmla="*/ 254840 w 514241"/>
                  <a:gd name="connsiteY5" fmla="*/ 1860 h 514184"/>
                  <a:gd name="connsiteX6" fmla="*/ 509877 w 514241"/>
                  <a:gd name="connsiteY6" fmla="*/ 256883 h 514184"/>
                  <a:gd name="connsiteX7" fmla="*/ 254840 w 514241"/>
                  <a:gd name="connsiteY7" fmla="*/ 511905 h 514184"/>
                  <a:gd name="connsiteX8" fmla="*/ -310 w 514241"/>
                  <a:gd name="connsiteY8" fmla="*/ 256883 h 514184"/>
                  <a:gd name="connsiteX9" fmla="*/ 254840 w 514241"/>
                  <a:gd name="connsiteY9" fmla="*/ 1860 h 5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4241" h="514184">
                    <a:moveTo>
                      <a:pt x="254840" y="513975"/>
                    </a:moveTo>
                    <a:cubicBezTo>
                      <a:pt x="396591" y="513975"/>
                      <a:pt x="511933" y="398647"/>
                      <a:pt x="511933" y="256883"/>
                    </a:cubicBezTo>
                    <a:cubicBezTo>
                      <a:pt x="511933" y="115118"/>
                      <a:pt x="396591" y="-210"/>
                      <a:pt x="254840" y="-210"/>
                    </a:cubicBezTo>
                    <a:cubicBezTo>
                      <a:pt x="113090" y="-210"/>
                      <a:pt x="-2309" y="115132"/>
                      <a:pt x="-2309" y="256883"/>
                    </a:cubicBezTo>
                    <a:cubicBezTo>
                      <a:pt x="-2309" y="398633"/>
                      <a:pt x="113090" y="513975"/>
                      <a:pt x="254840" y="513975"/>
                    </a:cubicBezTo>
                    <a:close/>
                    <a:moveTo>
                      <a:pt x="254840" y="1860"/>
                    </a:moveTo>
                    <a:cubicBezTo>
                      <a:pt x="395471" y="1860"/>
                      <a:pt x="509877" y="116252"/>
                      <a:pt x="509877" y="256883"/>
                    </a:cubicBezTo>
                    <a:cubicBezTo>
                      <a:pt x="509877" y="397513"/>
                      <a:pt x="395400" y="511905"/>
                      <a:pt x="254840" y="511905"/>
                    </a:cubicBezTo>
                    <a:cubicBezTo>
                      <a:pt x="114281" y="511905"/>
                      <a:pt x="-310" y="397513"/>
                      <a:pt x="-310" y="256883"/>
                    </a:cubicBezTo>
                    <a:cubicBezTo>
                      <a:pt x="-310" y="116252"/>
                      <a:pt x="114153" y="1860"/>
                      <a:pt x="254840" y="186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CC32F975-81F2-4A2D-936C-8E4B8AA29C12}"/>
                  </a:ext>
                </a:extLst>
              </p:cNvPr>
              <p:cNvSpPr/>
              <p:nvPr/>
            </p:nvSpPr>
            <p:spPr>
              <a:xfrm>
                <a:off x="2299972" y="-1373047"/>
                <a:ext cx="539756" cy="539756"/>
              </a:xfrm>
              <a:custGeom>
                <a:avLst/>
                <a:gdLst>
                  <a:gd name="connsiteX0" fmla="*/ -2309 w 539756"/>
                  <a:gd name="connsiteY0" fmla="*/ 269668 h 539756"/>
                  <a:gd name="connsiteX1" fmla="*/ 267569 w 539756"/>
                  <a:gd name="connsiteY1" fmla="*/ 539547 h 539756"/>
                  <a:gd name="connsiteX2" fmla="*/ 537448 w 539756"/>
                  <a:gd name="connsiteY2" fmla="*/ 269668 h 539756"/>
                  <a:gd name="connsiteX3" fmla="*/ 267640 w 539756"/>
                  <a:gd name="connsiteY3" fmla="*/ -210 h 539756"/>
                  <a:gd name="connsiteX4" fmla="*/ -2309 w 539756"/>
                  <a:gd name="connsiteY4" fmla="*/ 269668 h 539756"/>
                  <a:gd name="connsiteX5" fmla="*/ 267640 w 539756"/>
                  <a:gd name="connsiteY5" fmla="*/ 6013 h 539756"/>
                  <a:gd name="connsiteX6" fmla="*/ 531296 w 539756"/>
                  <a:gd name="connsiteY6" fmla="*/ 269668 h 539756"/>
                  <a:gd name="connsiteX7" fmla="*/ 267640 w 539756"/>
                  <a:gd name="connsiteY7" fmla="*/ 533324 h 539756"/>
                  <a:gd name="connsiteX8" fmla="*/ 3985 w 539756"/>
                  <a:gd name="connsiteY8" fmla="*/ 269668 h 539756"/>
                  <a:gd name="connsiteX9" fmla="*/ 267640 w 539756"/>
                  <a:gd name="connsiteY9" fmla="*/ 6013 h 539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9756" h="539756">
                    <a:moveTo>
                      <a:pt x="-2309" y="269668"/>
                    </a:moveTo>
                    <a:cubicBezTo>
                      <a:pt x="-2309" y="418506"/>
                      <a:pt x="118760" y="539547"/>
                      <a:pt x="267569" y="539547"/>
                    </a:cubicBezTo>
                    <a:cubicBezTo>
                      <a:pt x="416379" y="539547"/>
                      <a:pt x="537448" y="418506"/>
                      <a:pt x="537448" y="269668"/>
                    </a:cubicBezTo>
                    <a:cubicBezTo>
                      <a:pt x="537448" y="120831"/>
                      <a:pt x="416379" y="-210"/>
                      <a:pt x="267640" y="-210"/>
                    </a:cubicBezTo>
                    <a:cubicBezTo>
                      <a:pt x="118902" y="-210"/>
                      <a:pt x="-2309" y="120831"/>
                      <a:pt x="-2309" y="269668"/>
                    </a:cubicBezTo>
                    <a:close/>
                    <a:moveTo>
                      <a:pt x="267640" y="6013"/>
                    </a:moveTo>
                    <a:cubicBezTo>
                      <a:pt x="413062" y="6013"/>
                      <a:pt x="531296" y="124318"/>
                      <a:pt x="531296" y="269668"/>
                    </a:cubicBezTo>
                    <a:cubicBezTo>
                      <a:pt x="531296" y="415019"/>
                      <a:pt x="413005" y="533324"/>
                      <a:pt x="267640" y="533324"/>
                    </a:cubicBezTo>
                    <a:cubicBezTo>
                      <a:pt x="122275" y="533324"/>
                      <a:pt x="3985" y="415019"/>
                      <a:pt x="3985" y="269668"/>
                    </a:cubicBezTo>
                    <a:cubicBezTo>
                      <a:pt x="3985" y="124318"/>
                      <a:pt x="122162" y="6013"/>
                      <a:pt x="267640" y="601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A7BCE53A-14F4-4113-B8DF-B2B34BB34471}"/>
                  </a:ext>
                </a:extLst>
              </p:cNvPr>
              <p:cNvSpPr/>
              <p:nvPr/>
            </p:nvSpPr>
            <p:spPr>
              <a:xfrm>
                <a:off x="2229720" y="-1443369"/>
                <a:ext cx="680401" cy="680401"/>
              </a:xfrm>
              <a:custGeom>
                <a:avLst/>
                <a:gdLst>
                  <a:gd name="connsiteX0" fmla="*/ 337892 w 680401"/>
                  <a:gd name="connsiteY0" fmla="*/ -210 h 680401"/>
                  <a:gd name="connsiteX1" fmla="*/ -2309 w 680401"/>
                  <a:gd name="connsiteY1" fmla="*/ 339991 h 680401"/>
                  <a:gd name="connsiteX2" fmla="*/ 337892 w 680401"/>
                  <a:gd name="connsiteY2" fmla="*/ 680191 h 680401"/>
                  <a:gd name="connsiteX3" fmla="*/ 678093 w 680401"/>
                  <a:gd name="connsiteY3" fmla="*/ 339991 h 680401"/>
                  <a:gd name="connsiteX4" fmla="*/ 337892 w 680401"/>
                  <a:gd name="connsiteY4" fmla="*/ -210 h 680401"/>
                  <a:gd name="connsiteX5" fmla="*/ 337892 w 680401"/>
                  <a:gd name="connsiteY5" fmla="*/ 672423 h 680401"/>
                  <a:gd name="connsiteX6" fmla="*/ 5473 w 680401"/>
                  <a:gd name="connsiteY6" fmla="*/ 339991 h 680401"/>
                  <a:gd name="connsiteX7" fmla="*/ 337892 w 680401"/>
                  <a:gd name="connsiteY7" fmla="*/ 7558 h 680401"/>
                  <a:gd name="connsiteX8" fmla="*/ 670254 w 680401"/>
                  <a:gd name="connsiteY8" fmla="*/ 339991 h 680401"/>
                  <a:gd name="connsiteX9" fmla="*/ 337892 w 680401"/>
                  <a:gd name="connsiteY9" fmla="*/ 672423 h 680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401" h="680401">
                    <a:moveTo>
                      <a:pt x="337892" y="-210"/>
                    </a:moveTo>
                    <a:cubicBezTo>
                      <a:pt x="150313" y="-210"/>
                      <a:pt x="-2309" y="152398"/>
                      <a:pt x="-2309" y="339991"/>
                    </a:cubicBezTo>
                    <a:cubicBezTo>
                      <a:pt x="-2309" y="527583"/>
                      <a:pt x="150313" y="680191"/>
                      <a:pt x="337892" y="680191"/>
                    </a:cubicBezTo>
                    <a:cubicBezTo>
                      <a:pt x="525470" y="680191"/>
                      <a:pt x="678093" y="527583"/>
                      <a:pt x="678093" y="339991"/>
                    </a:cubicBezTo>
                    <a:cubicBezTo>
                      <a:pt x="678093" y="152398"/>
                      <a:pt x="525413" y="-210"/>
                      <a:pt x="337892" y="-210"/>
                    </a:cubicBezTo>
                    <a:close/>
                    <a:moveTo>
                      <a:pt x="337892" y="672423"/>
                    </a:moveTo>
                    <a:cubicBezTo>
                      <a:pt x="154594" y="672423"/>
                      <a:pt x="5473" y="523288"/>
                      <a:pt x="5473" y="339991"/>
                    </a:cubicBezTo>
                    <a:cubicBezTo>
                      <a:pt x="5473" y="156693"/>
                      <a:pt x="154523" y="7558"/>
                      <a:pt x="337892" y="7558"/>
                    </a:cubicBezTo>
                    <a:cubicBezTo>
                      <a:pt x="521260" y="7558"/>
                      <a:pt x="670254" y="156693"/>
                      <a:pt x="670254" y="339991"/>
                    </a:cubicBezTo>
                    <a:cubicBezTo>
                      <a:pt x="670254" y="523288"/>
                      <a:pt x="521132" y="672423"/>
                      <a:pt x="337892" y="67242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4852A156-625E-4CC2-8D4D-317854874D37}"/>
                  </a:ext>
                </a:extLst>
              </p:cNvPr>
              <p:cNvSpPr/>
              <p:nvPr/>
            </p:nvSpPr>
            <p:spPr>
              <a:xfrm>
                <a:off x="2354361" y="-1179997"/>
                <a:ext cx="158689" cy="152537"/>
              </a:xfrm>
              <a:custGeom>
                <a:avLst/>
                <a:gdLst>
                  <a:gd name="connsiteX0" fmla="*/ 35208 w 158689"/>
                  <a:gd name="connsiteY0" fmla="*/ 152328 h 152537"/>
                  <a:gd name="connsiteX1" fmla="*/ 48390 w 158689"/>
                  <a:gd name="connsiteY1" fmla="*/ 115558 h 152537"/>
                  <a:gd name="connsiteX2" fmla="*/ 98513 w 158689"/>
                  <a:gd name="connsiteY2" fmla="*/ 115558 h 152537"/>
                  <a:gd name="connsiteX3" fmla="*/ 98513 w 158689"/>
                  <a:gd name="connsiteY3" fmla="*/ 115133 h 152537"/>
                  <a:gd name="connsiteX4" fmla="*/ 117210 w 158689"/>
                  <a:gd name="connsiteY4" fmla="*/ 126473 h 152537"/>
                  <a:gd name="connsiteX5" fmla="*/ 109527 w 158689"/>
                  <a:gd name="connsiteY5" fmla="*/ 152271 h 152537"/>
                  <a:gd name="connsiteX6" fmla="*/ 126466 w 158689"/>
                  <a:gd name="connsiteY6" fmla="*/ 152271 h 152537"/>
                  <a:gd name="connsiteX7" fmla="*/ 145744 w 158689"/>
                  <a:gd name="connsiteY7" fmla="*/ 145878 h 152537"/>
                  <a:gd name="connsiteX8" fmla="*/ 147828 w 158689"/>
                  <a:gd name="connsiteY8" fmla="*/ 152271 h 152537"/>
                  <a:gd name="connsiteX9" fmla="*/ 156461 w 158689"/>
                  <a:gd name="connsiteY9" fmla="*/ 152271 h 152537"/>
                  <a:gd name="connsiteX10" fmla="*/ 130535 w 158689"/>
                  <a:gd name="connsiteY10" fmla="*/ 122418 h 152537"/>
                  <a:gd name="connsiteX11" fmla="*/ 137452 w 158689"/>
                  <a:gd name="connsiteY11" fmla="*/ 93119 h 152537"/>
                  <a:gd name="connsiteX12" fmla="*/ 114772 w 158689"/>
                  <a:gd name="connsiteY12" fmla="*/ 73855 h 152537"/>
                  <a:gd name="connsiteX13" fmla="*/ 121462 w 158689"/>
                  <a:gd name="connsiteY13" fmla="*/ 44867 h 152537"/>
                  <a:gd name="connsiteX14" fmla="*/ 98499 w 158689"/>
                  <a:gd name="connsiteY14" fmla="*/ 25915 h 152537"/>
                  <a:gd name="connsiteX15" fmla="*/ 106324 w 158689"/>
                  <a:gd name="connsiteY15" fmla="*/ -210 h 152537"/>
                  <a:gd name="connsiteX16" fmla="*/ 97819 w 158689"/>
                  <a:gd name="connsiteY16" fmla="*/ -210 h 152537"/>
                  <a:gd name="connsiteX17" fmla="*/ 98343 w 158689"/>
                  <a:gd name="connsiteY17" fmla="*/ 1633 h 152537"/>
                  <a:gd name="connsiteX18" fmla="*/ 88010 w 158689"/>
                  <a:gd name="connsiteY18" fmla="*/ 5049 h 152537"/>
                  <a:gd name="connsiteX19" fmla="*/ 89895 w 158689"/>
                  <a:gd name="connsiteY19" fmla="*/ -210 h 152537"/>
                  <a:gd name="connsiteX20" fmla="*/ 61219 w 158689"/>
                  <a:gd name="connsiteY20" fmla="*/ -210 h 152537"/>
                  <a:gd name="connsiteX21" fmla="*/ 51565 w 158689"/>
                  <a:gd name="connsiteY21" fmla="*/ 6523 h 152537"/>
                  <a:gd name="connsiteX22" fmla="*/ -2229 w 158689"/>
                  <a:gd name="connsiteY22" fmla="*/ 152271 h 152537"/>
                  <a:gd name="connsiteX23" fmla="*/ 115523 w 158689"/>
                  <a:gd name="connsiteY23" fmla="*/ 117046 h 152537"/>
                  <a:gd name="connsiteX24" fmla="*/ 126778 w 158689"/>
                  <a:gd name="connsiteY24" fmla="*/ 113318 h 152537"/>
                  <a:gd name="connsiteX25" fmla="*/ 122526 w 158689"/>
                  <a:gd name="connsiteY25" fmla="*/ 119583 h 152537"/>
                  <a:gd name="connsiteX26" fmla="*/ 115523 w 158689"/>
                  <a:gd name="connsiteY26" fmla="*/ 117046 h 152537"/>
                  <a:gd name="connsiteX27" fmla="*/ 143023 w 158689"/>
                  <a:gd name="connsiteY27" fmla="*/ 141059 h 152537"/>
                  <a:gd name="connsiteX28" fmla="*/ 117423 w 158689"/>
                  <a:gd name="connsiteY28" fmla="*/ 149564 h 152537"/>
                  <a:gd name="connsiteX29" fmla="*/ 117423 w 158689"/>
                  <a:gd name="connsiteY29" fmla="*/ 145042 h 152537"/>
                  <a:gd name="connsiteX30" fmla="*/ 139947 w 158689"/>
                  <a:gd name="connsiteY30" fmla="*/ 137586 h 152537"/>
                  <a:gd name="connsiteX31" fmla="*/ 142980 w 158689"/>
                  <a:gd name="connsiteY31" fmla="*/ 141059 h 152537"/>
                  <a:gd name="connsiteX32" fmla="*/ 136049 w 158689"/>
                  <a:gd name="connsiteY32" fmla="*/ 134481 h 152537"/>
                  <a:gd name="connsiteX33" fmla="*/ 118755 w 158689"/>
                  <a:gd name="connsiteY33" fmla="*/ 140151 h 152537"/>
                  <a:gd name="connsiteX34" fmla="*/ 125417 w 158689"/>
                  <a:gd name="connsiteY34" fmla="*/ 129350 h 152537"/>
                  <a:gd name="connsiteX35" fmla="*/ 136006 w 158689"/>
                  <a:gd name="connsiteY35" fmla="*/ 134481 h 152537"/>
                  <a:gd name="connsiteX36" fmla="*/ 129386 w 158689"/>
                  <a:gd name="connsiteY36" fmla="*/ 108102 h 152537"/>
                  <a:gd name="connsiteX37" fmla="*/ 110236 w 158689"/>
                  <a:gd name="connsiteY37" fmla="*/ 114438 h 152537"/>
                  <a:gd name="connsiteX38" fmla="*/ 105672 w 158689"/>
                  <a:gd name="connsiteY38" fmla="*/ 110710 h 152537"/>
                  <a:gd name="connsiteX39" fmla="*/ 130591 w 158689"/>
                  <a:gd name="connsiteY39" fmla="*/ 102446 h 152537"/>
                  <a:gd name="connsiteX40" fmla="*/ 129344 w 158689"/>
                  <a:gd name="connsiteY40" fmla="*/ 108102 h 152537"/>
                  <a:gd name="connsiteX41" fmla="*/ 129656 w 158689"/>
                  <a:gd name="connsiteY41" fmla="*/ 95784 h 152537"/>
                  <a:gd name="connsiteX42" fmla="*/ 130279 w 158689"/>
                  <a:gd name="connsiteY42" fmla="*/ 98193 h 152537"/>
                  <a:gd name="connsiteX43" fmla="*/ 103347 w 158689"/>
                  <a:gd name="connsiteY43" fmla="*/ 107138 h 152537"/>
                  <a:gd name="connsiteX44" fmla="*/ 102383 w 158689"/>
                  <a:gd name="connsiteY44" fmla="*/ 104827 h 152537"/>
                  <a:gd name="connsiteX45" fmla="*/ 101759 w 158689"/>
                  <a:gd name="connsiteY45" fmla="*/ 102418 h 152537"/>
                  <a:gd name="connsiteX46" fmla="*/ 128763 w 158689"/>
                  <a:gd name="connsiteY46" fmla="*/ 93473 h 152537"/>
                  <a:gd name="connsiteX47" fmla="*/ 129613 w 158689"/>
                  <a:gd name="connsiteY47" fmla="*/ 95784 h 152537"/>
                  <a:gd name="connsiteX48" fmla="*/ 126424 w 158689"/>
                  <a:gd name="connsiteY48" fmla="*/ 89873 h 152537"/>
                  <a:gd name="connsiteX49" fmla="*/ 101348 w 158689"/>
                  <a:gd name="connsiteY49" fmla="*/ 98165 h 152537"/>
                  <a:gd name="connsiteX50" fmla="*/ 102553 w 158689"/>
                  <a:gd name="connsiteY50" fmla="*/ 92495 h 152537"/>
                  <a:gd name="connsiteX51" fmla="*/ 122030 w 158689"/>
                  <a:gd name="connsiteY51" fmla="*/ 86045 h 152537"/>
                  <a:gd name="connsiteX52" fmla="*/ 126381 w 158689"/>
                  <a:gd name="connsiteY52" fmla="*/ 89873 h 152537"/>
                  <a:gd name="connsiteX53" fmla="*/ 99123 w 158689"/>
                  <a:gd name="connsiteY53" fmla="*/ 68950 h 152537"/>
                  <a:gd name="connsiteX54" fmla="*/ 110803 w 158689"/>
                  <a:gd name="connsiteY54" fmla="*/ 65081 h 152537"/>
                  <a:gd name="connsiteX55" fmla="*/ 106423 w 158689"/>
                  <a:gd name="connsiteY55" fmla="*/ 71417 h 152537"/>
                  <a:gd name="connsiteX56" fmla="*/ 99080 w 158689"/>
                  <a:gd name="connsiteY56" fmla="*/ 68950 h 152537"/>
                  <a:gd name="connsiteX57" fmla="*/ 116884 w 158689"/>
                  <a:gd name="connsiteY57" fmla="*/ 83423 h 152537"/>
                  <a:gd name="connsiteX58" fmla="*/ 105190 w 158689"/>
                  <a:gd name="connsiteY58" fmla="*/ 87293 h 152537"/>
                  <a:gd name="connsiteX59" fmla="*/ 109584 w 158689"/>
                  <a:gd name="connsiteY59" fmla="*/ 80957 h 152537"/>
                  <a:gd name="connsiteX60" fmla="*/ 116841 w 158689"/>
                  <a:gd name="connsiteY60" fmla="*/ 83423 h 152537"/>
                  <a:gd name="connsiteX61" fmla="*/ 113397 w 158689"/>
                  <a:gd name="connsiteY61" fmla="*/ 59864 h 152537"/>
                  <a:gd name="connsiteX62" fmla="*/ 93920 w 158689"/>
                  <a:gd name="connsiteY62" fmla="*/ 66314 h 152537"/>
                  <a:gd name="connsiteX63" fmla="*/ 89569 w 158689"/>
                  <a:gd name="connsiteY63" fmla="*/ 62501 h 152537"/>
                  <a:gd name="connsiteX64" fmla="*/ 114616 w 158689"/>
                  <a:gd name="connsiteY64" fmla="*/ 54208 h 152537"/>
                  <a:gd name="connsiteX65" fmla="*/ 113354 w 158689"/>
                  <a:gd name="connsiteY65" fmla="*/ 59864 h 152537"/>
                  <a:gd name="connsiteX66" fmla="*/ 113666 w 158689"/>
                  <a:gd name="connsiteY66" fmla="*/ 47532 h 152537"/>
                  <a:gd name="connsiteX67" fmla="*/ 114290 w 158689"/>
                  <a:gd name="connsiteY67" fmla="*/ 49956 h 152537"/>
                  <a:gd name="connsiteX68" fmla="*/ 87357 w 158689"/>
                  <a:gd name="connsiteY68" fmla="*/ 58900 h 152537"/>
                  <a:gd name="connsiteX69" fmla="*/ 86408 w 158689"/>
                  <a:gd name="connsiteY69" fmla="*/ 56590 h 152537"/>
                  <a:gd name="connsiteX70" fmla="*/ 85798 w 158689"/>
                  <a:gd name="connsiteY70" fmla="*/ 54166 h 152537"/>
                  <a:gd name="connsiteX71" fmla="*/ 112731 w 158689"/>
                  <a:gd name="connsiteY71" fmla="*/ 45235 h 152537"/>
                  <a:gd name="connsiteX72" fmla="*/ 113624 w 158689"/>
                  <a:gd name="connsiteY72" fmla="*/ 47532 h 152537"/>
                  <a:gd name="connsiteX73" fmla="*/ 110236 w 158689"/>
                  <a:gd name="connsiteY73" fmla="*/ 41692 h 152537"/>
                  <a:gd name="connsiteX74" fmla="*/ 85415 w 158689"/>
                  <a:gd name="connsiteY74" fmla="*/ 49913 h 152537"/>
                  <a:gd name="connsiteX75" fmla="*/ 86620 w 158689"/>
                  <a:gd name="connsiteY75" fmla="*/ 44243 h 152537"/>
                  <a:gd name="connsiteX76" fmla="*/ 105572 w 158689"/>
                  <a:gd name="connsiteY76" fmla="*/ 37964 h 152537"/>
                  <a:gd name="connsiteX77" fmla="*/ 110193 w 158689"/>
                  <a:gd name="connsiteY77" fmla="*/ 41692 h 152537"/>
                  <a:gd name="connsiteX78" fmla="*/ 100200 w 158689"/>
                  <a:gd name="connsiteY78" fmla="*/ 35398 h 152537"/>
                  <a:gd name="connsiteX79" fmla="*/ 89214 w 158689"/>
                  <a:gd name="connsiteY79" fmla="*/ 39041 h 152537"/>
                  <a:gd name="connsiteX80" fmla="*/ 93467 w 158689"/>
                  <a:gd name="connsiteY80" fmla="*/ 32946 h 152537"/>
                  <a:gd name="connsiteX81" fmla="*/ 100157 w 158689"/>
                  <a:gd name="connsiteY81" fmla="*/ 35398 h 152537"/>
                  <a:gd name="connsiteX82" fmla="*/ 86223 w 158689"/>
                  <a:gd name="connsiteY82" fmla="*/ 9996 h 152537"/>
                  <a:gd name="connsiteX83" fmla="*/ 98740 w 158689"/>
                  <a:gd name="connsiteY83" fmla="*/ 5843 h 152537"/>
                  <a:gd name="connsiteX84" fmla="*/ 97620 w 158689"/>
                  <a:gd name="connsiteY84" fmla="*/ 11513 h 152537"/>
                  <a:gd name="connsiteX85" fmla="*/ 84083 w 158689"/>
                  <a:gd name="connsiteY85" fmla="*/ 15992 h 152537"/>
                  <a:gd name="connsiteX86" fmla="*/ 94955 w 158689"/>
                  <a:gd name="connsiteY86" fmla="*/ 16715 h 152537"/>
                  <a:gd name="connsiteX87" fmla="*/ 90391 w 158689"/>
                  <a:gd name="connsiteY87" fmla="*/ 23137 h 152537"/>
                  <a:gd name="connsiteX88" fmla="*/ 83672 w 158689"/>
                  <a:gd name="connsiteY88" fmla="*/ 20443 h 152537"/>
                  <a:gd name="connsiteX89" fmla="*/ 79901 w 158689"/>
                  <a:gd name="connsiteY89" fmla="*/ 27630 h 152537"/>
                  <a:gd name="connsiteX90" fmla="*/ 85245 w 158689"/>
                  <a:gd name="connsiteY90" fmla="*/ 29997 h 152537"/>
                  <a:gd name="connsiteX91" fmla="*/ 78456 w 158689"/>
                  <a:gd name="connsiteY91" fmla="*/ 59127 h 152537"/>
                  <a:gd name="connsiteX92" fmla="*/ 101136 w 158689"/>
                  <a:gd name="connsiteY92" fmla="*/ 78391 h 152537"/>
                  <a:gd name="connsiteX93" fmla="*/ 94544 w 158689"/>
                  <a:gd name="connsiteY93" fmla="*/ 90383 h 152537"/>
                  <a:gd name="connsiteX94" fmla="*/ 57406 w 158689"/>
                  <a:gd name="connsiteY94" fmla="*/ 90383 h 152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158689" h="152537">
                    <a:moveTo>
                      <a:pt x="35208" y="152328"/>
                    </a:moveTo>
                    <a:lnTo>
                      <a:pt x="48390" y="115558"/>
                    </a:lnTo>
                    <a:lnTo>
                      <a:pt x="98513" y="115558"/>
                    </a:lnTo>
                    <a:lnTo>
                      <a:pt x="98513" y="115133"/>
                    </a:lnTo>
                    <a:cubicBezTo>
                      <a:pt x="103205" y="121086"/>
                      <a:pt x="110122" y="124034"/>
                      <a:pt x="117210" y="126473"/>
                    </a:cubicBezTo>
                    <a:cubicBezTo>
                      <a:pt x="111965" y="133787"/>
                      <a:pt x="107472" y="142065"/>
                      <a:pt x="109527" y="152271"/>
                    </a:cubicBezTo>
                    <a:lnTo>
                      <a:pt x="126466" y="152271"/>
                    </a:lnTo>
                    <a:lnTo>
                      <a:pt x="145744" y="145878"/>
                    </a:lnTo>
                    <a:cubicBezTo>
                      <a:pt x="146651" y="147932"/>
                      <a:pt x="147360" y="150074"/>
                      <a:pt x="147828" y="152271"/>
                    </a:cubicBezTo>
                    <a:lnTo>
                      <a:pt x="156461" y="152271"/>
                    </a:lnTo>
                    <a:cubicBezTo>
                      <a:pt x="152463" y="133362"/>
                      <a:pt x="141322" y="126614"/>
                      <a:pt x="130535" y="122418"/>
                    </a:cubicBezTo>
                    <a:cubicBezTo>
                      <a:pt x="136389" y="114296"/>
                      <a:pt x="141393" y="105026"/>
                      <a:pt x="137452" y="93119"/>
                    </a:cubicBezTo>
                    <a:cubicBezTo>
                      <a:pt x="133511" y="81212"/>
                      <a:pt x="124198" y="76888"/>
                      <a:pt x="114772" y="73855"/>
                    </a:cubicBezTo>
                    <a:cubicBezTo>
                      <a:pt x="120527" y="65803"/>
                      <a:pt x="125361" y="56618"/>
                      <a:pt x="121462" y="44867"/>
                    </a:cubicBezTo>
                    <a:cubicBezTo>
                      <a:pt x="117692" y="33527"/>
                      <a:pt x="108237" y="29274"/>
                      <a:pt x="98499" y="25915"/>
                    </a:cubicBezTo>
                    <a:cubicBezTo>
                      <a:pt x="104098" y="17778"/>
                      <a:pt x="108421" y="8735"/>
                      <a:pt x="106324" y="-210"/>
                    </a:cubicBezTo>
                    <a:lnTo>
                      <a:pt x="97819" y="-210"/>
                    </a:lnTo>
                    <a:cubicBezTo>
                      <a:pt x="98031" y="396"/>
                      <a:pt x="98201" y="1011"/>
                      <a:pt x="98343" y="1633"/>
                    </a:cubicBezTo>
                    <a:lnTo>
                      <a:pt x="88010" y="5049"/>
                    </a:lnTo>
                    <a:lnTo>
                      <a:pt x="89895" y="-210"/>
                    </a:lnTo>
                    <a:lnTo>
                      <a:pt x="61219" y="-210"/>
                    </a:lnTo>
                    <a:cubicBezTo>
                      <a:pt x="56909" y="-208"/>
                      <a:pt x="53054" y="2479"/>
                      <a:pt x="51565" y="6523"/>
                    </a:cubicBezTo>
                    <a:lnTo>
                      <a:pt x="-2229" y="152271"/>
                    </a:lnTo>
                    <a:close/>
                    <a:moveTo>
                      <a:pt x="115523" y="117046"/>
                    </a:moveTo>
                    <a:lnTo>
                      <a:pt x="126778" y="113318"/>
                    </a:lnTo>
                    <a:cubicBezTo>
                      <a:pt x="125474" y="115478"/>
                      <a:pt x="124057" y="117569"/>
                      <a:pt x="122526" y="119583"/>
                    </a:cubicBezTo>
                    <a:cubicBezTo>
                      <a:pt x="119960" y="118747"/>
                      <a:pt x="117635" y="117925"/>
                      <a:pt x="115523" y="117046"/>
                    </a:cubicBezTo>
                    <a:close/>
                    <a:moveTo>
                      <a:pt x="143023" y="141059"/>
                    </a:moveTo>
                    <a:lnTo>
                      <a:pt x="117423" y="149564"/>
                    </a:lnTo>
                    <a:cubicBezTo>
                      <a:pt x="117210" y="148064"/>
                      <a:pt x="117210" y="146542"/>
                      <a:pt x="117423" y="145042"/>
                    </a:cubicBezTo>
                    <a:lnTo>
                      <a:pt x="139947" y="137586"/>
                    </a:lnTo>
                    <a:cubicBezTo>
                      <a:pt x="141067" y="138646"/>
                      <a:pt x="142073" y="139808"/>
                      <a:pt x="142980" y="141059"/>
                    </a:cubicBezTo>
                    <a:close/>
                    <a:moveTo>
                      <a:pt x="136049" y="134481"/>
                    </a:moveTo>
                    <a:lnTo>
                      <a:pt x="118755" y="140151"/>
                    </a:lnTo>
                    <a:cubicBezTo>
                      <a:pt x="120527" y="136290"/>
                      <a:pt x="122753" y="132661"/>
                      <a:pt x="125417" y="129350"/>
                    </a:cubicBezTo>
                    <a:cubicBezTo>
                      <a:pt x="129131" y="130658"/>
                      <a:pt x="132675" y="132379"/>
                      <a:pt x="136006" y="134481"/>
                    </a:cubicBezTo>
                    <a:close/>
                    <a:moveTo>
                      <a:pt x="129386" y="108102"/>
                    </a:moveTo>
                    <a:lnTo>
                      <a:pt x="110236" y="114438"/>
                    </a:lnTo>
                    <a:cubicBezTo>
                      <a:pt x="108535" y="113433"/>
                      <a:pt x="106990" y="112177"/>
                      <a:pt x="105672" y="110710"/>
                    </a:cubicBezTo>
                    <a:lnTo>
                      <a:pt x="130591" y="102446"/>
                    </a:lnTo>
                    <a:cubicBezTo>
                      <a:pt x="130464" y="104384"/>
                      <a:pt x="130053" y="106292"/>
                      <a:pt x="129344" y="108102"/>
                    </a:cubicBezTo>
                    <a:close/>
                    <a:moveTo>
                      <a:pt x="129656" y="95784"/>
                    </a:moveTo>
                    <a:cubicBezTo>
                      <a:pt x="129911" y="96573"/>
                      <a:pt x="130124" y="97378"/>
                      <a:pt x="130279" y="98193"/>
                    </a:cubicBezTo>
                    <a:lnTo>
                      <a:pt x="103347" y="107138"/>
                    </a:lnTo>
                    <a:cubicBezTo>
                      <a:pt x="102964" y="106395"/>
                      <a:pt x="102638" y="105623"/>
                      <a:pt x="102383" y="104827"/>
                    </a:cubicBezTo>
                    <a:cubicBezTo>
                      <a:pt x="102128" y="104038"/>
                      <a:pt x="101915" y="103233"/>
                      <a:pt x="101759" y="102418"/>
                    </a:cubicBezTo>
                    <a:lnTo>
                      <a:pt x="128763" y="93473"/>
                    </a:lnTo>
                    <a:cubicBezTo>
                      <a:pt x="129103" y="94222"/>
                      <a:pt x="129386" y="94994"/>
                      <a:pt x="129613" y="95784"/>
                    </a:cubicBezTo>
                    <a:close/>
                    <a:moveTo>
                      <a:pt x="126424" y="89873"/>
                    </a:moveTo>
                    <a:lnTo>
                      <a:pt x="101348" y="98165"/>
                    </a:lnTo>
                    <a:cubicBezTo>
                      <a:pt x="101462" y="96224"/>
                      <a:pt x="101859" y="94312"/>
                      <a:pt x="102553" y="92495"/>
                    </a:cubicBezTo>
                    <a:lnTo>
                      <a:pt x="122030" y="86045"/>
                    </a:lnTo>
                    <a:cubicBezTo>
                      <a:pt x="123674" y="87086"/>
                      <a:pt x="125134" y="88377"/>
                      <a:pt x="126381" y="89873"/>
                    </a:cubicBezTo>
                    <a:close/>
                    <a:moveTo>
                      <a:pt x="99123" y="68950"/>
                    </a:moveTo>
                    <a:lnTo>
                      <a:pt x="110803" y="65081"/>
                    </a:lnTo>
                    <a:cubicBezTo>
                      <a:pt x="109527" y="67178"/>
                      <a:pt x="107968" y="69262"/>
                      <a:pt x="106423" y="71417"/>
                    </a:cubicBezTo>
                    <a:cubicBezTo>
                      <a:pt x="103800" y="70651"/>
                      <a:pt x="101348" y="69872"/>
                      <a:pt x="99080" y="68950"/>
                    </a:cubicBezTo>
                    <a:close/>
                    <a:moveTo>
                      <a:pt x="116884" y="83423"/>
                    </a:moveTo>
                    <a:lnTo>
                      <a:pt x="105190" y="87293"/>
                    </a:lnTo>
                    <a:cubicBezTo>
                      <a:pt x="106465" y="85195"/>
                      <a:pt x="108025" y="83040"/>
                      <a:pt x="109584" y="80957"/>
                    </a:cubicBezTo>
                    <a:cubicBezTo>
                      <a:pt x="112107" y="81708"/>
                      <a:pt x="114559" y="82502"/>
                      <a:pt x="116841" y="83423"/>
                    </a:cubicBezTo>
                    <a:close/>
                    <a:moveTo>
                      <a:pt x="113397" y="59864"/>
                    </a:moveTo>
                    <a:lnTo>
                      <a:pt x="93920" y="66314"/>
                    </a:lnTo>
                    <a:cubicBezTo>
                      <a:pt x="92276" y="65273"/>
                      <a:pt x="90816" y="63988"/>
                      <a:pt x="89569" y="62501"/>
                    </a:cubicBezTo>
                    <a:lnTo>
                      <a:pt x="114616" y="54208"/>
                    </a:lnTo>
                    <a:cubicBezTo>
                      <a:pt x="114488" y="56147"/>
                      <a:pt x="114063" y="58054"/>
                      <a:pt x="113354" y="59864"/>
                    </a:cubicBezTo>
                    <a:close/>
                    <a:moveTo>
                      <a:pt x="113666" y="47532"/>
                    </a:moveTo>
                    <a:cubicBezTo>
                      <a:pt x="113935" y="48324"/>
                      <a:pt x="114134" y="49134"/>
                      <a:pt x="114290" y="49956"/>
                    </a:cubicBezTo>
                    <a:lnTo>
                      <a:pt x="87357" y="58900"/>
                    </a:lnTo>
                    <a:cubicBezTo>
                      <a:pt x="87003" y="58146"/>
                      <a:pt x="86691" y="57375"/>
                      <a:pt x="86408" y="56590"/>
                    </a:cubicBezTo>
                    <a:cubicBezTo>
                      <a:pt x="86153" y="55794"/>
                      <a:pt x="85954" y="54985"/>
                      <a:pt x="85798" y="54166"/>
                    </a:cubicBezTo>
                    <a:lnTo>
                      <a:pt x="112731" y="45235"/>
                    </a:lnTo>
                    <a:cubicBezTo>
                      <a:pt x="113085" y="45977"/>
                      <a:pt x="113383" y="46745"/>
                      <a:pt x="113624" y="47532"/>
                    </a:cubicBezTo>
                    <a:close/>
                    <a:moveTo>
                      <a:pt x="110236" y="41692"/>
                    </a:moveTo>
                    <a:lnTo>
                      <a:pt x="85415" y="49913"/>
                    </a:lnTo>
                    <a:cubicBezTo>
                      <a:pt x="85529" y="47973"/>
                      <a:pt x="85926" y="46059"/>
                      <a:pt x="86620" y="44243"/>
                    </a:cubicBezTo>
                    <a:lnTo>
                      <a:pt x="105572" y="37964"/>
                    </a:lnTo>
                    <a:cubicBezTo>
                      <a:pt x="107287" y="38970"/>
                      <a:pt x="108847" y="40227"/>
                      <a:pt x="110193" y="41692"/>
                    </a:cubicBezTo>
                    <a:close/>
                    <a:moveTo>
                      <a:pt x="100200" y="35398"/>
                    </a:moveTo>
                    <a:lnTo>
                      <a:pt x="89214" y="39041"/>
                    </a:lnTo>
                    <a:cubicBezTo>
                      <a:pt x="90433" y="37028"/>
                      <a:pt x="91879" y="35015"/>
                      <a:pt x="93467" y="32946"/>
                    </a:cubicBezTo>
                    <a:cubicBezTo>
                      <a:pt x="95749" y="33754"/>
                      <a:pt x="98031" y="34533"/>
                      <a:pt x="100157" y="35398"/>
                    </a:cubicBezTo>
                    <a:close/>
                    <a:moveTo>
                      <a:pt x="86223" y="9996"/>
                    </a:moveTo>
                    <a:lnTo>
                      <a:pt x="98740" y="5843"/>
                    </a:lnTo>
                    <a:cubicBezTo>
                      <a:pt x="98683" y="7782"/>
                      <a:pt x="98315" y="9699"/>
                      <a:pt x="97620" y="11513"/>
                    </a:cubicBezTo>
                    <a:lnTo>
                      <a:pt x="84083" y="15992"/>
                    </a:lnTo>
                    <a:close/>
                    <a:moveTo>
                      <a:pt x="94955" y="16715"/>
                    </a:moveTo>
                    <a:cubicBezTo>
                      <a:pt x="93637" y="18813"/>
                      <a:pt x="92120" y="20968"/>
                      <a:pt x="90391" y="23137"/>
                    </a:cubicBezTo>
                    <a:cubicBezTo>
                      <a:pt x="88109" y="22354"/>
                      <a:pt x="85869" y="21455"/>
                      <a:pt x="83672" y="20443"/>
                    </a:cubicBezTo>
                    <a:close/>
                    <a:moveTo>
                      <a:pt x="79901" y="27630"/>
                    </a:moveTo>
                    <a:cubicBezTo>
                      <a:pt x="81659" y="28509"/>
                      <a:pt x="83445" y="29289"/>
                      <a:pt x="85245" y="29997"/>
                    </a:cubicBezTo>
                    <a:cubicBezTo>
                      <a:pt x="79448" y="38077"/>
                      <a:pt x="74529" y="47305"/>
                      <a:pt x="78456" y="59127"/>
                    </a:cubicBezTo>
                    <a:cubicBezTo>
                      <a:pt x="82382" y="70949"/>
                      <a:pt x="91695" y="75372"/>
                      <a:pt x="101136" y="78391"/>
                    </a:cubicBezTo>
                    <a:cubicBezTo>
                      <a:pt x="98371" y="82051"/>
                      <a:pt x="96160" y="86089"/>
                      <a:pt x="94544" y="90383"/>
                    </a:cubicBezTo>
                    <a:lnTo>
                      <a:pt x="57406" y="9038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3D56E064-2F40-4423-94BB-4189BC8B6E78}"/>
                  </a:ext>
                </a:extLst>
              </p:cNvPr>
              <p:cNvSpPr/>
              <p:nvPr/>
            </p:nvSpPr>
            <p:spPr>
              <a:xfrm>
                <a:off x="2540276" y="-1179983"/>
                <a:ext cx="245106" cy="205622"/>
              </a:xfrm>
              <a:custGeom>
                <a:avLst/>
                <a:gdLst>
                  <a:gd name="connsiteX0" fmla="*/ 49282 w 245106"/>
                  <a:gd name="connsiteY0" fmla="*/ 168330 h 205622"/>
                  <a:gd name="connsiteX1" fmla="*/ 33760 w 245106"/>
                  <a:gd name="connsiteY1" fmla="*/ 192824 h 205622"/>
                  <a:gd name="connsiteX2" fmla="*/ 8245 w 245106"/>
                  <a:gd name="connsiteY2" fmla="*/ 192824 h 205622"/>
                  <a:gd name="connsiteX3" fmla="*/ -388 w 245106"/>
                  <a:gd name="connsiteY3" fmla="*/ 192456 h 205622"/>
                  <a:gd name="connsiteX4" fmla="*/ -756 w 245106"/>
                  <a:gd name="connsiteY4" fmla="*/ 201088 h 205622"/>
                  <a:gd name="connsiteX5" fmla="*/ 7877 w 245106"/>
                  <a:gd name="connsiteY5" fmla="*/ 201457 h 205622"/>
                  <a:gd name="connsiteX6" fmla="*/ 8245 w 245106"/>
                  <a:gd name="connsiteY6" fmla="*/ 201088 h 205622"/>
                  <a:gd name="connsiteX7" fmla="*/ 38466 w 245106"/>
                  <a:gd name="connsiteY7" fmla="*/ 201003 h 205622"/>
                  <a:gd name="connsiteX8" fmla="*/ 49324 w 245106"/>
                  <a:gd name="connsiteY8" fmla="*/ 182264 h 205622"/>
                  <a:gd name="connsiteX9" fmla="*/ 63159 w 245106"/>
                  <a:gd name="connsiteY9" fmla="*/ 205398 h 205622"/>
                  <a:gd name="connsiteX10" fmla="*/ 70133 w 245106"/>
                  <a:gd name="connsiteY10" fmla="*/ 205398 h 205622"/>
                  <a:gd name="connsiteX11" fmla="*/ 124338 w 245106"/>
                  <a:gd name="connsiteY11" fmla="*/ 36899 h 205622"/>
                  <a:gd name="connsiteX12" fmla="*/ 154715 w 245106"/>
                  <a:gd name="connsiteY12" fmla="*/ 152369 h 205622"/>
                  <a:gd name="connsiteX13" fmla="*/ 176942 w 245106"/>
                  <a:gd name="connsiteY13" fmla="*/ 152369 h 205622"/>
                  <a:gd name="connsiteX14" fmla="*/ 204909 w 245106"/>
                  <a:gd name="connsiteY14" fmla="*/ 65433 h 205622"/>
                  <a:gd name="connsiteX15" fmla="*/ 204909 w 245106"/>
                  <a:gd name="connsiteY15" fmla="*/ 152369 h 205622"/>
                  <a:gd name="connsiteX16" fmla="*/ 242743 w 245106"/>
                  <a:gd name="connsiteY16" fmla="*/ 152369 h 205622"/>
                  <a:gd name="connsiteX17" fmla="*/ 242743 w 245106"/>
                  <a:gd name="connsiteY17" fmla="*/ 10122 h 205622"/>
                  <a:gd name="connsiteX18" fmla="*/ 234861 w 245106"/>
                  <a:gd name="connsiteY18" fmla="*/ 115 h 205622"/>
                  <a:gd name="connsiteX19" fmla="*/ 234861 w 245106"/>
                  <a:gd name="connsiteY19" fmla="*/ 127690 h 205622"/>
                  <a:gd name="connsiteX20" fmla="*/ 236279 w 245106"/>
                  <a:gd name="connsiteY20" fmla="*/ 130128 h 205622"/>
                  <a:gd name="connsiteX21" fmla="*/ 233458 w 245106"/>
                  <a:gd name="connsiteY21" fmla="*/ 132980 h 205622"/>
                  <a:gd name="connsiteX22" fmla="*/ 230609 w 245106"/>
                  <a:gd name="connsiteY22" fmla="*/ 130162 h 205622"/>
                  <a:gd name="connsiteX23" fmla="*/ 232026 w 245106"/>
                  <a:gd name="connsiteY23" fmla="*/ 127690 h 205622"/>
                  <a:gd name="connsiteX24" fmla="*/ 232026 w 245106"/>
                  <a:gd name="connsiteY24" fmla="*/ -183 h 205622"/>
                  <a:gd name="connsiteX25" fmla="*/ 225123 w 245106"/>
                  <a:gd name="connsiteY25" fmla="*/ -183 h 205622"/>
                  <a:gd name="connsiteX26" fmla="*/ 225123 w 245106"/>
                  <a:gd name="connsiteY26" fmla="*/ 127619 h 205622"/>
                  <a:gd name="connsiteX27" fmla="*/ 226158 w 245106"/>
                  <a:gd name="connsiteY27" fmla="*/ 131492 h 205622"/>
                  <a:gd name="connsiteX28" fmla="*/ 222288 w 245106"/>
                  <a:gd name="connsiteY28" fmla="*/ 132530 h 205622"/>
                  <a:gd name="connsiteX29" fmla="*/ 220871 w 245106"/>
                  <a:gd name="connsiteY29" fmla="*/ 130057 h 205622"/>
                  <a:gd name="connsiteX30" fmla="*/ 222288 w 245106"/>
                  <a:gd name="connsiteY30" fmla="*/ 127619 h 205622"/>
                  <a:gd name="connsiteX31" fmla="*/ 222288 w 245106"/>
                  <a:gd name="connsiteY31" fmla="*/ -183 h 205622"/>
                  <a:gd name="connsiteX32" fmla="*/ 215385 w 245106"/>
                  <a:gd name="connsiteY32" fmla="*/ -183 h 205622"/>
                  <a:gd name="connsiteX33" fmla="*/ 215385 w 245106"/>
                  <a:gd name="connsiteY33" fmla="*/ 127619 h 205622"/>
                  <a:gd name="connsiteX34" fmla="*/ 216419 w 245106"/>
                  <a:gd name="connsiteY34" fmla="*/ 131492 h 205622"/>
                  <a:gd name="connsiteX35" fmla="*/ 212550 w 245106"/>
                  <a:gd name="connsiteY35" fmla="*/ 132530 h 205622"/>
                  <a:gd name="connsiteX36" fmla="*/ 211132 w 245106"/>
                  <a:gd name="connsiteY36" fmla="*/ 130057 h 205622"/>
                  <a:gd name="connsiteX37" fmla="*/ 212550 w 245106"/>
                  <a:gd name="connsiteY37" fmla="*/ 127619 h 205622"/>
                  <a:gd name="connsiteX38" fmla="*/ 212550 w 245106"/>
                  <a:gd name="connsiteY38" fmla="*/ -183 h 205622"/>
                  <a:gd name="connsiteX39" fmla="*/ 204668 w 245106"/>
                  <a:gd name="connsiteY39" fmla="*/ -183 h 205622"/>
                  <a:gd name="connsiteX40" fmla="*/ 204668 w 245106"/>
                  <a:gd name="connsiteY40" fmla="*/ -41 h 205622"/>
                  <a:gd name="connsiteX41" fmla="*/ 204342 w 245106"/>
                  <a:gd name="connsiteY41" fmla="*/ -225 h 205622"/>
                  <a:gd name="connsiteX42" fmla="*/ 168281 w 245106"/>
                  <a:gd name="connsiteY42" fmla="*/ 111871 h 205622"/>
                  <a:gd name="connsiteX43" fmla="*/ 137507 w 245106"/>
                  <a:gd name="connsiteY43" fmla="*/ -112 h 205622"/>
                  <a:gd name="connsiteX44" fmla="*/ 121546 w 245106"/>
                  <a:gd name="connsiteY44" fmla="*/ -112 h 205622"/>
                  <a:gd name="connsiteX45" fmla="*/ 62011 w 245106"/>
                  <a:gd name="connsiteY45" fmla="*/ 189181 h 205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45106" h="205622">
                    <a:moveTo>
                      <a:pt x="49282" y="168330"/>
                    </a:moveTo>
                    <a:lnTo>
                      <a:pt x="33760" y="192824"/>
                    </a:lnTo>
                    <a:lnTo>
                      <a:pt x="8245" y="192824"/>
                    </a:lnTo>
                    <a:cubicBezTo>
                      <a:pt x="5963" y="190340"/>
                      <a:pt x="2093" y="190174"/>
                      <a:pt x="-388" y="192456"/>
                    </a:cubicBezTo>
                    <a:cubicBezTo>
                      <a:pt x="-2868" y="194738"/>
                      <a:pt x="-3038" y="198604"/>
                      <a:pt x="-756" y="201088"/>
                    </a:cubicBezTo>
                    <a:cubicBezTo>
                      <a:pt x="1526" y="203573"/>
                      <a:pt x="5396" y="203739"/>
                      <a:pt x="7877" y="201457"/>
                    </a:cubicBezTo>
                    <a:cubicBezTo>
                      <a:pt x="8004" y="201339"/>
                      <a:pt x="8132" y="201216"/>
                      <a:pt x="8245" y="201088"/>
                    </a:cubicBezTo>
                    <a:lnTo>
                      <a:pt x="38466" y="201003"/>
                    </a:lnTo>
                    <a:lnTo>
                      <a:pt x="49324" y="182264"/>
                    </a:lnTo>
                    <a:lnTo>
                      <a:pt x="63159" y="205398"/>
                    </a:lnTo>
                    <a:lnTo>
                      <a:pt x="70133" y="205398"/>
                    </a:lnTo>
                    <a:lnTo>
                      <a:pt x="124338" y="36899"/>
                    </a:lnTo>
                    <a:lnTo>
                      <a:pt x="154715" y="152369"/>
                    </a:lnTo>
                    <a:lnTo>
                      <a:pt x="176942" y="152369"/>
                    </a:lnTo>
                    <a:lnTo>
                      <a:pt x="204909" y="65433"/>
                    </a:lnTo>
                    <a:lnTo>
                      <a:pt x="204909" y="152369"/>
                    </a:lnTo>
                    <a:lnTo>
                      <a:pt x="242743" y="152369"/>
                    </a:lnTo>
                    <a:lnTo>
                      <a:pt x="242743" y="10122"/>
                    </a:lnTo>
                    <a:cubicBezTo>
                      <a:pt x="242743" y="5368"/>
                      <a:pt x="239482" y="1233"/>
                      <a:pt x="234861" y="115"/>
                    </a:cubicBezTo>
                    <a:lnTo>
                      <a:pt x="234861" y="127690"/>
                    </a:lnTo>
                    <a:cubicBezTo>
                      <a:pt x="235726" y="128193"/>
                      <a:pt x="236279" y="129122"/>
                      <a:pt x="236279" y="130128"/>
                    </a:cubicBezTo>
                    <a:cubicBezTo>
                      <a:pt x="236293" y="131695"/>
                      <a:pt x="235031" y="132970"/>
                      <a:pt x="233458" y="132980"/>
                    </a:cubicBezTo>
                    <a:cubicBezTo>
                      <a:pt x="231899" y="132990"/>
                      <a:pt x="230623" y="131729"/>
                      <a:pt x="230609" y="130162"/>
                    </a:cubicBezTo>
                    <a:cubicBezTo>
                      <a:pt x="230609" y="129143"/>
                      <a:pt x="231147" y="128199"/>
                      <a:pt x="232026" y="127690"/>
                    </a:cubicBezTo>
                    <a:lnTo>
                      <a:pt x="232026" y="-183"/>
                    </a:lnTo>
                    <a:lnTo>
                      <a:pt x="225123" y="-183"/>
                    </a:lnTo>
                    <a:lnTo>
                      <a:pt x="225123" y="127619"/>
                    </a:lnTo>
                    <a:cubicBezTo>
                      <a:pt x="226484" y="128402"/>
                      <a:pt x="226938" y="130135"/>
                      <a:pt x="226158" y="131492"/>
                    </a:cubicBezTo>
                    <a:cubicBezTo>
                      <a:pt x="225378" y="132848"/>
                      <a:pt x="223649" y="133312"/>
                      <a:pt x="222288" y="132530"/>
                    </a:cubicBezTo>
                    <a:cubicBezTo>
                      <a:pt x="221409" y="132021"/>
                      <a:pt x="220871" y="131077"/>
                      <a:pt x="220871" y="130057"/>
                    </a:cubicBezTo>
                    <a:cubicBezTo>
                      <a:pt x="220871" y="129051"/>
                      <a:pt x="221409" y="128123"/>
                      <a:pt x="222288" y="127619"/>
                    </a:cubicBezTo>
                    <a:lnTo>
                      <a:pt x="222288" y="-183"/>
                    </a:lnTo>
                    <a:lnTo>
                      <a:pt x="215385" y="-183"/>
                    </a:lnTo>
                    <a:lnTo>
                      <a:pt x="215385" y="127619"/>
                    </a:lnTo>
                    <a:cubicBezTo>
                      <a:pt x="216745" y="128402"/>
                      <a:pt x="217199" y="130135"/>
                      <a:pt x="216419" y="131492"/>
                    </a:cubicBezTo>
                    <a:cubicBezTo>
                      <a:pt x="215640" y="132848"/>
                      <a:pt x="213910" y="133312"/>
                      <a:pt x="212550" y="132530"/>
                    </a:cubicBezTo>
                    <a:cubicBezTo>
                      <a:pt x="211671" y="132021"/>
                      <a:pt x="211132" y="131077"/>
                      <a:pt x="211132" y="130057"/>
                    </a:cubicBezTo>
                    <a:cubicBezTo>
                      <a:pt x="211132" y="129051"/>
                      <a:pt x="211671" y="128123"/>
                      <a:pt x="212550" y="127619"/>
                    </a:cubicBezTo>
                    <a:lnTo>
                      <a:pt x="212550" y="-183"/>
                    </a:lnTo>
                    <a:lnTo>
                      <a:pt x="204668" y="-183"/>
                    </a:lnTo>
                    <a:lnTo>
                      <a:pt x="204668" y="-41"/>
                    </a:lnTo>
                    <a:lnTo>
                      <a:pt x="204342" y="-225"/>
                    </a:lnTo>
                    <a:lnTo>
                      <a:pt x="168281" y="111871"/>
                    </a:lnTo>
                    <a:lnTo>
                      <a:pt x="137507" y="-112"/>
                    </a:lnTo>
                    <a:lnTo>
                      <a:pt x="121546" y="-112"/>
                    </a:lnTo>
                    <a:lnTo>
                      <a:pt x="62011" y="18918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AB24D715-0875-4F63-9DC9-B3E7D05F8725}"/>
                  </a:ext>
                </a:extLst>
              </p:cNvPr>
              <p:cNvSpPr/>
              <p:nvPr/>
            </p:nvSpPr>
            <p:spPr>
              <a:xfrm>
                <a:off x="2555930" y="-1210785"/>
                <a:ext cx="29455" cy="10050"/>
              </a:xfrm>
              <a:custGeom>
                <a:avLst/>
                <a:gdLst>
                  <a:gd name="connsiteX0" fmla="*/ 17635 w 29455"/>
                  <a:gd name="connsiteY0" fmla="*/ -150 h 10050"/>
                  <a:gd name="connsiteX1" fmla="*/ 16217 w 29455"/>
                  <a:gd name="connsiteY1" fmla="*/ -150 h 10050"/>
                  <a:gd name="connsiteX2" fmla="*/ -2054 w 29455"/>
                  <a:gd name="connsiteY2" fmla="*/ 3295 h 10050"/>
                  <a:gd name="connsiteX3" fmla="*/ -2309 w 29455"/>
                  <a:gd name="connsiteY3" fmla="*/ 7462 h 10050"/>
                  <a:gd name="connsiteX4" fmla="*/ -2309 w 29455"/>
                  <a:gd name="connsiteY4" fmla="*/ 7462 h 10050"/>
                  <a:gd name="connsiteX5" fmla="*/ 5218 w 29455"/>
                  <a:gd name="connsiteY5" fmla="*/ 9900 h 10050"/>
                  <a:gd name="connsiteX6" fmla="*/ 5218 w 29455"/>
                  <a:gd name="connsiteY6" fmla="*/ 9900 h 10050"/>
                  <a:gd name="connsiteX7" fmla="*/ 8124 w 29455"/>
                  <a:gd name="connsiteY7" fmla="*/ 5364 h 10050"/>
                  <a:gd name="connsiteX8" fmla="*/ 11384 w 29455"/>
                  <a:gd name="connsiteY8" fmla="*/ 5549 h 10050"/>
                  <a:gd name="connsiteX9" fmla="*/ 14431 w 29455"/>
                  <a:gd name="connsiteY9" fmla="*/ 5379 h 10050"/>
                  <a:gd name="connsiteX10" fmla="*/ 17337 w 29455"/>
                  <a:gd name="connsiteY10" fmla="*/ 9900 h 10050"/>
                  <a:gd name="connsiteX11" fmla="*/ 17337 w 29455"/>
                  <a:gd name="connsiteY11" fmla="*/ 9900 h 10050"/>
                  <a:gd name="connsiteX12" fmla="*/ 24864 w 29455"/>
                  <a:gd name="connsiteY12" fmla="*/ 7462 h 10050"/>
                  <a:gd name="connsiteX13" fmla="*/ 24864 w 29455"/>
                  <a:gd name="connsiteY13" fmla="*/ 7462 h 10050"/>
                  <a:gd name="connsiteX14" fmla="*/ 24553 w 29455"/>
                  <a:gd name="connsiteY14" fmla="*/ 2147 h 10050"/>
                  <a:gd name="connsiteX15" fmla="*/ 27146 w 29455"/>
                  <a:gd name="connsiteY15" fmla="*/ 488 h 10050"/>
                  <a:gd name="connsiteX16" fmla="*/ 17635 w 29455"/>
                  <a:gd name="connsiteY16" fmla="*/ -150 h 1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455" h="10050">
                    <a:moveTo>
                      <a:pt x="17635" y="-150"/>
                    </a:moveTo>
                    <a:lnTo>
                      <a:pt x="16217" y="-150"/>
                    </a:lnTo>
                    <a:cubicBezTo>
                      <a:pt x="7925" y="-150"/>
                      <a:pt x="2042" y="1268"/>
                      <a:pt x="-2054" y="3295"/>
                    </a:cubicBezTo>
                    <a:lnTo>
                      <a:pt x="-2309" y="7462"/>
                    </a:lnTo>
                    <a:lnTo>
                      <a:pt x="-2309" y="7462"/>
                    </a:lnTo>
                    <a:lnTo>
                      <a:pt x="5218" y="9900"/>
                    </a:lnTo>
                    <a:lnTo>
                      <a:pt x="5218" y="9900"/>
                    </a:lnTo>
                    <a:lnTo>
                      <a:pt x="8124" y="5364"/>
                    </a:lnTo>
                    <a:cubicBezTo>
                      <a:pt x="9201" y="5491"/>
                      <a:pt x="10292" y="5552"/>
                      <a:pt x="11384" y="5549"/>
                    </a:cubicBezTo>
                    <a:cubicBezTo>
                      <a:pt x="12404" y="5549"/>
                      <a:pt x="13425" y="5492"/>
                      <a:pt x="14431" y="5379"/>
                    </a:cubicBezTo>
                    <a:lnTo>
                      <a:pt x="17337" y="9900"/>
                    </a:lnTo>
                    <a:lnTo>
                      <a:pt x="17337" y="9900"/>
                    </a:lnTo>
                    <a:lnTo>
                      <a:pt x="24864" y="7462"/>
                    </a:lnTo>
                    <a:lnTo>
                      <a:pt x="24864" y="7462"/>
                    </a:lnTo>
                    <a:lnTo>
                      <a:pt x="24553" y="2147"/>
                    </a:lnTo>
                    <a:cubicBezTo>
                      <a:pt x="25445" y="1642"/>
                      <a:pt x="26310" y="1089"/>
                      <a:pt x="27146" y="488"/>
                    </a:cubicBezTo>
                    <a:cubicBezTo>
                      <a:pt x="23574" y="162"/>
                      <a:pt x="20739" y="-22"/>
                      <a:pt x="17635" y="-15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85492E6A-FD49-458A-AA28-0CAAF3FF40CC}"/>
                  </a:ext>
                </a:extLst>
              </p:cNvPr>
              <p:cNvSpPr/>
              <p:nvPr/>
            </p:nvSpPr>
            <p:spPr>
              <a:xfrm>
                <a:off x="2537801" y="-1263786"/>
                <a:ext cx="63461" cy="36174"/>
              </a:xfrm>
              <a:custGeom>
                <a:avLst/>
                <a:gdLst>
                  <a:gd name="connsiteX0" fmla="*/ 15169 w 63461"/>
                  <a:gd name="connsiteY0" fmla="*/ 29358 h 36174"/>
                  <a:gd name="connsiteX1" fmla="*/ 32094 w 63461"/>
                  <a:gd name="connsiteY1" fmla="*/ 18140 h 36174"/>
                  <a:gd name="connsiteX2" fmla="*/ 41719 w 63461"/>
                  <a:gd name="connsiteY2" fmla="*/ 25105 h 36174"/>
                  <a:gd name="connsiteX3" fmla="*/ 47502 w 63461"/>
                  <a:gd name="connsiteY3" fmla="*/ 24850 h 36174"/>
                  <a:gd name="connsiteX4" fmla="*/ 49473 w 63461"/>
                  <a:gd name="connsiteY4" fmla="*/ 24850 h 36174"/>
                  <a:gd name="connsiteX5" fmla="*/ 58559 w 63461"/>
                  <a:gd name="connsiteY5" fmla="*/ 28337 h 36174"/>
                  <a:gd name="connsiteX6" fmla="*/ 61153 w 63461"/>
                  <a:gd name="connsiteY6" fmla="*/ 29755 h 36174"/>
                  <a:gd name="connsiteX7" fmla="*/ 61153 w 63461"/>
                  <a:gd name="connsiteY7" fmla="*/ 27373 h 36174"/>
                  <a:gd name="connsiteX8" fmla="*/ 61153 w 63461"/>
                  <a:gd name="connsiteY8" fmla="*/ 27373 h 36174"/>
                  <a:gd name="connsiteX9" fmla="*/ 56064 w 63461"/>
                  <a:gd name="connsiteY9" fmla="*/ 26041 h 36174"/>
                  <a:gd name="connsiteX10" fmla="*/ 54065 w 63461"/>
                  <a:gd name="connsiteY10" fmla="*/ 19917 h 36174"/>
                  <a:gd name="connsiteX11" fmla="*/ 57410 w 63461"/>
                  <a:gd name="connsiteY11" fmla="*/ 15849 h 36174"/>
                  <a:gd name="connsiteX12" fmla="*/ 57410 w 63461"/>
                  <a:gd name="connsiteY12" fmla="*/ 15849 h 36174"/>
                  <a:gd name="connsiteX13" fmla="*/ 52761 w 63461"/>
                  <a:gd name="connsiteY13" fmla="*/ 9442 h 36174"/>
                  <a:gd name="connsiteX14" fmla="*/ 52761 w 63461"/>
                  <a:gd name="connsiteY14" fmla="*/ 9442 h 36174"/>
                  <a:gd name="connsiteX15" fmla="*/ 47828 w 63461"/>
                  <a:gd name="connsiteY15" fmla="*/ 11384 h 36174"/>
                  <a:gd name="connsiteX16" fmla="*/ 42626 w 63461"/>
                  <a:gd name="connsiteY16" fmla="*/ 7628 h 36174"/>
                  <a:gd name="connsiteX17" fmla="*/ 42952 w 63461"/>
                  <a:gd name="connsiteY17" fmla="*/ 2312 h 36174"/>
                  <a:gd name="connsiteX18" fmla="*/ 35425 w 63461"/>
                  <a:gd name="connsiteY18" fmla="*/ -126 h 36174"/>
                  <a:gd name="connsiteX19" fmla="*/ 35425 w 63461"/>
                  <a:gd name="connsiteY19" fmla="*/ -126 h 36174"/>
                  <a:gd name="connsiteX20" fmla="*/ 32590 w 63461"/>
                  <a:gd name="connsiteY20" fmla="*/ 4396 h 36174"/>
                  <a:gd name="connsiteX21" fmla="*/ 29528 w 63461"/>
                  <a:gd name="connsiteY21" fmla="*/ 4226 h 36174"/>
                  <a:gd name="connsiteX22" fmla="*/ 26254 w 63461"/>
                  <a:gd name="connsiteY22" fmla="*/ 4424 h 36174"/>
                  <a:gd name="connsiteX23" fmla="*/ 23419 w 63461"/>
                  <a:gd name="connsiteY23" fmla="*/ -126 h 36174"/>
                  <a:gd name="connsiteX24" fmla="*/ 23419 w 63461"/>
                  <a:gd name="connsiteY24" fmla="*/ -126 h 36174"/>
                  <a:gd name="connsiteX25" fmla="*/ 15892 w 63461"/>
                  <a:gd name="connsiteY25" fmla="*/ 2312 h 36174"/>
                  <a:gd name="connsiteX26" fmla="*/ 16218 w 63461"/>
                  <a:gd name="connsiteY26" fmla="*/ 7741 h 36174"/>
                  <a:gd name="connsiteX27" fmla="*/ 11172 w 63461"/>
                  <a:gd name="connsiteY27" fmla="*/ 11441 h 36174"/>
                  <a:gd name="connsiteX28" fmla="*/ 6083 w 63461"/>
                  <a:gd name="connsiteY28" fmla="*/ 9442 h 36174"/>
                  <a:gd name="connsiteX29" fmla="*/ 1433 w 63461"/>
                  <a:gd name="connsiteY29" fmla="*/ 15849 h 36174"/>
                  <a:gd name="connsiteX30" fmla="*/ 1433 w 63461"/>
                  <a:gd name="connsiteY30" fmla="*/ 15849 h 36174"/>
                  <a:gd name="connsiteX31" fmla="*/ 4920 w 63461"/>
                  <a:gd name="connsiteY31" fmla="*/ 20102 h 36174"/>
                  <a:gd name="connsiteX32" fmla="*/ 3007 w 63461"/>
                  <a:gd name="connsiteY32" fmla="*/ 26027 h 36174"/>
                  <a:gd name="connsiteX33" fmla="*/ -2309 w 63461"/>
                  <a:gd name="connsiteY33" fmla="*/ 27444 h 36174"/>
                  <a:gd name="connsiteX34" fmla="*/ -2309 w 63461"/>
                  <a:gd name="connsiteY34" fmla="*/ 35368 h 36174"/>
                  <a:gd name="connsiteX35" fmla="*/ 328 w 63461"/>
                  <a:gd name="connsiteY35" fmla="*/ 36048 h 36174"/>
                  <a:gd name="connsiteX36" fmla="*/ 15169 w 63461"/>
                  <a:gd name="connsiteY36" fmla="*/ 29358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3461" h="36174">
                    <a:moveTo>
                      <a:pt x="15169" y="29358"/>
                    </a:moveTo>
                    <a:cubicBezTo>
                      <a:pt x="16742" y="21586"/>
                      <a:pt x="24326" y="16563"/>
                      <a:pt x="32094" y="18140"/>
                    </a:cubicBezTo>
                    <a:cubicBezTo>
                      <a:pt x="36162" y="18963"/>
                      <a:pt x="39663" y="21503"/>
                      <a:pt x="41719" y="25105"/>
                    </a:cubicBezTo>
                    <a:cubicBezTo>
                      <a:pt x="43561" y="24949"/>
                      <a:pt x="45461" y="24850"/>
                      <a:pt x="47502" y="24850"/>
                    </a:cubicBezTo>
                    <a:cubicBezTo>
                      <a:pt x="48154" y="24850"/>
                      <a:pt x="48806" y="24850"/>
                      <a:pt x="49473" y="24850"/>
                    </a:cubicBezTo>
                    <a:cubicBezTo>
                      <a:pt x="52875" y="24964"/>
                      <a:pt x="55894" y="26750"/>
                      <a:pt x="58559" y="28337"/>
                    </a:cubicBezTo>
                    <a:cubicBezTo>
                      <a:pt x="59423" y="28848"/>
                      <a:pt x="60316" y="29372"/>
                      <a:pt x="61153" y="29755"/>
                    </a:cubicBezTo>
                    <a:lnTo>
                      <a:pt x="61153" y="27373"/>
                    </a:lnTo>
                    <a:lnTo>
                      <a:pt x="61153" y="27373"/>
                    </a:lnTo>
                    <a:lnTo>
                      <a:pt x="56064" y="26041"/>
                    </a:lnTo>
                    <a:cubicBezTo>
                      <a:pt x="55639" y="23927"/>
                      <a:pt x="54972" y="21872"/>
                      <a:pt x="54065" y="19917"/>
                    </a:cubicBezTo>
                    <a:lnTo>
                      <a:pt x="57410" y="15849"/>
                    </a:lnTo>
                    <a:lnTo>
                      <a:pt x="57410" y="15849"/>
                    </a:lnTo>
                    <a:lnTo>
                      <a:pt x="52761" y="9442"/>
                    </a:lnTo>
                    <a:lnTo>
                      <a:pt x="52761" y="9442"/>
                    </a:lnTo>
                    <a:lnTo>
                      <a:pt x="47828" y="11384"/>
                    </a:lnTo>
                    <a:cubicBezTo>
                      <a:pt x="46241" y="9931"/>
                      <a:pt x="44497" y="8671"/>
                      <a:pt x="42626" y="7628"/>
                    </a:cubicBezTo>
                    <a:lnTo>
                      <a:pt x="42952" y="2312"/>
                    </a:lnTo>
                    <a:lnTo>
                      <a:pt x="35425" y="-126"/>
                    </a:lnTo>
                    <a:lnTo>
                      <a:pt x="35425" y="-126"/>
                    </a:lnTo>
                    <a:lnTo>
                      <a:pt x="32590" y="4396"/>
                    </a:lnTo>
                    <a:cubicBezTo>
                      <a:pt x="31569" y="4282"/>
                      <a:pt x="30549" y="4226"/>
                      <a:pt x="29528" y="4226"/>
                    </a:cubicBezTo>
                    <a:cubicBezTo>
                      <a:pt x="28437" y="4220"/>
                      <a:pt x="27345" y="4286"/>
                      <a:pt x="26254" y="4424"/>
                    </a:cubicBezTo>
                    <a:lnTo>
                      <a:pt x="23419" y="-126"/>
                    </a:lnTo>
                    <a:lnTo>
                      <a:pt x="23419" y="-126"/>
                    </a:lnTo>
                    <a:lnTo>
                      <a:pt x="15892" y="2312"/>
                    </a:lnTo>
                    <a:lnTo>
                      <a:pt x="16218" y="7741"/>
                    </a:lnTo>
                    <a:cubicBezTo>
                      <a:pt x="14403" y="8779"/>
                      <a:pt x="12702" y="10019"/>
                      <a:pt x="11172" y="11441"/>
                    </a:cubicBezTo>
                    <a:lnTo>
                      <a:pt x="6083" y="9442"/>
                    </a:lnTo>
                    <a:lnTo>
                      <a:pt x="1433" y="15849"/>
                    </a:lnTo>
                    <a:lnTo>
                      <a:pt x="1433" y="15849"/>
                    </a:lnTo>
                    <a:lnTo>
                      <a:pt x="4920" y="20102"/>
                    </a:lnTo>
                    <a:cubicBezTo>
                      <a:pt x="4056" y="21997"/>
                      <a:pt x="3418" y="23984"/>
                      <a:pt x="3007" y="26027"/>
                    </a:cubicBezTo>
                    <a:lnTo>
                      <a:pt x="-2309" y="27444"/>
                    </a:lnTo>
                    <a:lnTo>
                      <a:pt x="-2309" y="35368"/>
                    </a:lnTo>
                    <a:lnTo>
                      <a:pt x="328" y="36048"/>
                    </a:lnTo>
                    <a:cubicBezTo>
                      <a:pt x="4906" y="33084"/>
                      <a:pt x="9910" y="30829"/>
                      <a:pt x="15169" y="29358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4ABB0CDF-9A8E-45CE-8896-001DE0B53972}"/>
                  </a:ext>
                </a:extLst>
              </p:cNvPr>
              <p:cNvSpPr/>
              <p:nvPr/>
            </p:nvSpPr>
            <p:spPr>
              <a:xfrm>
                <a:off x="2524093" y="-1234968"/>
                <a:ext cx="101110" cy="207508"/>
              </a:xfrm>
              <a:custGeom>
                <a:avLst/>
                <a:gdLst>
                  <a:gd name="connsiteX0" fmla="*/ 12671 w 101110"/>
                  <a:gd name="connsiteY0" fmla="*/ 77458 h 207508"/>
                  <a:gd name="connsiteX1" fmla="*/ 24465 w 101110"/>
                  <a:gd name="connsiteY1" fmla="*/ 86487 h 207508"/>
                  <a:gd name="connsiteX2" fmla="*/ 24465 w 101110"/>
                  <a:gd name="connsiteY2" fmla="*/ 144052 h 207508"/>
                  <a:gd name="connsiteX3" fmla="*/ -2142 w 101110"/>
                  <a:gd name="connsiteY3" fmla="*/ 175747 h 207508"/>
                  <a:gd name="connsiteX4" fmla="*/ 7398 w 101110"/>
                  <a:gd name="connsiteY4" fmla="*/ 197605 h 207508"/>
                  <a:gd name="connsiteX5" fmla="*/ 24408 w 101110"/>
                  <a:gd name="connsiteY5" fmla="*/ 206238 h 207508"/>
                  <a:gd name="connsiteX6" fmla="*/ 24408 w 101110"/>
                  <a:gd name="connsiteY6" fmla="*/ 207315 h 207508"/>
                  <a:gd name="connsiteX7" fmla="*/ 62227 w 101110"/>
                  <a:gd name="connsiteY7" fmla="*/ 207315 h 207508"/>
                  <a:gd name="connsiteX8" fmla="*/ 62227 w 101110"/>
                  <a:gd name="connsiteY8" fmla="*/ 202354 h 207508"/>
                  <a:gd name="connsiteX9" fmla="*/ 67430 w 101110"/>
                  <a:gd name="connsiteY9" fmla="*/ 199930 h 207508"/>
                  <a:gd name="connsiteX10" fmla="*/ 83022 w 101110"/>
                  <a:gd name="connsiteY10" fmla="*/ 181261 h 207508"/>
                  <a:gd name="connsiteX11" fmla="*/ 71469 w 101110"/>
                  <a:gd name="connsiteY11" fmla="*/ 167441 h 207508"/>
                  <a:gd name="connsiteX12" fmla="*/ 63390 w 101110"/>
                  <a:gd name="connsiteY12" fmla="*/ 166775 h 207508"/>
                  <a:gd name="connsiteX13" fmla="*/ 63390 w 101110"/>
                  <a:gd name="connsiteY13" fmla="*/ 174457 h 207508"/>
                  <a:gd name="connsiteX14" fmla="*/ 64580 w 101110"/>
                  <a:gd name="connsiteY14" fmla="*/ 183529 h 207508"/>
                  <a:gd name="connsiteX15" fmla="*/ 62199 w 101110"/>
                  <a:gd name="connsiteY15" fmla="*/ 184706 h 207508"/>
                  <a:gd name="connsiteX16" fmla="*/ 62199 w 101110"/>
                  <a:gd name="connsiteY16" fmla="*/ 182055 h 207508"/>
                  <a:gd name="connsiteX17" fmla="*/ 62270 w 101110"/>
                  <a:gd name="connsiteY17" fmla="*/ 182055 h 207508"/>
                  <a:gd name="connsiteX18" fmla="*/ 62270 w 101110"/>
                  <a:gd name="connsiteY18" fmla="*/ 148701 h 207508"/>
                  <a:gd name="connsiteX19" fmla="*/ 87870 w 101110"/>
                  <a:gd name="connsiteY19" fmla="*/ 115447 h 207508"/>
                  <a:gd name="connsiteX20" fmla="*/ 62199 w 101110"/>
                  <a:gd name="connsiteY20" fmla="*/ 83383 h 207508"/>
                  <a:gd name="connsiteX21" fmla="*/ 62199 w 101110"/>
                  <a:gd name="connsiteY21" fmla="*/ 54834 h 207508"/>
                  <a:gd name="connsiteX22" fmla="*/ 24380 w 101110"/>
                  <a:gd name="connsiteY22" fmla="*/ 54834 h 207508"/>
                  <a:gd name="connsiteX23" fmla="*/ 24380 w 101110"/>
                  <a:gd name="connsiteY23" fmla="*/ 63339 h 207508"/>
                  <a:gd name="connsiteX24" fmla="*/ 15946 w 101110"/>
                  <a:gd name="connsiteY24" fmla="*/ 44699 h 207508"/>
                  <a:gd name="connsiteX25" fmla="*/ 47896 w 101110"/>
                  <a:gd name="connsiteY25" fmla="*/ 20276 h 207508"/>
                  <a:gd name="connsiteX26" fmla="*/ 49441 w 101110"/>
                  <a:gd name="connsiteY26" fmla="*/ 20276 h 207508"/>
                  <a:gd name="connsiteX27" fmla="*/ 60526 w 101110"/>
                  <a:gd name="connsiteY27" fmla="*/ 21055 h 207508"/>
                  <a:gd name="connsiteX28" fmla="*/ 81789 w 101110"/>
                  <a:gd name="connsiteY28" fmla="*/ 19411 h 207508"/>
                  <a:gd name="connsiteX29" fmla="*/ 83816 w 101110"/>
                  <a:gd name="connsiteY29" fmla="*/ 18362 h 207508"/>
                  <a:gd name="connsiteX30" fmla="*/ 94986 w 101110"/>
                  <a:gd name="connsiteY30" fmla="*/ 28525 h 207508"/>
                  <a:gd name="connsiteX31" fmla="*/ 94830 w 101110"/>
                  <a:gd name="connsiteY31" fmla="*/ 23153 h 207508"/>
                  <a:gd name="connsiteX32" fmla="*/ 98799 w 101110"/>
                  <a:gd name="connsiteY32" fmla="*/ 23904 h 207508"/>
                  <a:gd name="connsiteX33" fmla="*/ 86920 w 101110"/>
                  <a:gd name="connsiteY33" fmla="*/ 15399 h 207508"/>
                  <a:gd name="connsiteX34" fmla="*/ 86424 w 101110"/>
                  <a:gd name="connsiteY34" fmla="*/ 8553 h 207508"/>
                  <a:gd name="connsiteX35" fmla="*/ 77097 w 101110"/>
                  <a:gd name="connsiteY35" fmla="*/ 5718 h 207508"/>
                  <a:gd name="connsiteX36" fmla="*/ 62993 w 101110"/>
                  <a:gd name="connsiteY36" fmla="*/ -165 h 207508"/>
                  <a:gd name="connsiteX37" fmla="*/ 38824 w 101110"/>
                  <a:gd name="connsiteY37" fmla="*/ 2429 h 207508"/>
                  <a:gd name="connsiteX38" fmla="*/ 37265 w 101110"/>
                  <a:gd name="connsiteY38" fmla="*/ 2614 h 207508"/>
                  <a:gd name="connsiteX39" fmla="*/ -2312 w 101110"/>
                  <a:gd name="connsiteY39" fmla="*/ 44770 h 207508"/>
                  <a:gd name="connsiteX40" fmla="*/ 12671 w 101110"/>
                  <a:gd name="connsiteY40" fmla="*/ 77458 h 207508"/>
                  <a:gd name="connsiteX41" fmla="*/ 24465 w 101110"/>
                  <a:gd name="connsiteY41" fmla="*/ 187201 h 207508"/>
                  <a:gd name="connsiteX42" fmla="*/ 20298 w 101110"/>
                  <a:gd name="connsiteY42" fmla="*/ 184196 h 207508"/>
                  <a:gd name="connsiteX43" fmla="*/ 16470 w 101110"/>
                  <a:gd name="connsiteY43" fmla="*/ 175691 h 207508"/>
                  <a:gd name="connsiteX44" fmla="*/ 24465 w 101110"/>
                  <a:gd name="connsiteY44" fmla="*/ 164833 h 207508"/>
                  <a:gd name="connsiteX45" fmla="*/ 62284 w 101110"/>
                  <a:gd name="connsiteY45" fmla="*/ 104532 h 207508"/>
                  <a:gd name="connsiteX46" fmla="*/ 69371 w 101110"/>
                  <a:gd name="connsiteY46" fmla="*/ 115447 h 207508"/>
                  <a:gd name="connsiteX47" fmla="*/ 62383 w 101110"/>
                  <a:gd name="connsiteY47" fmla="*/ 127226 h 207508"/>
                  <a:gd name="connsiteX48" fmla="*/ 62383 w 101110"/>
                  <a:gd name="connsiteY48" fmla="*/ 119161 h 207508"/>
                  <a:gd name="connsiteX49" fmla="*/ 62312 w 101110"/>
                  <a:gd name="connsiteY49" fmla="*/ 119161 h 207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01110" h="207508">
                    <a:moveTo>
                      <a:pt x="12671" y="77458"/>
                    </a:moveTo>
                    <a:cubicBezTo>
                      <a:pt x="16286" y="80857"/>
                      <a:pt x="20241" y="83882"/>
                      <a:pt x="24465" y="86487"/>
                    </a:cubicBezTo>
                    <a:lnTo>
                      <a:pt x="24465" y="144052"/>
                    </a:lnTo>
                    <a:cubicBezTo>
                      <a:pt x="10517" y="150346"/>
                      <a:pt x="-2142" y="159233"/>
                      <a:pt x="-2142" y="175747"/>
                    </a:cubicBezTo>
                    <a:cubicBezTo>
                      <a:pt x="-2184" y="184052"/>
                      <a:pt x="1275" y="191992"/>
                      <a:pt x="7398" y="197605"/>
                    </a:cubicBezTo>
                    <a:cubicBezTo>
                      <a:pt x="12133" y="202046"/>
                      <a:pt x="18030" y="205041"/>
                      <a:pt x="24408" y="206238"/>
                    </a:cubicBezTo>
                    <a:lnTo>
                      <a:pt x="24408" y="207315"/>
                    </a:lnTo>
                    <a:lnTo>
                      <a:pt x="62227" y="207315"/>
                    </a:lnTo>
                    <a:lnTo>
                      <a:pt x="62227" y="202354"/>
                    </a:lnTo>
                    <a:cubicBezTo>
                      <a:pt x="64027" y="201689"/>
                      <a:pt x="65771" y="200878"/>
                      <a:pt x="67430" y="199930"/>
                    </a:cubicBezTo>
                    <a:cubicBezTo>
                      <a:pt x="73015" y="196556"/>
                      <a:pt x="82526" y="189455"/>
                      <a:pt x="83022" y="181261"/>
                    </a:cubicBezTo>
                    <a:cubicBezTo>
                      <a:pt x="83575" y="172586"/>
                      <a:pt x="76657" y="168390"/>
                      <a:pt x="71469" y="167441"/>
                    </a:cubicBezTo>
                    <a:cubicBezTo>
                      <a:pt x="68805" y="167008"/>
                      <a:pt x="66097" y="166786"/>
                      <a:pt x="63390" y="166775"/>
                    </a:cubicBezTo>
                    <a:lnTo>
                      <a:pt x="63390" y="174457"/>
                    </a:lnTo>
                    <a:cubicBezTo>
                      <a:pt x="68507" y="174245"/>
                      <a:pt x="74021" y="178511"/>
                      <a:pt x="64580" y="183529"/>
                    </a:cubicBezTo>
                    <a:cubicBezTo>
                      <a:pt x="63801" y="183940"/>
                      <a:pt x="63007" y="184323"/>
                      <a:pt x="62199" y="184706"/>
                    </a:cubicBezTo>
                    <a:lnTo>
                      <a:pt x="62199" y="182055"/>
                    </a:lnTo>
                    <a:lnTo>
                      <a:pt x="62270" y="182055"/>
                    </a:lnTo>
                    <a:lnTo>
                      <a:pt x="62270" y="148701"/>
                    </a:lnTo>
                    <a:cubicBezTo>
                      <a:pt x="75991" y="142053"/>
                      <a:pt x="87870" y="132556"/>
                      <a:pt x="87870" y="115447"/>
                    </a:cubicBezTo>
                    <a:cubicBezTo>
                      <a:pt x="87870" y="98621"/>
                      <a:pt x="75693" y="89662"/>
                      <a:pt x="62199" y="83383"/>
                    </a:cubicBezTo>
                    <a:lnTo>
                      <a:pt x="62199" y="54834"/>
                    </a:lnTo>
                    <a:lnTo>
                      <a:pt x="24380" y="54834"/>
                    </a:lnTo>
                    <a:lnTo>
                      <a:pt x="24380" y="63339"/>
                    </a:lnTo>
                    <a:cubicBezTo>
                      <a:pt x="19334" y="58293"/>
                      <a:pt x="15946" y="52127"/>
                      <a:pt x="15946" y="44699"/>
                    </a:cubicBezTo>
                    <a:cubicBezTo>
                      <a:pt x="15946" y="28582"/>
                      <a:pt x="26690" y="20361"/>
                      <a:pt x="47896" y="20276"/>
                    </a:cubicBezTo>
                    <a:lnTo>
                      <a:pt x="49441" y="20276"/>
                    </a:lnTo>
                    <a:cubicBezTo>
                      <a:pt x="52716" y="20403"/>
                      <a:pt x="55934" y="20616"/>
                      <a:pt x="60526" y="21055"/>
                    </a:cubicBezTo>
                    <a:cubicBezTo>
                      <a:pt x="67288" y="21721"/>
                      <a:pt x="75098" y="22189"/>
                      <a:pt x="81789" y="19411"/>
                    </a:cubicBezTo>
                    <a:cubicBezTo>
                      <a:pt x="82483" y="19110"/>
                      <a:pt x="83164" y="18759"/>
                      <a:pt x="83816" y="18362"/>
                    </a:cubicBezTo>
                    <a:cubicBezTo>
                      <a:pt x="87983" y="20885"/>
                      <a:pt x="92633" y="24386"/>
                      <a:pt x="94986" y="28525"/>
                    </a:cubicBezTo>
                    <a:lnTo>
                      <a:pt x="94830" y="23153"/>
                    </a:lnTo>
                    <a:lnTo>
                      <a:pt x="98799" y="23904"/>
                    </a:lnTo>
                    <a:cubicBezTo>
                      <a:pt x="98799" y="23904"/>
                      <a:pt x="94008" y="16888"/>
                      <a:pt x="86920" y="15399"/>
                    </a:cubicBezTo>
                    <a:cubicBezTo>
                      <a:pt x="88267" y="13253"/>
                      <a:pt x="88068" y="10483"/>
                      <a:pt x="86424" y="8553"/>
                    </a:cubicBezTo>
                    <a:cubicBezTo>
                      <a:pt x="84426" y="5817"/>
                      <a:pt x="79677" y="5930"/>
                      <a:pt x="77097" y="5718"/>
                    </a:cubicBezTo>
                    <a:cubicBezTo>
                      <a:pt x="72391" y="5264"/>
                      <a:pt x="67727" y="48"/>
                      <a:pt x="62993" y="-165"/>
                    </a:cubicBezTo>
                    <a:cubicBezTo>
                      <a:pt x="53495" y="-462"/>
                      <a:pt x="46550" y="1635"/>
                      <a:pt x="38824" y="2429"/>
                    </a:cubicBezTo>
                    <a:lnTo>
                      <a:pt x="37265" y="2614"/>
                    </a:lnTo>
                    <a:cubicBezTo>
                      <a:pt x="22565" y="4371"/>
                      <a:pt x="-2312" y="15215"/>
                      <a:pt x="-2312" y="44770"/>
                    </a:cubicBezTo>
                    <a:cubicBezTo>
                      <a:pt x="-2241" y="56975"/>
                      <a:pt x="2777" y="67989"/>
                      <a:pt x="12671" y="77458"/>
                    </a:cubicBezTo>
                    <a:close/>
                    <a:moveTo>
                      <a:pt x="24465" y="187201"/>
                    </a:moveTo>
                    <a:cubicBezTo>
                      <a:pt x="22948" y="186391"/>
                      <a:pt x="21545" y="185381"/>
                      <a:pt x="20298" y="184196"/>
                    </a:cubicBezTo>
                    <a:cubicBezTo>
                      <a:pt x="17845" y="182051"/>
                      <a:pt x="16456" y="178947"/>
                      <a:pt x="16470" y="175691"/>
                    </a:cubicBezTo>
                    <a:cubicBezTo>
                      <a:pt x="16470" y="171325"/>
                      <a:pt x="19305" y="167979"/>
                      <a:pt x="24465" y="164833"/>
                    </a:cubicBezTo>
                    <a:close/>
                    <a:moveTo>
                      <a:pt x="62284" y="104532"/>
                    </a:moveTo>
                    <a:cubicBezTo>
                      <a:pt x="67118" y="107764"/>
                      <a:pt x="69371" y="111067"/>
                      <a:pt x="69371" y="115447"/>
                    </a:cubicBezTo>
                    <a:cubicBezTo>
                      <a:pt x="69371" y="120224"/>
                      <a:pt x="66848" y="123952"/>
                      <a:pt x="62383" y="127226"/>
                    </a:cubicBezTo>
                    <a:lnTo>
                      <a:pt x="62383" y="119161"/>
                    </a:lnTo>
                    <a:lnTo>
                      <a:pt x="62312" y="11916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858213DE-FC54-41B8-9C6C-306A609ACCDE}"/>
                  </a:ext>
                </a:extLst>
              </p:cNvPr>
              <p:cNvSpPr/>
              <p:nvPr/>
            </p:nvSpPr>
            <p:spPr>
              <a:xfrm>
                <a:off x="2324452" y="-941984"/>
                <a:ext cx="25770" cy="25444"/>
              </a:xfrm>
              <a:custGeom>
                <a:avLst/>
                <a:gdLst>
                  <a:gd name="connsiteX0" fmla="*/ -2172 w 25770"/>
                  <a:gd name="connsiteY0" fmla="*/ 10447 h 25444"/>
                  <a:gd name="connsiteX1" fmla="*/ 7892 w 25770"/>
                  <a:gd name="connsiteY1" fmla="*/ 25132 h 25444"/>
                  <a:gd name="connsiteX2" fmla="*/ 23598 w 25770"/>
                  <a:gd name="connsiteY2" fmla="*/ 14373 h 25444"/>
                  <a:gd name="connsiteX3" fmla="*/ 13533 w 25770"/>
                  <a:gd name="connsiteY3" fmla="*/ -312 h 25444"/>
                  <a:gd name="connsiteX4" fmla="*/ 8757 w 25770"/>
                  <a:gd name="connsiteY4" fmla="*/ 18399 h 25444"/>
                  <a:gd name="connsiteX5" fmla="*/ 4419 w 25770"/>
                  <a:gd name="connsiteY5" fmla="*/ 12077 h 25444"/>
                  <a:gd name="connsiteX6" fmla="*/ 12626 w 25770"/>
                  <a:gd name="connsiteY6" fmla="*/ 6407 h 25444"/>
                  <a:gd name="connsiteX7" fmla="*/ 16964 w 25770"/>
                  <a:gd name="connsiteY7" fmla="*/ 12715 h 2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70" h="25444">
                    <a:moveTo>
                      <a:pt x="-2172" y="10447"/>
                    </a:moveTo>
                    <a:lnTo>
                      <a:pt x="7892" y="25132"/>
                    </a:lnTo>
                    <a:lnTo>
                      <a:pt x="23598" y="14373"/>
                    </a:lnTo>
                    <a:lnTo>
                      <a:pt x="13533" y="-312"/>
                    </a:lnTo>
                    <a:close/>
                    <a:moveTo>
                      <a:pt x="8757" y="18399"/>
                    </a:moveTo>
                    <a:lnTo>
                      <a:pt x="4419" y="12077"/>
                    </a:lnTo>
                    <a:lnTo>
                      <a:pt x="12626" y="6407"/>
                    </a:lnTo>
                    <a:lnTo>
                      <a:pt x="16964" y="1271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6E018F25-B899-400B-9B2D-7BB5E3302A2F}"/>
                  </a:ext>
                </a:extLst>
              </p:cNvPr>
              <p:cNvSpPr/>
              <p:nvPr/>
            </p:nvSpPr>
            <p:spPr>
              <a:xfrm>
                <a:off x="2293848" y="-960440"/>
                <a:ext cx="44892" cy="54403"/>
              </a:xfrm>
              <a:custGeom>
                <a:avLst/>
                <a:gdLst>
                  <a:gd name="connsiteX0" fmla="*/ 27721 w 44892"/>
                  <a:gd name="connsiteY0" fmla="*/ 27062 h 54403"/>
                  <a:gd name="connsiteX1" fmla="*/ 27097 w 44892"/>
                  <a:gd name="connsiteY1" fmla="*/ 16218 h 54403"/>
                  <a:gd name="connsiteX2" fmla="*/ 27551 w 44892"/>
                  <a:gd name="connsiteY2" fmla="*/ 16091 h 54403"/>
                  <a:gd name="connsiteX3" fmla="*/ 33094 w 44892"/>
                  <a:gd name="connsiteY3" fmla="*/ 24170 h 54403"/>
                  <a:gd name="connsiteX4" fmla="*/ 36992 w 44892"/>
                  <a:gd name="connsiteY4" fmla="*/ 21491 h 54403"/>
                  <a:gd name="connsiteX5" fmla="*/ 32045 w 44892"/>
                  <a:gd name="connsiteY5" fmla="*/ 14276 h 54403"/>
                  <a:gd name="connsiteX6" fmla="*/ 35035 w 44892"/>
                  <a:gd name="connsiteY6" fmla="*/ 12660 h 54403"/>
                  <a:gd name="connsiteX7" fmla="*/ 38990 w 44892"/>
                  <a:gd name="connsiteY7" fmla="*/ 18444 h 54403"/>
                  <a:gd name="connsiteX8" fmla="*/ 42732 w 44892"/>
                  <a:gd name="connsiteY8" fmla="*/ 15878 h 54403"/>
                  <a:gd name="connsiteX9" fmla="*/ 35163 w 44892"/>
                  <a:gd name="connsiteY9" fmla="*/ 4850 h 54403"/>
                  <a:gd name="connsiteX10" fmla="*/ 37913 w 44892"/>
                  <a:gd name="connsiteY10" fmla="*/ 4297 h 54403"/>
                  <a:gd name="connsiteX11" fmla="*/ 36141 w 44892"/>
                  <a:gd name="connsiteY11" fmla="*/ -154 h 54403"/>
                  <a:gd name="connsiteX12" fmla="*/ 25722 w 44892"/>
                  <a:gd name="connsiteY12" fmla="*/ -310 h 54403"/>
                  <a:gd name="connsiteX13" fmla="*/ 24589 w 44892"/>
                  <a:gd name="connsiteY13" fmla="*/ 3418 h 54403"/>
                  <a:gd name="connsiteX14" fmla="*/ 23355 w 44892"/>
                  <a:gd name="connsiteY14" fmla="*/ 1604 h 54403"/>
                  <a:gd name="connsiteX15" fmla="*/ 19457 w 44892"/>
                  <a:gd name="connsiteY15" fmla="*/ 4283 h 54403"/>
                  <a:gd name="connsiteX16" fmla="*/ 24489 w 44892"/>
                  <a:gd name="connsiteY16" fmla="*/ 11611 h 54403"/>
                  <a:gd name="connsiteX17" fmla="*/ 12256 w 44892"/>
                  <a:gd name="connsiteY17" fmla="*/ 7940 h 54403"/>
                  <a:gd name="connsiteX18" fmla="*/ 10740 w 44892"/>
                  <a:gd name="connsiteY18" fmla="*/ 13199 h 54403"/>
                  <a:gd name="connsiteX19" fmla="*/ 14538 w 44892"/>
                  <a:gd name="connsiteY19" fmla="*/ 15127 h 54403"/>
                  <a:gd name="connsiteX20" fmla="*/ -2160 w 44892"/>
                  <a:gd name="connsiteY20" fmla="*/ 26552 h 54403"/>
                  <a:gd name="connsiteX21" fmla="*/ 789 w 44892"/>
                  <a:gd name="connsiteY21" fmla="*/ 30804 h 54403"/>
                  <a:gd name="connsiteX22" fmla="*/ 2305 w 44892"/>
                  <a:gd name="connsiteY22" fmla="*/ 29770 h 54403"/>
                  <a:gd name="connsiteX23" fmla="*/ 15290 w 44892"/>
                  <a:gd name="connsiteY23" fmla="*/ 48707 h 54403"/>
                  <a:gd name="connsiteX24" fmla="*/ 13773 w 44892"/>
                  <a:gd name="connsiteY24" fmla="*/ 49756 h 54403"/>
                  <a:gd name="connsiteX25" fmla="*/ 16764 w 44892"/>
                  <a:gd name="connsiteY25" fmla="*/ 54094 h 54403"/>
                  <a:gd name="connsiteX26" fmla="*/ 34440 w 44892"/>
                  <a:gd name="connsiteY26" fmla="*/ 41988 h 54403"/>
                  <a:gd name="connsiteX27" fmla="*/ 23639 w 44892"/>
                  <a:gd name="connsiteY27" fmla="*/ 26240 h 54403"/>
                  <a:gd name="connsiteX28" fmla="*/ 30003 w 44892"/>
                  <a:gd name="connsiteY28" fmla="*/ 5318 h 54403"/>
                  <a:gd name="connsiteX29" fmla="*/ 32271 w 44892"/>
                  <a:gd name="connsiteY29" fmla="*/ 8635 h 54403"/>
                  <a:gd name="connsiteX30" fmla="*/ 29238 w 44892"/>
                  <a:gd name="connsiteY30" fmla="*/ 10180 h 54403"/>
                  <a:gd name="connsiteX31" fmla="*/ 25581 w 44892"/>
                  <a:gd name="connsiteY31" fmla="*/ 4850 h 54403"/>
                  <a:gd name="connsiteX32" fmla="*/ 30003 w 44892"/>
                  <a:gd name="connsiteY32" fmla="*/ 5247 h 54403"/>
                  <a:gd name="connsiteX33" fmla="*/ 22987 w 44892"/>
                  <a:gd name="connsiteY33" fmla="*/ 16984 h 54403"/>
                  <a:gd name="connsiteX34" fmla="*/ 22746 w 44892"/>
                  <a:gd name="connsiteY34" fmla="*/ 24993 h 54403"/>
                  <a:gd name="connsiteX35" fmla="*/ 16509 w 44892"/>
                  <a:gd name="connsiteY35" fmla="*/ 15878 h 54403"/>
                  <a:gd name="connsiteX36" fmla="*/ 23015 w 44892"/>
                  <a:gd name="connsiteY36" fmla="*/ 16913 h 54403"/>
                  <a:gd name="connsiteX37" fmla="*/ 19074 w 44892"/>
                  <a:gd name="connsiteY37" fmla="*/ 46184 h 54403"/>
                  <a:gd name="connsiteX38" fmla="*/ 6076 w 44892"/>
                  <a:gd name="connsiteY38" fmla="*/ 27232 h 54403"/>
                  <a:gd name="connsiteX39" fmla="*/ 8457 w 44892"/>
                  <a:gd name="connsiteY39" fmla="*/ 25602 h 54403"/>
                  <a:gd name="connsiteX40" fmla="*/ 21456 w 44892"/>
                  <a:gd name="connsiteY40" fmla="*/ 44554 h 54403"/>
                  <a:gd name="connsiteX41" fmla="*/ 27693 w 44892"/>
                  <a:gd name="connsiteY41" fmla="*/ 40287 h 54403"/>
                  <a:gd name="connsiteX42" fmla="*/ 25141 w 44892"/>
                  <a:gd name="connsiteY42" fmla="*/ 42031 h 54403"/>
                  <a:gd name="connsiteX43" fmla="*/ 12157 w 44892"/>
                  <a:gd name="connsiteY43" fmla="*/ 23079 h 54403"/>
                  <a:gd name="connsiteX44" fmla="*/ 14694 w 44892"/>
                  <a:gd name="connsiteY44" fmla="*/ 21335 h 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4892" h="54403">
                    <a:moveTo>
                      <a:pt x="27721" y="27062"/>
                    </a:moveTo>
                    <a:cubicBezTo>
                      <a:pt x="27820" y="23436"/>
                      <a:pt x="27608" y="19809"/>
                      <a:pt x="27097" y="16218"/>
                    </a:cubicBezTo>
                    <a:lnTo>
                      <a:pt x="27551" y="16091"/>
                    </a:lnTo>
                    <a:lnTo>
                      <a:pt x="33094" y="24170"/>
                    </a:lnTo>
                    <a:lnTo>
                      <a:pt x="36992" y="21491"/>
                    </a:lnTo>
                    <a:lnTo>
                      <a:pt x="32045" y="14276"/>
                    </a:lnTo>
                    <a:cubicBezTo>
                      <a:pt x="33037" y="13780"/>
                      <a:pt x="33986" y="13241"/>
                      <a:pt x="35035" y="12660"/>
                    </a:cubicBezTo>
                    <a:lnTo>
                      <a:pt x="38990" y="18444"/>
                    </a:lnTo>
                    <a:lnTo>
                      <a:pt x="42732" y="15878"/>
                    </a:lnTo>
                    <a:lnTo>
                      <a:pt x="35163" y="4850"/>
                    </a:lnTo>
                    <a:cubicBezTo>
                      <a:pt x="36042" y="4722"/>
                      <a:pt x="36978" y="4510"/>
                      <a:pt x="37913" y="4297"/>
                    </a:cubicBezTo>
                    <a:lnTo>
                      <a:pt x="36141" y="-154"/>
                    </a:lnTo>
                    <a:cubicBezTo>
                      <a:pt x="32697" y="508"/>
                      <a:pt x="29153" y="456"/>
                      <a:pt x="25722" y="-310"/>
                    </a:cubicBezTo>
                    <a:lnTo>
                      <a:pt x="24589" y="3418"/>
                    </a:lnTo>
                    <a:lnTo>
                      <a:pt x="23355" y="1604"/>
                    </a:lnTo>
                    <a:lnTo>
                      <a:pt x="19457" y="4283"/>
                    </a:lnTo>
                    <a:lnTo>
                      <a:pt x="24489" y="11611"/>
                    </a:lnTo>
                    <a:cubicBezTo>
                      <a:pt x="21073" y="12093"/>
                      <a:pt x="16976" y="10860"/>
                      <a:pt x="12256" y="7940"/>
                    </a:cubicBezTo>
                    <a:lnTo>
                      <a:pt x="10740" y="13199"/>
                    </a:lnTo>
                    <a:cubicBezTo>
                      <a:pt x="12001" y="13893"/>
                      <a:pt x="13291" y="14531"/>
                      <a:pt x="14538" y="15127"/>
                    </a:cubicBezTo>
                    <a:lnTo>
                      <a:pt x="-2160" y="26552"/>
                    </a:lnTo>
                    <a:lnTo>
                      <a:pt x="789" y="30804"/>
                    </a:lnTo>
                    <a:lnTo>
                      <a:pt x="2305" y="29770"/>
                    </a:lnTo>
                    <a:lnTo>
                      <a:pt x="15290" y="48707"/>
                    </a:lnTo>
                    <a:lnTo>
                      <a:pt x="13773" y="49756"/>
                    </a:lnTo>
                    <a:lnTo>
                      <a:pt x="16764" y="54094"/>
                    </a:lnTo>
                    <a:lnTo>
                      <a:pt x="34440" y="41988"/>
                    </a:lnTo>
                    <a:lnTo>
                      <a:pt x="23639" y="26240"/>
                    </a:lnTo>
                    <a:close/>
                    <a:moveTo>
                      <a:pt x="30003" y="5318"/>
                    </a:moveTo>
                    <a:lnTo>
                      <a:pt x="32271" y="8635"/>
                    </a:lnTo>
                    <a:cubicBezTo>
                      <a:pt x="31237" y="9230"/>
                      <a:pt x="30244" y="9726"/>
                      <a:pt x="29238" y="10180"/>
                    </a:cubicBezTo>
                    <a:lnTo>
                      <a:pt x="25581" y="4850"/>
                    </a:lnTo>
                    <a:cubicBezTo>
                      <a:pt x="27041" y="5111"/>
                      <a:pt x="28515" y="5244"/>
                      <a:pt x="30003" y="5247"/>
                    </a:cubicBezTo>
                    <a:close/>
                    <a:moveTo>
                      <a:pt x="22987" y="16984"/>
                    </a:moveTo>
                    <a:cubicBezTo>
                      <a:pt x="23128" y="19656"/>
                      <a:pt x="23043" y="22335"/>
                      <a:pt x="22746" y="24993"/>
                    </a:cubicBezTo>
                    <a:lnTo>
                      <a:pt x="16509" y="15878"/>
                    </a:lnTo>
                    <a:cubicBezTo>
                      <a:pt x="18606" y="16578"/>
                      <a:pt x="20804" y="16927"/>
                      <a:pt x="23015" y="16913"/>
                    </a:cubicBezTo>
                    <a:close/>
                    <a:moveTo>
                      <a:pt x="19074" y="46184"/>
                    </a:moveTo>
                    <a:lnTo>
                      <a:pt x="6076" y="27232"/>
                    </a:lnTo>
                    <a:lnTo>
                      <a:pt x="8457" y="25602"/>
                    </a:lnTo>
                    <a:lnTo>
                      <a:pt x="21456" y="44554"/>
                    </a:lnTo>
                    <a:close/>
                    <a:moveTo>
                      <a:pt x="27693" y="40287"/>
                    </a:moveTo>
                    <a:lnTo>
                      <a:pt x="25141" y="42031"/>
                    </a:lnTo>
                    <a:lnTo>
                      <a:pt x="12157" y="23079"/>
                    </a:lnTo>
                    <a:lnTo>
                      <a:pt x="14694" y="213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5E878330-81B6-4F10-9A1E-C132E6E3FF6F}"/>
                  </a:ext>
                </a:extLst>
              </p:cNvPr>
              <p:cNvSpPr/>
              <p:nvPr/>
            </p:nvSpPr>
            <p:spPr>
              <a:xfrm>
                <a:off x="2367828" y="-891861"/>
                <a:ext cx="49499" cy="47188"/>
              </a:xfrm>
              <a:custGeom>
                <a:avLst/>
                <a:gdLst>
                  <a:gd name="connsiteX0" fmla="*/ 42730 w 49499"/>
                  <a:gd name="connsiteY0" fmla="*/ 17583 h 47188"/>
                  <a:gd name="connsiteX1" fmla="*/ 38676 w 49499"/>
                  <a:gd name="connsiteY1" fmla="*/ 14521 h 47188"/>
                  <a:gd name="connsiteX2" fmla="*/ 37259 w 49499"/>
                  <a:gd name="connsiteY2" fmla="*/ 16350 h 47188"/>
                  <a:gd name="connsiteX3" fmla="*/ 31716 w 49499"/>
                  <a:gd name="connsiteY3" fmla="*/ 12098 h 47188"/>
                  <a:gd name="connsiteX4" fmla="*/ 29548 w 49499"/>
                  <a:gd name="connsiteY4" fmla="*/ 14933 h 47188"/>
                  <a:gd name="connsiteX5" fmla="*/ 35104 w 49499"/>
                  <a:gd name="connsiteY5" fmla="*/ 19185 h 47188"/>
                  <a:gd name="connsiteX6" fmla="*/ 34027 w 49499"/>
                  <a:gd name="connsiteY6" fmla="*/ 20603 h 47188"/>
                  <a:gd name="connsiteX7" fmla="*/ 29108 w 49499"/>
                  <a:gd name="connsiteY7" fmla="*/ 16889 h 47188"/>
                  <a:gd name="connsiteX8" fmla="*/ 26953 w 49499"/>
                  <a:gd name="connsiteY8" fmla="*/ 19724 h 47188"/>
                  <a:gd name="connsiteX9" fmla="*/ 31858 w 49499"/>
                  <a:gd name="connsiteY9" fmla="*/ 23452 h 47188"/>
                  <a:gd name="connsiteX10" fmla="*/ 30752 w 49499"/>
                  <a:gd name="connsiteY10" fmla="*/ 24869 h 47188"/>
                  <a:gd name="connsiteX11" fmla="*/ 25011 w 49499"/>
                  <a:gd name="connsiteY11" fmla="*/ 20518 h 47188"/>
                  <a:gd name="connsiteX12" fmla="*/ 22843 w 49499"/>
                  <a:gd name="connsiteY12" fmla="*/ 23353 h 47188"/>
                  <a:gd name="connsiteX13" fmla="*/ 28598 w 49499"/>
                  <a:gd name="connsiteY13" fmla="*/ 27704 h 47188"/>
                  <a:gd name="connsiteX14" fmla="*/ 27393 w 49499"/>
                  <a:gd name="connsiteY14" fmla="*/ 29292 h 47188"/>
                  <a:gd name="connsiteX15" fmla="*/ 15273 w 49499"/>
                  <a:gd name="connsiteY15" fmla="*/ 20106 h 47188"/>
                  <a:gd name="connsiteX16" fmla="*/ 16464 w 49499"/>
                  <a:gd name="connsiteY16" fmla="*/ 18519 h 47188"/>
                  <a:gd name="connsiteX17" fmla="*/ 21695 w 49499"/>
                  <a:gd name="connsiteY17" fmla="*/ 22474 h 47188"/>
                  <a:gd name="connsiteX18" fmla="*/ 23863 w 49499"/>
                  <a:gd name="connsiteY18" fmla="*/ 19639 h 47188"/>
                  <a:gd name="connsiteX19" fmla="*/ 18619 w 49499"/>
                  <a:gd name="connsiteY19" fmla="*/ 15684 h 47188"/>
                  <a:gd name="connsiteX20" fmla="*/ 19738 w 49499"/>
                  <a:gd name="connsiteY20" fmla="*/ 14266 h 47188"/>
                  <a:gd name="connsiteX21" fmla="*/ 24416 w 49499"/>
                  <a:gd name="connsiteY21" fmla="*/ 17810 h 47188"/>
                  <a:gd name="connsiteX22" fmla="*/ 26571 w 49499"/>
                  <a:gd name="connsiteY22" fmla="*/ 14975 h 47188"/>
                  <a:gd name="connsiteX23" fmla="*/ 21893 w 49499"/>
                  <a:gd name="connsiteY23" fmla="*/ 11446 h 47188"/>
                  <a:gd name="connsiteX24" fmla="*/ 22970 w 49499"/>
                  <a:gd name="connsiteY24" fmla="*/ 10028 h 47188"/>
                  <a:gd name="connsiteX25" fmla="*/ 28243 w 49499"/>
                  <a:gd name="connsiteY25" fmla="*/ 14011 h 47188"/>
                  <a:gd name="connsiteX26" fmla="*/ 30398 w 49499"/>
                  <a:gd name="connsiteY26" fmla="*/ 11176 h 47188"/>
                  <a:gd name="connsiteX27" fmla="*/ 25125 w 49499"/>
                  <a:gd name="connsiteY27" fmla="*/ 7179 h 47188"/>
                  <a:gd name="connsiteX28" fmla="*/ 26542 w 49499"/>
                  <a:gd name="connsiteY28" fmla="*/ 5364 h 47188"/>
                  <a:gd name="connsiteX29" fmla="*/ 22488 w 49499"/>
                  <a:gd name="connsiteY29" fmla="*/ 2303 h 47188"/>
                  <a:gd name="connsiteX30" fmla="*/ 21071 w 49499"/>
                  <a:gd name="connsiteY30" fmla="*/ 4117 h 47188"/>
                  <a:gd name="connsiteX31" fmla="*/ 15160 w 49499"/>
                  <a:gd name="connsiteY31" fmla="*/ -348 h 47188"/>
                  <a:gd name="connsiteX32" fmla="*/ 13005 w 49499"/>
                  <a:gd name="connsiteY32" fmla="*/ 2487 h 47188"/>
                  <a:gd name="connsiteX33" fmla="*/ 18916 w 49499"/>
                  <a:gd name="connsiteY33" fmla="*/ 6952 h 47188"/>
                  <a:gd name="connsiteX34" fmla="*/ 17839 w 49499"/>
                  <a:gd name="connsiteY34" fmla="*/ 8370 h 47188"/>
                  <a:gd name="connsiteX35" fmla="*/ 12636 w 49499"/>
                  <a:gd name="connsiteY35" fmla="*/ 4429 h 47188"/>
                  <a:gd name="connsiteX36" fmla="*/ 10482 w 49499"/>
                  <a:gd name="connsiteY36" fmla="*/ 7264 h 47188"/>
                  <a:gd name="connsiteX37" fmla="*/ 15670 w 49499"/>
                  <a:gd name="connsiteY37" fmla="*/ 11190 h 47188"/>
                  <a:gd name="connsiteX38" fmla="*/ 14564 w 49499"/>
                  <a:gd name="connsiteY38" fmla="*/ 12608 h 47188"/>
                  <a:gd name="connsiteX39" fmla="*/ 7902 w 49499"/>
                  <a:gd name="connsiteY39" fmla="*/ 7562 h 47188"/>
                  <a:gd name="connsiteX40" fmla="*/ 5748 w 49499"/>
                  <a:gd name="connsiteY40" fmla="*/ 10397 h 47188"/>
                  <a:gd name="connsiteX41" fmla="*/ 12410 w 49499"/>
                  <a:gd name="connsiteY41" fmla="*/ 15429 h 47188"/>
                  <a:gd name="connsiteX42" fmla="*/ 11205 w 49499"/>
                  <a:gd name="connsiteY42" fmla="*/ 17016 h 47188"/>
                  <a:gd name="connsiteX43" fmla="*/ 6952 w 49499"/>
                  <a:gd name="connsiteY43" fmla="*/ 13841 h 47188"/>
                  <a:gd name="connsiteX44" fmla="*/ 4727 w 49499"/>
                  <a:gd name="connsiteY44" fmla="*/ 16775 h 47188"/>
                  <a:gd name="connsiteX45" fmla="*/ 28825 w 49499"/>
                  <a:gd name="connsiteY45" fmla="*/ 34976 h 47188"/>
                  <a:gd name="connsiteX46" fmla="*/ 27691 w 49499"/>
                  <a:gd name="connsiteY46" fmla="*/ 36493 h 47188"/>
                  <a:gd name="connsiteX47" fmla="*/ 5010 w 49499"/>
                  <a:gd name="connsiteY47" fmla="*/ 19398 h 47188"/>
                  <a:gd name="connsiteX48" fmla="*/ 2941 w 49499"/>
                  <a:gd name="connsiteY48" fmla="*/ 22133 h 47188"/>
                  <a:gd name="connsiteX49" fmla="*/ 25706 w 49499"/>
                  <a:gd name="connsiteY49" fmla="*/ 39356 h 47188"/>
                  <a:gd name="connsiteX50" fmla="*/ 24558 w 49499"/>
                  <a:gd name="connsiteY50" fmla="*/ 40859 h 47188"/>
                  <a:gd name="connsiteX51" fmla="*/ 21 w 49499"/>
                  <a:gd name="connsiteY51" fmla="*/ 22304 h 47188"/>
                  <a:gd name="connsiteX52" fmla="*/ -2205 w 49499"/>
                  <a:gd name="connsiteY52" fmla="*/ 25238 h 47188"/>
                  <a:gd name="connsiteX53" fmla="*/ 11970 w 49499"/>
                  <a:gd name="connsiteY53" fmla="*/ 35926 h 47188"/>
                  <a:gd name="connsiteX54" fmla="*/ 9135 w 49499"/>
                  <a:gd name="connsiteY54" fmla="*/ 35685 h 47188"/>
                  <a:gd name="connsiteX55" fmla="*/ 10142 w 49499"/>
                  <a:gd name="connsiteY55" fmla="*/ 42772 h 47188"/>
                  <a:gd name="connsiteX56" fmla="*/ 14465 w 49499"/>
                  <a:gd name="connsiteY56" fmla="*/ 42928 h 47188"/>
                  <a:gd name="connsiteX57" fmla="*/ 13430 w 49499"/>
                  <a:gd name="connsiteY57" fmla="*/ 37031 h 47188"/>
                  <a:gd name="connsiteX58" fmla="*/ 26401 w 49499"/>
                  <a:gd name="connsiteY58" fmla="*/ 46841 h 47188"/>
                  <a:gd name="connsiteX59" fmla="*/ 35175 w 49499"/>
                  <a:gd name="connsiteY59" fmla="*/ 35217 h 47188"/>
                  <a:gd name="connsiteX60" fmla="*/ 31574 w 49499"/>
                  <a:gd name="connsiteY60" fmla="*/ 32481 h 47188"/>
                  <a:gd name="connsiteX61" fmla="*/ 32765 w 49499"/>
                  <a:gd name="connsiteY61" fmla="*/ 30908 h 47188"/>
                  <a:gd name="connsiteX62" fmla="*/ 39186 w 49499"/>
                  <a:gd name="connsiteY62" fmla="*/ 35756 h 47188"/>
                  <a:gd name="connsiteX63" fmla="*/ 41355 w 49499"/>
                  <a:gd name="connsiteY63" fmla="*/ 32921 h 47188"/>
                  <a:gd name="connsiteX64" fmla="*/ 34920 w 49499"/>
                  <a:gd name="connsiteY64" fmla="*/ 28059 h 47188"/>
                  <a:gd name="connsiteX65" fmla="*/ 36039 w 49499"/>
                  <a:gd name="connsiteY65" fmla="*/ 26641 h 47188"/>
                  <a:gd name="connsiteX66" fmla="*/ 41072 w 49499"/>
                  <a:gd name="connsiteY66" fmla="*/ 30454 h 47188"/>
                  <a:gd name="connsiteX67" fmla="*/ 43226 w 49499"/>
                  <a:gd name="connsiteY67" fmla="*/ 27619 h 47188"/>
                  <a:gd name="connsiteX68" fmla="*/ 38194 w 49499"/>
                  <a:gd name="connsiteY68" fmla="*/ 23806 h 47188"/>
                  <a:gd name="connsiteX69" fmla="*/ 39271 w 49499"/>
                  <a:gd name="connsiteY69" fmla="*/ 22389 h 47188"/>
                  <a:gd name="connsiteX70" fmla="*/ 45140 w 49499"/>
                  <a:gd name="connsiteY70" fmla="*/ 26840 h 47188"/>
                  <a:gd name="connsiteX71" fmla="*/ 47295 w 49499"/>
                  <a:gd name="connsiteY71" fmla="*/ 24005 h 47188"/>
                  <a:gd name="connsiteX72" fmla="*/ 41426 w 49499"/>
                  <a:gd name="connsiteY72" fmla="*/ 19568 h 47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9499" h="47188">
                    <a:moveTo>
                      <a:pt x="42730" y="17583"/>
                    </a:moveTo>
                    <a:lnTo>
                      <a:pt x="38676" y="14521"/>
                    </a:lnTo>
                    <a:lnTo>
                      <a:pt x="37259" y="16350"/>
                    </a:lnTo>
                    <a:lnTo>
                      <a:pt x="31716" y="12098"/>
                    </a:lnTo>
                    <a:lnTo>
                      <a:pt x="29548" y="14933"/>
                    </a:lnTo>
                    <a:lnTo>
                      <a:pt x="35104" y="19185"/>
                    </a:lnTo>
                    <a:lnTo>
                      <a:pt x="34027" y="20603"/>
                    </a:lnTo>
                    <a:lnTo>
                      <a:pt x="29108" y="16889"/>
                    </a:lnTo>
                    <a:lnTo>
                      <a:pt x="26953" y="19724"/>
                    </a:lnTo>
                    <a:lnTo>
                      <a:pt x="31858" y="23452"/>
                    </a:lnTo>
                    <a:lnTo>
                      <a:pt x="30752" y="24869"/>
                    </a:lnTo>
                    <a:lnTo>
                      <a:pt x="25011" y="20518"/>
                    </a:lnTo>
                    <a:lnTo>
                      <a:pt x="22843" y="23353"/>
                    </a:lnTo>
                    <a:lnTo>
                      <a:pt x="28598" y="27704"/>
                    </a:lnTo>
                    <a:lnTo>
                      <a:pt x="27393" y="29292"/>
                    </a:lnTo>
                    <a:lnTo>
                      <a:pt x="15273" y="20106"/>
                    </a:lnTo>
                    <a:lnTo>
                      <a:pt x="16464" y="18519"/>
                    </a:lnTo>
                    <a:lnTo>
                      <a:pt x="21695" y="22474"/>
                    </a:lnTo>
                    <a:lnTo>
                      <a:pt x="23863" y="19639"/>
                    </a:lnTo>
                    <a:lnTo>
                      <a:pt x="18619" y="15684"/>
                    </a:lnTo>
                    <a:lnTo>
                      <a:pt x="19738" y="14266"/>
                    </a:lnTo>
                    <a:lnTo>
                      <a:pt x="24416" y="17810"/>
                    </a:lnTo>
                    <a:lnTo>
                      <a:pt x="26571" y="14975"/>
                    </a:lnTo>
                    <a:lnTo>
                      <a:pt x="21893" y="11446"/>
                    </a:lnTo>
                    <a:lnTo>
                      <a:pt x="22970" y="10028"/>
                    </a:lnTo>
                    <a:lnTo>
                      <a:pt x="28243" y="14011"/>
                    </a:lnTo>
                    <a:lnTo>
                      <a:pt x="30398" y="11176"/>
                    </a:lnTo>
                    <a:lnTo>
                      <a:pt x="25125" y="7179"/>
                    </a:lnTo>
                    <a:lnTo>
                      <a:pt x="26542" y="5364"/>
                    </a:lnTo>
                    <a:lnTo>
                      <a:pt x="22488" y="2303"/>
                    </a:lnTo>
                    <a:lnTo>
                      <a:pt x="21071" y="4117"/>
                    </a:lnTo>
                    <a:lnTo>
                      <a:pt x="15160" y="-348"/>
                    </a:lnTo>
                    <a:lnTo>
                      <a:pt x="13005" y="2487"/>
                    </a:lnTo>
                    <a:lnTo>
                      <a:pt x="18916" y="6952"/>
                    </a:lnTo>
                    <a:lnTo>
                      <a:pt x="17839" y="8370"/>
                    </a:lnTo>
                    <a:lnTo>
                      <a:pt x="12636" y="4429"/>
                    </a:lnTo>
                    <a:lnTo>
                      <a:pt x="10482" y="7264"/>
                    </a:lnTo>
                    <a:lnTo>
                      <a:pt x="15670" y="11190"/>
                    </a:lnTo>
                    <a:lnTo>
                      <a:pt x="14564" y="12608"/>
                    </a:lnTo>
                    <a:lnTo>
                      <a:pt x="7902" y="7562"/>
                    </a:lnTo>
                    <a:lnTo>
                      <a:pt x="5748" y="10397"/>
                    </a:lnTo>
                    <a:lnTo>
                      <a:pt x="12410" y="15429"/>
                    </a:lnTo>
                    <a:lnTo>
                      <a:pt x="11205" y="17016"/>
                    </a:lnTo>
                    <a:lnTo>
                      <a:pt x="6952" y="13841"/>
                    </a:lnTo>
                    <a:lnTo>
                      <a:pt x="4727" y="16775"/>
                    </a:lnTo>
                    <a:lnTo>
                      <a:pt x="28825" y="34976"/>
                    </a:lnTo>
                    <a:lnTo>
                      <a:pt x="27691" y="36493"/>
                    </a:lnTo>
                    <a:lnTo>
                      <a:pt x="5010" y="19398"/>
                    </a:lnTo>
                    <a:lnTo>
                      <a:pt x="2941" y="22133"/>
                    </a:lnTo>
                    <a:lnTo>
                      <a:pt x="25706" y="39356"/>
                    </a:lnTo>
                    <a:lnTo>
                      <a:pt x="24558" y="40859"/>
                    </a:lnTo>
                    <a:lnTo>
                      <a:pt x="21" y="22304"/>
                    </a:lnTo>
                    <a:lnTo>
                      <a:pt x="-2205" y="25238"/>
                    </a:lnTo>
                    <a:lnTo>
                      <a:pt x="11970" y="35926"/>
                    </a:lnTo>
                    <a:lnTo>
                      <a:pt x="9135" y="35685"/>
                    </a:lnTo>
                    <a:cubicBezTo>
                      <a:pt x="9632" y="38022"/>
                      <a:pt x="9972" y="40389"/>
                      <a:pt x="10142" y="42772"/>
                    </a:cubicBezTo>
                    <a:lnTo>
                      <a:pt x="14465" y="42928"/>
                    </a:lnTo>
                    <a:cubicBezTo>
                      <a:pt x="14281" y="40938"/>
                      <a:pt x="13941" y="38965"/>
                      <a:pt x="13430" y="37031"/>
                    </a:cubicBezTo>
                    <a:lnTo>
                      <a:pt x="26401" y="46841"/>
                    </a:lnTo>
                    <a:lnTo>
                      <a:pt x="35175" y="35217"/>
                    </a:lnTo>
                    <a:lnTo>
                      <a:pt x="31574" y="32481"/>
                    </a:lnTo>
                    <a:lnTo>
                      <a:pt x="32765" y="30908"/>
                    </a:lnTo>
                    <a:lnTo>
                      <a:pt x="39186" y="35756"/>
                    </a:lnTo>
                    <a:lnTo>
                      <a:pt x="41355" y="32921"/>
                    </a:lnTo>
                    <a:lnTo>
                      <a:pt x="34920" y="28059"/>
                    </a:lnTo>
                    <a:lnTo>
                      <a:pt x="36039" y="26641"/>
                    </a:lnTo>
                    <a:lnTo>
                      <a:pt x="41072" y="30454"/>
                    </a:lnTo>
                    <a:lnTo>
                      <a:pt x="43226" y="27619"/>
                    </a:lnTo>
                    <a:lnTo>
                      <a:pt x="38194" y="23806"/>
                    </a:lnTo>
                    <a:lnTo>
                      <a:pt x="39271" y="22389"/>
                    </a:lnTo>
                    <a:lnTo>
                      <a:pt x="45140" y="26840"/>
                    </a:lnTo>
                    <a:lnTo>
                      <a:pt x="47295" y="24005"/>
                    </a:lnTo>
                    <a:lnTo>
                      <a:pt x="41426" y="195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75F19F91-D9F2-4E41-AF3B-473D86B0CAC6}"/>
                  </a:ext>
                </a:extLst>
              </p:cNvPr>
              <p:cNvSpPr/>
              <p:nvPr/>
            </p:nvSpPr>
            <p:spPr>
              <a:xfrm>
                <a:off x="2391316" y="-844758"/>
                <a:ext cx="4761" cy="10361"/>
              </a:xfrm>
              <a:custGeom>
                <a:avLst/>
                <a:gdLst>
                  <a:gd name="connsiteX0" fmla="*/ -2205 w 4761"/>
                  <a:gd name="connsiteY0" fmla="*/ -365 h 10361"/>
                  <a:gd name="connsiteX1" fmla="*/ -2106 w 4761"/>
                  <a:gd name="connsiteY1" fmla="*/ 9813 h 10361"/>
                  <a:gd name="connsiteX2" fmla="*/ 2501 w 4761"/>
                  <a:gd name="connsiteY2" fmla="*/ 9997 h 10361"/>
                  <a:gd name="connsiteX3" fmla="*/ 2104 w 4761"/>
                  <a:gd name="connsiteY3" fmla="*/ 74 h 10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1" h="10361">
                    <a:moveTo>
                      <a:pt x="-2205" y="-365"/>
                    </a:moveTo>
                    <a:cubicBezTo>
                      <a:pt x="-1908" y="3020"/>
                      <a:pt x="-1879" y="6423"/>
                      <a:pt x="-2106" y="9813"/>
                    </a:cubicBezTo>
                    <a:lnTo>
                      <a:pt x="2501" y="9997"/>
                    </a:lnTo>
                    <a:cubicBezTo>
                      <a:pt x="2642" y="6684"/>
                      <a:pt x="2515" y="3365"/>
                      <a:pt x="2104" y="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9938BC0A-ADCF-40AA-B633-9D748A1BFF6D}"/>
                  </a:ext>
                </a:extLst>
              </p:cNvPr>
              <p:cNvSpPr/>
              <p:nvPr/>
            </p:nvSpPr>
            <p:spPr>
              <a:xfrm>
                <a:off x="2359280" y="-864929"/>
                <a:ext cx="10574" cy="8264"/>
              </a:xfrm>
              <a:custGeom>
                <a:avLst/>
                <a:gdLst>
                  <a:gd name="connsiteX0" fmla="*/ 5410 w 10574"/>
                  <a:gd name="connsiteY0" fmla="*/ -352 h 8264"/>
                  <a:gd name="connsiteX1" fmla="*/ -2188 w 10574"/>
                  <a:gd name="connsiteY1" fmla="*/ 3361 h 8264"/>
                  <a:gd name="connsiteX2" fmla="*/ -459 w 10574"/>
                  <a:gd name="connsiteY2" fmla="*/ 7912 h 8264"/>
                  <a:gd name="connsiteX3" fmla="*/ 8387 w 10574"/>
                  <a:gd name="connsiteY3" fmla="*/ 3135 h 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74" h="8264">
                    <a:moveTo>
                      <a:pt x="5410" y="-352"/>
                    </a:moveTo>
                    <a:cubicBezTo>
                      <a:pt x="3127" y="1336"/>
                      <a:pt x="548" y="2594"/>
                      <a:pt x="-2188" y="3361"/>
                    </a:cubicBezTo>
                    <a:lnTo>
                      <a:pt x="-459" y="7912"/>
                    </a:lnTo>
                    <a:cubicBezTo>
                      <a:pt x="2745" y="6829"/>
                      <a:pt x="5722" y="5214"/>
                      <a:pt x="8387" y="313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68D33A3E-49CF-4123-AB96-EE225022F9D2}"/>
                  </a:ext>
                </a:extLst>
              </p:cNvPr>
              <p:cNvSpPr/>
              <p:nvPr/>
            </p:nvSpPr>
            <p:spPr>
              <a:xfrm>
                <a:off x="2367988" y="-860861"/>
                <a:ext cx="22519" cy="21049"/>
              </a:xfrm>
              <a:custGeom>
                <a:avLst/>
                <a:gdLst>
                  <a:gd name="connsiteX0" fmla="*/ 14412 w 22519"/>
                  <a:gd name="connsiteY0" fmla="*/ 15319 h 21049"/>
                  <a:gd name="connsiteX1" fmla="*/ 12697 w 22519"/>
                  <a:gd name="connsiteY1" fmla="*/ 14780 h 21049"/>
                  <a:gd name="connsiteX2" fmla="*/ 3894 w 22519"/>
                  <a:gd name="connsiteY2" fmla="*/ 8118 h 21049"/>
                  <a:gd name="connsiteX3" fmla="*/ 3384 w 22519"/>
                  <a:gd name="connsiteY3" fmla="*/ 6491 h 21049"/>
                  <a:gd name="connsiteX4" fmla="*/ 3596 w 22519"/>
                  <a:gd name="connsiteY4" fmla="*/ 6204 h 21049"/>
                  <a:gd name="connsiteX5" fmla="*/ 6261 w 22519"/>
                  <a:gd name="connsiteY5" fmla="*/ 2675 h 21049"/>
                  <a:gd name="connsiteX6" fmla="*/ 2264 w 22519"/>
                  <a:gd name="connsiteY6" fmla="*/ -359 h 21049"/>
                  <a:gd name="connsiteX7" fmla="*/ -1067 w 22519"/>
                  <a:gd name="connsiteY7" fmla="*/ 4050 h 21049"/>
                  <a:gd name="connsiteX8" fmla="*/ 195 w 22519"/>
                  <a:gd name="connsiteY8" fmla="*/ 10797 h 21049"/>
                  <a:gd name="connsiteX9" fmla="*/ 10854 w 22519"/>
                  <a:gd name="connsiteY9" fmla="*/ 18863 h 21049"/>
                  <a:gd name="connsiteX10" fmla="*/ 14837 w 22519"/>
                  <a:gd name="connsiteY10" fmla="*/ 20691 h 21049"/>
                  <a:gd name="connsiteX11" fmla="*/ 20323 w 22519"/>
                  <a:gd name="connsiteY11" fmla="*/ 16807 h 21049"/>
                  <a:gd name="connsiteX12" fmla="*/ 17488 w 22519"/>
                  <a:gd name="connsiteY12" fmla="*/ 12767 h 21049"/>
                  <a:gd name="connsiteX13" fmla="*/ 14412 w 22519"/>
                  <a:gd name="connsiteY13" fmla="*/ 15319 h 21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519" h="21049">
                    <a:moveTo>
                      <a:pt x="14412" y="15319"/>
                    </a:moveTo>
                    <a:cubicBezTo>
                      <a:pt x="13789" y="15405"/>
                      <a:pt x="13165" y="15208"/>
                      <a:pt x="12697" y="14780"/>
                    </a:cubicBezTo>
                    <a:lnTo>
                      <a:pt x="3894" y="8118"/>
                    </a:lnTo>
                    <a:cubicBezTo>
                      <a:pt x="3299" y="7809"/>
                      <a:pt x="3072" y="7080"/>
                      <a:pt x="3384" y="6491"/>
                    </a:cubicBezTo>
                    <a:cubicBezTo>
                      <a:pt x="3441" y="6386"/>
                      <a:pt x="3512" y="6289"/>
                      <a:pt x="3596" y="6204"/>
                    </a:cubicBezTo>
                    <a:lnTo>
                      <a:pt x="6261" y="2675"/>
                    </a:lnTo>
                    <a:lnTo>
                      <a:pt x="2264" y="-359"/>
                    </a:lnTo>
                    <a:lnTo>
                      <a:pt x="-1067" y="4050"/>
                    </a:lnTo>
                    <a:cubicBezTo>
                      <a:pt x="-2924" y="6516"/>
                      <a:pt x="-2484" y="8756"/>
                      <a:pt x="195" y="10797"/>
                    </a:cubicBezTo>
                    <a:lnTo>
                      <a:pt x="10854" y="18863"/>
                    </a:lnTo>
                    <a:cubicBezTo>
                      <a:pt x="11988" y="19829"/>
                      <a:pt x="13363" y="20462"/>
                      <a:pt x="14837" y="20691"/>
                    </a:cubicBezTo>
                    <a:cubicBezTo>
                      <a:pt x="16000" y="20691"/>
                      <a:pt x="17857" y="19430"/>
                      <a:pt x="20323" y="16807"/>
                    </a:cubicBezTo>
                    <a:lnTo>
                      <a:pt x="17488" y="12767"/>
                    </a:lnTo>
                    <a:cubicBezTo>
                      <a:pt x="16056" y="14327"/>
                      <a:pt x="15036" y="15177"/>
                      <a:pt x="14412" y="15319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1A005B58-DAF4-4101-A241-D52A00E0A0A6}"/>
                  </a:ext>
                </a:extLst>
              </p:cNvPr>
              <p:cNvSpPr/>
              <p:nvPr/>
            </p:nvSpPr>
            <p:spPr>
              <a:xfrm>
                <a:off x="2449334" y="-844786"/>
                <a:ext cx="51526" cy="53780"/>
              </a:xfrm>
              <a:custGeom>
                <a:avLst/>
                <a:gdLst>
                  <a:gd name="connsiteX0" fmla="*/ 4097 w 51526"/>
                  <a:gd name="connsiteY0" fmla="*/ 36756 h 53780"/>
                  <a:gd name="connsiteX1" fmla="*/ 14502 w 51526"/>
                  <a:gd name="connsiteY1" fmla="*/ 5528 h 53780"/>
                  <a:gd name="connsiteX2" fmla="*/ 47714 w 51526"/>
                  <a:gd name="connsiteY2" fmla="*/ 16599 h 53780"/>
                  <a:gd name="connsiteX3" fmla="*/ 49273 w 51526"/>
                  <a:gd name="connsiteY3" fmla="*/ 11935 h 53780"/>
                  <a:gd name="connsiteX4" fmla="*/ 11298 w 51526"/>
                  <a:gd name="connsiteY4" fmla="*/ -723 h 53780"/>
                  <a:gd name="connsiteX5" fmla="*/ -2253 w 51526"/>
                  <a:gd name="connsiteY5" fmla="*/ 39889 h 53780"/>
                  <a:gd name="connsiteX6" fmla="*/ 37239 w 51526"/>
                  <a:gd name="connsiteY6" fmla="*/ 53057 h 53780"/>
                  <a:gd name="connsiteX7" fmla="*/ 38812 w 51526"/>
                  <a:gd name="connsiteY7" fmla="*/ 48337 h 53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526" h="53780">
                    <a:moveTo>
                      <a:pt x="4097" y="36756"/>
                    </a:moveTo>
                    <a:lnTo>
                      <a:pt x="14502" y="5528"/>
                    </a:lnTo>
                    <a:lnTo>
                      <a:pt x="47714" y="16599"/>
                    </a:lnTo>
                    <a:lnTo>
                      <a:pt x="49273" y="11935"/>
                    </a:lnTo>
                    <a:lnTo>
                      <a:pt x="11298" y="-723"/>
                    </a:lnTo>
                    <a:lnTo>
                      <a:pt x="-2253" y="39889"/>
                    </a:lnTo>
                    <a:lnTo>
                      <a:pt x="37239" y="53057"/>
                    </a:lnTo>
                    <a:lnTo>
                      <a:pt x="38812" y="4833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687DBF0B-BB36-4BC3-9934-12B24EAB515D}"/>
                  </a:ext>
                </a:extLst>
              </p:cNvPr>
              <p:cNvSpPr/>
              <p:nvPr/>
            </p:nvSpPr>
            <p:spPr>
              <a:xfrm>
                <a:off x="2476366" y="-811829"/>
                <a:ext cx="13225" cy="14004"/>
              </a:xfrm>
              <a:custGeom>
                <a:avLst/>
                <a:gdLst>
                  <a:gd name="connsiteX0" fmla="*/ -2258 w 13225"/>
                  <a:gd name="connsiteY0" fmla="*/ 2435 h 14004"/>
                  <a:gd name="connsiteX1" fmla="*/ 6913 w 13225"/>
                  <a:gd name="connsiteY1" fmla="*/ 13620 h 14004"/>
                  <a:gd name="connsiteX2" fmla="*/ 10968 w 13225"/>
                  <a:gd name="connsiteY2" fmla="*/ 10402 h 14004"/>
                  <a:gd name="connsiteX3" fmla="*/ 1414 w 13225"/>
                  <a:gd name="connsiteY3" fmla="*/ -385 h 1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5" h="14004">
                    <a:moveTo>
                      <a:pt x="-2258" y="2435"/>
                    </a:moveTo>
                    <a:cubicBezTo>
                      <a:pt x="1286" y="5740"/>
                      <a:pt x="4362" y="9502"/>
                      <a:pt x="6913" y="13620"/>
                    </a:cubicBezTo>
                    <a:lnTo>
                      <a:pt x="10968" y="10402"/>
                    </a:lnTo>
                    <a:cubicBezTo>
                      <a:pt x="8217" y="6447"/>
                      <a:pt x="5000" y="2827"/>
                      <a:pt x="1414" y="-38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BBD91887-B517-4EBB-81A4-2145F1A846BA}"/>
                  </a:ext>
                </a:extLst>
              </p:cNvPr>
              <p:cNvSpPr/>
              <p:nvPr/>
            </p:nvSpPr>
            <p:spPr>
              <a:xfrm>
                <a:off x="2459044" y="-835275"/>
                <a:ext cx="35210" cy="29125"/>
              </a:xfrm>
              <a:custGeom>
                <a:avLst/>
                <a:gdLst>
                  <a:gd name="connsiteX0" fmla="*/ 21886 w 35210"/>
                  <a:gd name="connsiteY0" fmla="*/ 11928 h 29125"/>
                  <a:gd name="connsiteX1" fmla="*/ 31454 w 35210"/>
                  <a:gd name="connsiteY1" fmla="*/ 15117 h 29125"/>
                  <a:gd name="connsiteX2" fmla="*/ 32957 w 35210"/>
                  <a:gd name="connsiteY2" fmla="*/ 10638 h 29125"/>
                  <a:gd name="connsiteX3" fmla="*/ 15309 w 35210"/>
                  <a:gd name="connsiteY3" fmla="*/ 4755 h 29125"/>
                  <a:gd name="connsiteX4" fmla="*/ 17208 w 35210"/>
                  <a:gd name="connsiteY4" fmla="*/ 2346 h 29125"/>
                  <a:gd name="connsiteX5" fmla="*/ 13140 w 35210"/>
                  <a:gd name="connsiteY5" fmla="*/ -376 h 29125"/>
                  <a:gd name="connsiteX6" fmla="*/ 3544 w 35210"/>
                  <a:gd name="connsiteY6" fmla="*/ 7179 h 29125"/>
                  <a:gd name="connsiteX7" fmla="*/ 6066 w 35210"/>
                  <a:gd name="connsiteY7" fmla="*/ 11744 h 29125"/>
                  <a:gd name="connsiteX8" fmla="*/ 11510 w 35210"/>
                  <a:gd name="connsiteY8" fmla="*/ 8469 h 29125"/>
                  <a:gd name="connsiteX9" fmla="*/ 17180 w 35210"/>
                  <a:gd name="connsiteY9" fmla="*/ 10354 h 29125"/>
                  <a:gd name="connsiteX10" fmla="*/ 16570 w 35210"/>
                  <a:gd name="connsiteY10" fmla="*/ 12197 h 29125"/>
                  <a:gd name="connsiteX11" fmla="*/ 15252 w 35210"/>
                  <a:gd name="connsiteY11" fmla="*/ 15032 h 29125"/>
                  <a:gd name="connsiteX12" fmla="*/ 2409 w 35210"/>
                  <a:gd name="connsiteY12" fmla="*/ 10780 h 29125"/>
                  <a:gd name="connsiteX13" fmla="*/ 878 w 35210"/>
                  <a:gd name="connsiteY13" fmla="*/ 15401 h 29125"/>
                  <a:gd name="connsiteX14" fmla="*/ 12389 w 35210"/>
                  <a:gd name="connsiteY14" fmla="*/ 19242 h 29125"/>
                  <a:gd name="connsiteX15" fmla="*/ 10262 w 35210"/>
                  <a:gd name="connsiteY15" fmla="*/ 21198 h 29125"/>
                  <a:gd name="connsiteX16" fmla="*/ -2254 w 35210"/>
                  <a:gd name="connsiteY16" fmla="*/ 23693 h 29125"/>
                  <a:gd name="connsiteX17" fmla="*/ -950 w 35210"/>
                  <a:gd name="connsiteY17" fmla="*/ 28739 h 29125"/>
                  <a:gd name="connsiteX18" fmla="*/ 12885 w 35210"/>
                  <a:gd name="connsiteY18" fmla="*/ 25593 h 29125"/>
                  <a:gd name="connsiteX19" fmla="*/ 17520 w 35210"/>
                  <a:gd name="connsiteY19" fmla="*/ 20957 h 29125"/>
                  <a:gd name="connsiteX20" fmla="*/ 31114 w 35210"/>
                  <a:gd name="connsiteY20" fmla="*/ 25479 h 29125"/>
                  <a:gd name="connsiteX21" fmla="*/ 32659 w 35210"/>
                  <a:gd name="connsiteY21" fmla="*/ 20858 h 29125"/>
                  <a:gd name="connsiteX22" fmla="*/ 20015 w 35210"/>
                  <a:gd name="connsiteY22" fmla="*/ 16606 h 29125"/>
                  <a:gd name="connsiteX23" fmla="*/ 21290 w 35210"/>
                  <a:gd name="connsiteY23" fmla="*/ 13771 h 2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5210" h="29125">
                    <a:moveTo>
                      <a:pt x="21886" y="11928"/>
                    </a:moveTo>
                    <a:lnTo>
                      <a:pt x="31454" y="15117"/>
                    </a:lnTo>
                    <a:lnTo>
                      <a:pt x="32957" y="10638"/>
                    </a:lnTo>
                    <a:lnTo>
                      <a:pt x="15309" y="4755"/>
                    </a:lnTo>
                    <a:cubicBezTo>
                      <a:pt x="15918" y="4018"/>
                      <a:pt x="16556" y="3224"/>
                      <a:pt x="17208" y="2346"/>
                    </a:cubicBezTo>
                    <a:lnTo>
                      <a:pt x="13140" y="-376"/>
                    </a:lnTo>
                    <a:cubicBezTo>
                      <a:pt x="10631" y="2908"/>
                      <a:pt x="7328" y="5507"/>
                      <a:pt x="3544" y="7179"/>
                    </a:cubicBezTo>
                    <a:lnTo>
                      <a:pt x="6066" y="11744"/>
                    </a:lnTo>
                    <a:cubicBezTo>
                      <a:pt x="8023" y="10921"/>
                      <a:pt x="9866" y="9819"/>
                      <a:pt x="11510" y="8469"/>
                    </a:cubicBezTo>
                    <a:lnTo>
                      <a:pt x="17180" y="10354"/>
                    </a:lnTo>
                    <a:lnTo>
                      <a:pt x="16570" y="12197"/>
                    </a:lnTo>
                    <a:cubicBezTo>
                      <a:pt x="16188" y="13168"/>
                      <a:pt x="15748" y="14115"/>
                      <a:pt x="15252" y="15032"/>
                    </a:cubicBezTo>
                    <a:lnTo>
                      <a:pt x="2409" y="10780"/>
                    </a:lnTo>
                    <a:lnTo>
                      <a:pt x="878" y="15401"/>
                    </a:lnTo>
                    <a:lnTo>
                      <a:pt x="12389" y="19242"/>
                    </a:lnTo>
                    <a:cubicBezTo>
                      <a:pt x="11736" y="19957"/>
                      <a:pt x="11028" y="20610"/>
                      <a:pt x="10262" y="21198"/>
                    </a:cubicBezTo>
                    <a:cubicBezTo>
                      <a:pt x="7626" y="22999"/>
                      <a:pt x="3473" y="23807"/>
                      <a:pt x="-2254" y="23693"/>
                    </a:cubicBezTo>
                    <a:lnTo>
                      <a:pt x="-950" y="28739"/>
                    </a:lnTo>
                    <a:cubicBezTo>
                      <a:pt x="4933" y="28867"/>
                      <a:pt x="9525" y="27818"/>
                      <a:pt x="12885" y="25593"/>
                    </a:cubicBezTo>
                    <a:cubicBezTo>
                      <a:pt x="14671" y="24306"/>
                      <a:pt x="16230" y="22741"/>
                      <a:pt x="17520" y="20957"/>
                    </a:cubicBezTo>
                    <a:lnTo>
                      <a:pt x="31114" y="25479"/>
                    </a:lnTo>
                    <a:lnTo>
                      <a:pt x="32659" y="20858"/>
                    </a:lnTo>
                    <a:lnTo>
                      <a:pt x="20015" y="16606"/>
                    </a:lnTo>
                    <a:cubicBezTo>
                      <a:pt x="20468" y="15698"/>
                      <a:pt x="20894" y="14749"/>
                      <a:pt x="21290" y="137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11D48C44-7EE5-41AC-A643-13424E018C1D}"/>
                  </a:ext>
                </a:extLst>
              </p:cNvPr>
              <p:cNvSpPr/>
              <p:nvPr/>
            </p:nvSpPr>
            <p:spPr>
              <a:xfrm>
                <a:off x="2563302" y="-813998"/>
                <a:ext cx="26733" cy="34218"/>
              </a:xfrm>
              <a:custGeom>
                <a:avLst/>
                <a:gdLst>
                  <a:gd name="connsiteX0" fmla="*/ 24421 w 26733"/>
                  <a:gd name="connsiteY0" fmla="*/ -390 h 34218"/>
                  <a:gd name="connsiteX1" fmla="*/ -2313 w 26733"/>
                  <a:gd name="connsiteY1" fmla="*/ 35 h 34218"/>
                  <a:gd name="connsiteX2" fmla="*/ -2313 w 26733"/>
                  <a:gd name="connsiteY2" fmla="*/ 4911 h 34218"/>
                  <a:gd name="connsiteX3" fmla="*/ 17532 w 26733"/>
                  <a:gd name="connsiteY3" fmla="*/ 4585 h 34218"/>
                  <a:gd name="connsiteX4" fmla="*/ 9197 w 26733"/>
                  <a:gd name="connsiteY4" fmla="*/ 10539 h 34218"/>
                  <a:gd name="connsiteX5" fmla="*/ 9197 w 26733"/>
                  <a:gd name="connsiteY5" fmla="*/ 26812 h 34218"/>
                  <a:gd name="connsiteX6" fmla="*/ 7269 w 26733"/>
                  <a:gd name="connsiteY6" fmla="*/ 29331 h 34218"/>
                  <a:gd name="connsiteX7" fmla="*/ 6716 w 26733"/>
                  <a:gd name="connsiteY7" fmla="*/ 29335 h 34218"/>
                  <a:gd name="connsiteX8" fmla="*/ 1301 w 26733"/>
                  <a:gd name="connsiteY8" fmla="*/ 29264 h 34218"/>
                  <a:gd name="connsiteX9" fmla="*/ 2563 w 26733"/>
                  <a:gd name="connsiteY9" fmla="*/ 33828 h 34218"/>
                  <a:gd name="connsiteX10" fmla="*/ 8772 w 26733"/>
                  <a:gd name="connsiteY10" fmla="*/ 33729 h 34218"/>
                  <a:gd name="connsiteX11" fmla="*/ 14329 w 26733"/>
                  <a:gd name="connsiteY11" fmla="*/ 28272 h 34218"/>
                  <a:gd name="connsiteX12" fmla="*/ 14329 w 26733"/>
                  <a:gd name="connsiteY12" fmla="*/ 12906 h 34218"/>
                  <a:gd name="connsiteX13" fmla="*/ 24407 w 26733"/>
                  <a:gd name="connsiteY13" fmla="*/ 4486 h 3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733" h="34218">
                    <a:moveTo>
                      <a:pt x="24421" y="-390"/>
                    </a:moveTo>
                    <a:lnTo>
                      <a:pt x="-2313" y="35"/>
                    </a:lnTo>
                    <a:lnTo>
                      <a:pt x="-2313" y="4911"/>
                    </a:lnTo>
                    <a:lnTo>
                      <a:pt x="17532" y="4585"/>
                    </a:lnTo>
                    <a:cubicBezTo>
                      <a:pt x="14938" y="6811"/>
                      <a:pt x="12145" y="8802"/>
                      <a:pt x="9197" y="10539"/>
                    </a:cubicBezTo>
                    <a:lnTo>
                      <a:pt x="9197" y="26812"/>
                    </a:lnTo>
                    <a:cubicBezTo>
                      <a:pt x="9367" y="28038"/>
                      <a:pt x="8502" y="29165"/>
                      <a:pt x="7269" y="29331"/>
                    </a:cubicBezTo>
                    <a:cubicBezTo>
                      <a:pt x="7085" y="29355"/>
                      <a:pt x="6901" y="29356"/>
                      <a:pt x="6716" y="29335"/>
                    </a:cubicBezTo>
                    <a:cubicBezTo>
                      <a:pt x="4789" y="29335"/>
                      <a:pt x="3003" y="29335"/>
                      <a:pt x="1301" y="29264"/>
                    </a:cubicBezTo>
                    <a:lnTo>
                      <a:pt x="2563" y="33828"/>
                    </a:lnTo>
                    <a:lnTo>
                      <a:pt x="8772" y="33729"/>
                    </a:lnTo>
                    <a:cubicBezTo>
                      <a:pt x="12443" y="33729"/>
                      <a:pt x="14329" y="31844"/>
                      <a:pt x="14329" y="28272"/>
                    </a:cubicBezTo>
                    <a:lnTo>
                      <a:pt x="14329" y="12906"/>
                    </a:lnTo>
                    <a:cubicBezTo>
                      <a:pt x="17929" y="10400"/>
                      <a:pt x="21303" y="7582"/>
                      <a:pt x="24407" y="448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511AA00C-1DA9-4AA4-991F-71385E18E44F}"/>
                  </a:ext>
                </a:extLst>
              </p:cNvPr>
              <p:cNvSpPr/>
              <p:nvPr/>
            </p:nvSpPr>
            <p:spPr>
              <a:xfrm>
                <a:off x="2547227" y="-826472"/>
                <a:ext cx="44920" cy="46678"/>
              </a:xfrm>
              <a:custGeom>
                <a:avLst/>
                <a:gdLst>
                  <a:gd name="connsiteX0" fmla="*/ 27317 w 44920"/>
                  <a:gd name="connsiteY0" fmla="*/ 3583 h 46678"/>
                  <a:gd name="connsiteX1" fmla="*/ 26155 w 44920"/>
                  <a:gd name="connsiteY1" fmla="*/ -386 h 46678"/>
                  <a:gd name="connsiteX2" fmla="*/ 20839 w 44920"/>
                  <a:gd name="connsiteY2" fmla="*/ 592 h 46678"/>
                  <a:gd name="connsiteX3" fmla="*/ 22257 w 44920"/>
                  <a:gd name="connsiteY3" fmla="*/ 3653 h 46678"/>
                  <a:gd name="connsiteX4" fmla="*/ 5742 w 44920"/>
                  <a:gd name="connsiteY4" fmla="*/ 3923 h 46678"/>
                  <a:gd name="connsiteX5" fmla="*/ 5742 w 44920"/>
                  <a:gd name="connsiteY5" fmla="*/ 17347 h 46678"/>
                  <a:gd name="connsiteX6" fmla="*/ 2000 w 44920"/>
                  <a:gd name="connsiteY6" fmla="*/ 8842 h 46678"/>
                  <a:gd name="connsiteX7" fmla="*/ -2252 w 44920"/>
                  <a:gd name="connsiteY7" fmla="*/ 10656 h 46678"/>
                  <a:gd name="connsiteX8" fmla="*/ 2000 w 44920"/>
                  <a:gd name="connsiteY8" fmla="*/ 20182 h 46678"/>
                  <a:gd name="connsiteX9" fmla="*/ 5785 w 44920"/>
                  <a:gd name="connsiteY9" fmla="*/ 18424 h 46678"/>
                  <a:gd name="connsiteX10" fmla="*/ 5785 w 44920"/>
                  <a:gd name="connsiteY10" fmla="*/ 20819 h 46678"/>
                  <a:gd name="connsiteX11" fmla="*/ 5785 w 44920"/>
                  <a:gd name="connsiteY11" fmla="*/ 22308 h 46678"/>
                  <a:gd name="connsiteX12" fmla="*/ -2309 w 44920"/>
                  <a:gd name="connsiteY12" fmla="*/ 27609 h 46678"/>
                  <a:gd name="connsiteX13" fmla="*/ -764 w 44920"/>
                  <a:gd name="connsiteY13" fmla="*/ 32613 h 46678"/>
                  <a:gd name="connsiteX14" fmla="*/ 5346 w 44920"/>
                  <a:gd name="connsiteY14" fmla="*/ 28035 h 46678"/>
                  <a:gd name="connsiteX15" fmla="*/ 711 w 44920"/>
                  <a:gd name="connsiteY15" fmla="*/ 42833 h 46678"/>
                  <a:gd name="connsiteX16" fmla="*/ 4694 w 44920"/>
                  <a:gd name="connsiteY16" fmla="*/ 46292 h 46678"/>
                  <a:gd name="connsiteX17" fmla="*/ 11001 w 44920"/>
                  <a:gd name="connsiteY17" fmla="*/ 20777 h 46678"/>
                  <a:gd name="connsiteX18" fmla="*/ 11001 w 44920"/>
                  <a:gd name="connsiteY18" fmla="*/ 8941 h 46678"/>
                  <a:gd name="connsiteX19" fmla="*/ 42612 w 44920"/>
                  <a:gd name="connsiteY19" fmla="*/ 8430 h 46678"/>
                  <a:gd name="connsiteX20" fmla="*/ 42612 w 44920"/>
                  <a:gd name="connsiteY20" fmla="*/ 3356 h 46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920" h="46678">
                    <a:moveTo>
                      <a:pt x="27317" y="3583"/>
                    </a:moveTo>
                    <a:cubicBezTo>
                      <a:pt x="26906" y="2165"/>
                      <a:pt x="26566" y="748"/>
                      <a:pt x="26155" y="-386"/>
                    </a:cubicBezTo>
                    <a:lnTo>
                      <a:pt x="20839" y="592"/>
                    </a:lnTo>
                    <a:cubicBezTo>
                      <a:pt x="21378" y="1580"/>
                      <a:pt x="21860" y="2603"/>
                      <a:pt x="22257" y="3653"/>
                    </a:cubicBezTo>
                    <a:lnTo>
                      <a:pt x="5742" y="3923"/>
                    </a:lnTo>
                    <a:lnTo>
                      <a:pt x="5742" y="17347"/>
                    </a:lnTo>
                    <a:cubicBezTo>
                      <a:pt x="4722" y="14418"/>
                      <a:pt x="3460" y="11574"/>
                      <a:pt x="2000" y="8842"/>
                    </a:cubicBezTo>
                    <a:lnTo>
                      <a:pt x="-2252" y="10656"/>
                    </a:lnTo>
                    <a:cubicBezTo>
                      <a:pt x="-565" y="13706"/>
                      <a:pt x="852" y="16893"/>
                      <a:pt x="2000" y="20182"/>
                    </a:cubicBezTo>
                    <a:lnTo>
                      <a:pt x="5785" y="18424"/>
                    </a:lnTo>
                    <a:lnTo>
                      <a:pt x="5785" y="20819"/>
                    </a:lnTo>
                    <a:cubicBezTo>
                      <a:pt x="5785" y="21259"/>
                      <a:pt x="5785" y="21755"/>
                      <a:pt x="5785" y="22308"/>
                    </a:cubicBezTo>
                    <a:cubicBezTo>
                      <a:pt x="3233" y="24295"/>
                      <a:pt x="526" y="26068"/>
                      <a:pt x="-2309" y="27609"/>
                    </a:cubicBezTo>
                    <a:lnTo>
                      <a:pt x="-764" y="32613"/>
                    </a:lnTo>
                    <a:cubicBezTo>
                      <a:pt x="1363" y="31218"/>
                      <a:pt x="3404" y="29690"/>
                      <a:pt x="5346" y="28035"/>
                    </a:cubicBezTo>
                    <a:cubicBezTo>
                      <a:pt x="4892" y="33245"/>
                      <a:pt x="3319" y="38296"/>
                      <a:pt x="711" y="42833"/>
                    </a:cubicBezTo>
                    <a:lnTo>
                      <a:pt x="4694" y="46292"/>
                    </a:lnTo>
                    <a:cubicBezTo>
                      <a:pt x="8705" y="39871"/>
                      <a:pt x="10817" y="31323"/>
                      <a:pt x="11001" y="20777"/>
                    </a:cubicBezTo>
                    <a:lnTo>
                      <a:pt x="11001" y="8941"/>
                    </a:lnTo>
                    <a:lnTo>
                      <a:pt x="42612" y="8430"/>
                    </a:lnTo>
                    <a:lnTo>
                      <a:pt x="42612" y="33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501F35A3-2A17-45C7-9113-D470102FEA1E}"/>
                  </a:ext>
                </a:extLst>
              </p:cNvPr>
              <p:cNvSpPr/>
              <p:nvPr/>
            </p:nvSpPr>
            <p:spPr>
              <a:xfrm>
                <a:off x="2657721" y="-845693"/>
                <a:ext cx="33127" cy="49541"/>
              </a:xfrm>
              <a:custGeom>
                <a:avLst/>
                <a:gdLst>
                  <a:gd name="connsiteX0" fmla="*/ 28758 w 33127"/>
                  <a:gd name="connsiteY0" fmla="*/ 20121 h 49541"/>
                  <a:gd name="connsiteX1" fmla="*/ 27142 w 33127"/>
                  <a:gd name="connsiteY1" fmla="*/ 15373 h 49541"/>
                  <a:gd name="connsiteX2" fmla="*/ 22053 w 33127"/>
                  <a:gd name="connsiteY2" fmla="*/ 17102 h 49541"/>
                  <a:gd name="connsiteX3" fmla="*/ 18113 w 33127"/>
                  <a:gd name="connsiteY3" fmla="*/ 5521 h 49541"/>
                  <a:gd name="connsiteX4" fmla="*/ 21883 w 33127"/>
                  <a:gd name="connsiteY4" fmla="*/ 4231 h 49541"/>
                  <a:gd name="connsiteX5" fmla="*/ 20310 w 33127"/>
                  <a:gd name="connsiteY5" fmla="*/ -376 h 49541"/>
                  <a:gd name="connsiteX6" fmla="*/ -2370 w 33127"/>
                  <a:gd name="connsiteY6" fmla="*/ 7349 h 49541"/>
                  <a:gd name="connsiteX7" fmla="*/ -797 w 33127"/>
                  <a:gd name="connsiteY7" fmla="*/ 11971 h 49541"/>
                  <a:gd name="connsiteX8" fmla="*/ 2775 w 33127"/>
                  <a:gd name="connsiteY8" fmla="*/ 10751 h 49541"/>
                  <a:gd name="connsiteX9" fmla="*/ 6716 w 33127"/>
                  <a:gd name="connsiteY9" fmla="*/ 22332 h 49541"/>
                  <a:gd name="connsiteX10" fmla="*/ 2109 w 33127"/>
                  <a:gd name="connsiteY10" fmla="*/ 23892 h 49541"/>
                  <a:gd name="connsiteX11" fmla="*/ 3725 w 33127"/>
                  <a:gd name="connsiteY11" fmla="*/ 28655 h 49541"/>
                  <a:gd name="connsiteX12" fmla="*/ 8289 w 33127"/>
                  <a:gd name="connsiteY12" fmla="*/ 27095 h 49541"/>
                  <a:gd name="connsiteX13" fmla="*/ 7127 w 33127"/>
                  <a:gd name="connsiteY13" fmla="*/ 47139 h 49541"/>
                  <a:gd name="connsiteX14" fmla="*/ 11961 w 33127"/>
                  <a:gd name="connsiteY14" fmla="*/ 49166 h 49541"/>
                  <a:gd name="connsiteX15" fmla="*/ 13095 w 33127"/>
                  <a:gd name="connsiteY15" fmla="*/ 25465 h 49541"/>
                  <a:gd name="connsiteX16" fmla="*/ 18977 w 33127"/>
                  <a:gd name="connsiteY16" fmla="*/ 23466 h 49541"/>
                  <a:gd name="connsiteX17" fmla="*/ 25994 w 33127"/>
                  <a:gd name="connsiteY17" fmla="*/ 44134 h 49541"/>
                  <a:gd name="connsiteX18" fmla="*/ 30757 w 33127"/>
                  <a:gd name="connsiteY18" fmla="*/ 42518 h 49541"/>
                  <a:gd name="connsiteX19" fmla="*/ 23669 w 33127"/>
                  <a:gd name="connsiteY19" fmla="*/ 21851 h 49541"/>
                  <a:gd name="connsiteX20" fmla="*/ 11464 w 33127"/>
                  <a:gd name="connsiteY20" fmla="*/ 20702 h 49541"/>
                  <a:gd name="connsiteX21" fmla="*/ 7524 w 33127"/>
                  <a:gd name="connsiteY21" fmla="*/ 9121 h 49541"/>
                  <a:gd name="connsiteX22" fmla="*/ 13364 w 33127"/>
                  <a:gd name="connsiteY22" fmla="*/ 7137 h 49541"/>
                  <a:gd name="connsiteX23" fmla="*/ 17305 w 33127"/>
                  <a:gd name="connsiteY23" fmla="*/ 18718 h 49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127" h="49541">
                    <a:moveTo>
                      <a:pt x="28758" y="20121"/>
                    </a:moveTo>
                    <a:lnTo>
                      <a:pt x="27142" y="15373"/>
                    </a:lnTo>
                    <a:lnTo>
                      <a:pt x="22053" y="17102"/>
                    </a:lnTo>
                    <a:lnTo>
                      <a:pt x="18113" y="5521"/>
                    </a:lnTo>
                    <a:lnTo>
                      <a:pt x="21883" y="4231"/>
                    </a:lnTo>
                    <a:lnTo>
                      <a:pt x="20310" y="-376"/>
                    </a:lnTo>
                    <a:lnTo>
                      <a:pt x="-2370" y="7349"/>
                    </a:lnTo>
                    <a:lnTo>
                      <a:pt x="-797" y="11971"/>
                    </a:lnTo>
                    <a:lnTo>
                      <a:pt x="2775" y="10751"/>
                    </a:lnTo>
                    <a:lnTo>
                      <a:pt x="6716" y="22332"/>
                    </a:lnTo>
                    <a:lnTo>
                      <a:pt x="2109" y="23892"/>
                    </a:lnTo>
                    <a:lnTo>
                      <a:pt x="3725" y="28655"/>
                    </a:lnTo>
                    <a:lnTo>
                      <a:pt x="8289" y="27095"/>
                    </a:lnTo>
                    <a:cubicBezTo>
                      <a:pt x="10628" y="35232"/>
                      <a:pt x="10217" y="41880"/>
                      <a:pt x="7127" y="47139"/>
                    </a:cubicBezTo>
                    <a:lnTo>
                      <a:pt x="11961" y="49166"/>
                    </a:lnTo>
                    <a:cubicBezTo>
                      <a:pt x="15405" y="42957"/>
                      <a:pt x="15816" y="34991"/>
                      <a:pt x="13095" y="25465"/>
                    </a:cubicBezTo>
                    <a:lnTo>
                      <a:pt x="18977" y="23466"/>
                    </a:lnTo>
                    <a:lnTo>
                      <a:pt x="25994" y="44134"/>
                    </a:lnTo>
                    <a:lnTo>
                      <a:pt x="30757" y="42518"/>
                    </a:lnTo>
                    <a:lnTo>
                      <a:pt x="23669" y="21851"/>
                    </a:lnTo>
                    <a:close/>
                    <a:moveTo>
                      <a:pt x="11464" y="20702"/>
                    </a:moveTo>
                    <a:lnTo>
                      <a:pt x="7524" y="9121"/>
                    </a:lnTo>
                    <a:lnTo>
                      <a:pt x="13364" y="7137"/>
                    </a:lnTo>
                    <a:lnTo>
                      <a:pt x="17305" y="187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6E663E99-7CF3-458E-B3EB-1E05B9CEDCF5}"/>
                  </a:ext>
                </a:extLst>
              </p:cNvPr>
              <p:cNvSpPr/>
              <p:nvPr/>
            </p:nvSpPr>
            <p:spPr>
              <a:xfrm>
                <a:off x="2639365" y="-837217"/>
                <a:ext cx="27867" cy="44523"/>
              </a:xfrm>
              <a:custGeom>
                <a:avLst/>
                <a:gdLst>
                  <a:gd name="connsiteX0" fmla="*/ 25510 w 27867"/>
                  <a:gd name="connsiteY0" fmla="*/ 36575 h 44523"/>
                  <a:gd name="connsiteX1" fmla="*/ 17841 w 27867"/>
                  <a:gd name="connsiteY1" fmla="*/ 14037 h 44523"/>
                  <a:gd name="connsiteX2" fmla="*/ 9521 w 27867"/>
                  <a:gd name="connsiteY2" fmla="*/ 16872 h 44523"/>
                  <a:gd name="connsiteX3" fmla="*/ 8911 w 27867"/>
                  <a:gd name="connsiteY3" fmla="*/ 6736 h 44523"/>
                  <a:gd name="connsiteX4" fmla="*/ 15999 w 27867"/>
                  <a:gd name="connsiteY4" fmla="*/ 4327 h 44523"/>
                  <a:gd name="connsiteX5" fmla="*/ 14397 w 27867"/>
                  <a:gd name="connsiteY5" fmla="*/ -379 h 44523"/>
                  <a:gd name="connsiteX6" fmla="*/ -2358 w 27867"/>
                  <a:gd name="connsiteY6" fmla="*/ 5291 h 44523"/>
                  <a:gd name="connsiteX7" fmla="*/ -756 w 27867"/>
                  <a:gd name="connsiteY7" fmla="*/ 9997 h 44523"/>
                  <a:gd name="connsiteX8" fmla="*/ 4276 w 27867"/>
                  <a:gd name="connsiteY8" fmla="*/ 8282 h 44523"/>
                  <a:gd name="connsiteX9" fmla="*/ 3184 w 27867"/>
                  <a:gd name="connsiteY9" fmla="*/ 26993 h 44523"/>
                  <a:gd name="connsiteX10" fmla="*/ 7210 w 27867"/>
                  <a:gd name="connsiteY10" fmla="*/ 30338 h 44523"/>
                  <a:gd name="connsiteX11" fmla="*/ 8217 w 27867"/>
                  <a:gd name="connsiteY11" fmla="*/ 26695 h 44523"/>
                  <a:gd name="connsiteX12" fmla="*/ 14156 w 27867"/>
                  <a:gd name="connsiteY12" fmla="*/ 44144 h 44523"/>
                  <a:gd name="connsiteX13" fmla="*/ 18678 w 27867"/>
                  <a:gd name="connsiteY13" fmla="*/ 42613 h 44523"/>
                  <a:gd name="connsiteX14" fmla="*/ 17544 w 27867"/>
                  <a:gd name="connsiteY14" fmla="*/ 39268 h 44523"/>
                  <a:gd name="connsiteX15" fmla="*/ 11335 w 27867"/>
                  <a:gd name="connsiteY15" fmla="*/ 21082 h 44523"/>
                  <a:gd name="connsiteX16" fmla="*/ 14822 w 27867"/>
                  <a:gd name="connsiteY16" fmla="*/ 19905 h 44523"/>
                  <a:gd name="connsiteX17" fmla="*/ 19557 w 27867"/>
                  <a:gd name="connsiteY17" fmla="*/ 33839 h 44523"/>
                  <a:gd name="connsiteX18" fmla="*/ 16070 w 27867"/>
                  <a:gd name="connsiteY18" fmla="*/ 35016 h 4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7867" h="44523">
                    <a:moveTo>
                      <a:pt x="25510" y="36575"/>
                    </a:moveTo>
                    <a:lnTo>
                      <a:pt x="17841" y="14037"/>
                    </a:lnTo>
                    <a:lnTo>
                      <a:pt x="9521" y="16872"/>
                    </a:lnTo>
                    <a:cubicBezTo>
                      <a:pt x="9606" y="13482"/>
                      <a:pt x="9407" y="10092"/>
                      <a:pt x="8911" y="6736"/>
                    </a:cubicBezTo>
                    <a:lnTo>
                      <a:pt x="15999" y="4327"/>
                    </a:lnTo>
                    <a:lnTo>
                      <a:pt x="14397" y="-379"/>
                    </a:lnTo>
                    <a:lnTo>
                      <a:pt x="-2358" y="5291"/>
                    </a:lnTo>
                    <a:lnTo>
                      <a:pt x="-756" y="9997"/>
                    </a:lnTo>
                    <a:lnTo>
                      <a:pt x="4276" y="8282"/>
                    </a:lnTo>
                    <a:cubicBezTo>
                      <a:pt x="5197" y="14527"/>
                      <a:pt x="4829" y="20896"/>
                      <a:pt x="3184" y="26993"/>
                    </a:cubicBezTo>
                    <a:lnTo>
                      <a:pt x="7210" y="30338"/>
                    </a:lnTo>
                    <a:cubicBezTo>
                      <a:pt x="7550" y="29176"/>
                      <a:pt x="7919" y="27942"/>
                      <a:pt x="8217" y="26695"/>
                    </a:cubicBezTo>
                    <a:lnTo>
                      <a:pt x="14156" y="44144"/>
                    </a:lnTo>
                    <a:lnTo>
                      <a:pt x="18678" y="42613"/>
                    </a:lnTo>
                    <a:lnTo>
                      <a:pt x="17544" y="39268"/>
                    </a:lnTo>
                    <a:close/>
                    <a:moveTo>
                      <a:pt x="11335" y="21082"/>
                    </a:moveTo>
                    <a:lnTo>
                      <a:pt x="14822" y="19905"/>
                    </a:lnTo>
                    <a:lnTo>
                      <a:pt x="19557" y="33839"/>
                    </a:lnTo>
                    <a:lnTo>
                      <a:pt x="16070" y="3501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20BEAAB7-D288-4C78-A3B0-A17B844AAE41}"/>
                  </a:ext>
                </a:extLst>
              </p:cNvPr>
              <p:cNvSpPr/>
              <p:nvPr/>
            </p:nvSpPr>
            <p:spPr>
              <a:xfrm>
                <a:off x="2748924" y="-879661"/>
                <a:ext cx="17038" cy="6340"/>
              </a:xfrm>
              <a:custGeom>
                <a:avLst/>
                <a:gdLst>
                  <a:gd name="connsiteX0" fmla="*/ -2093 w 17038"/>
                  <a:gd name="connsiteY0" fmla="*/ 5997 h 6340"/>
                  <a:gd name="connsiteX1" fmla="*/ 14619 w 17038"/>
                  <a:gd name="connsiteY1" fmla="*/ 4835 h 6340"/>
                  <a:gd name="connsiteX2" fmla="*/ 14236 w 17038"/>
                  <a:gd name="connsiteY2" fmla="*/ -325 h 6340"/>
                  <a:gd name="connsiteX3" fmla="*/ -2419 w 17038"/>
                  <a:gd name="connsiteY3" fmla="*/ 1305 h 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38" h="6340">
                    <a:moveTo>
                      <a:pt x="-2093" y="5997"/>
                    </a:moveTo>
                    <a:cubicBezTo>
                      <a:pt x="3407" y="4879"/>
                      <a:pt x="9020" y="4489"/>
                      <a:pt x="14619" y="4835"/>
                    </a:cubicBezTo>
                    <a:lnTo>
                      <a:pt x="14236" y="-325"/>
                    </a:lnTo>
                    <a:cubicBezTo>
                      <a:pt x="8637" y="-454"/>
                      <a:pt x="3052" y="93"/>
                      <a:pt x="-2419" y="130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19893839-7033-4C90-A961-86DEBA9AD89F}"/>
                  </a:ext>
                </a:extLst>
              </p:cNvPr>
              <p:cNvSpPr/>
              <p:nvPr/>
            </p:nvSpPr>
            <p:spPr>
              <a:xfrm>
                <a:off x="2724500" y="-892244"/>
                <a:ext cx="39548" cy="33821"/>
              </a:xfrm>
              <a:custGeom>
                <a:avLst/>
                <a:gdLst>
                  <a:gd name="connsiteX0" fmla="*/ 4605 w 39548"/>
                  <a:gd name="connsiteY0" fmla="*/ 25540 h 33821"/>
                  <a:gd name="connsiteX1" fmla="*/ 29383 w 39548"/>
                  <a:gd name="connsiteY1" fmla="*/ 6531 h 33821"/>
                  <a:gd name="connsiteX2" fmla="*/ 33040 w 39548"/>
                  <a:gd name="connsiteY2" fmla="*/ 11308 h 33821"/>
                  <a:gd name="connsiteX3" fmla="*/ 37137 w 39548"/>
                  <a:gd name="connsiteY3" fmla="*/ 8161 h 33821"/>
                  <a:gd name="connsiteX4" fmla="*/ 30588 w 39548"/>
                  <a:gd name="connsiteY4" fmla="*/ -344 h 33821"/>
                  <a:gd name="connsiteX5" fmla="*/ 16229 w 39548"/>
                  <a:gd name="connsiteY5" fmla="*/ 10670 h 33821"/>
                  <a:gd name="connsiteX6" fmla="*/ 12245 w 39548"/>
                  <a:gd name="connsiteY6" fmla="*/ 8260 h 33821"/>
                  <a:gd name="connsiteX7" fmla="*/ 8220 w 39548"/>
                  <a:gd name="connsiteY7" fmla="*/ 12513 h 33821"/>
                  <a:gd name="connsiteX8" fmla="*/ 11764 w 39548"/>
                  <a:gd name="connsiteY8" fmla="*/ 14115 h 33821"/>
                  <a:gd name="connsiteX9" fmla="*/ -2411 w 39548"/>
                  <a:gd name="connsiteY9" fmla="*/ 24973 h 33821"/>
                  <a:gd name="connsiteX10" fmla="*/ 4123 w 39548"/>
                  <a:gd name="connsiteY10" fmla="*/ 33478 h 33821"/>
                  <a:gd name="connsiteX11" fmla="*/ 8220 w 39548"/>
                  <a:gd name="connsiteY11" fmla="*/ 30331 h 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548" h="33821">
                    <a:moveTo>
                      <a:pt x="4605" y="25540"/>
                    </a:moveTo>
                    <a:lnTo>
                      <a:pt x="29383" y="6531"/>
                    </a:lnTo>
                    <a:lnTo>
                      <a:pt x="33040" y="11308"/>
                    </a:lnTo>
                    <a:lnTo>
                      <a:pt x="37137" y="8161"/>
                    </a:lnTo>
                    <a:lnTo>
                      <a:pt x="30588" y="-344"/>
                    </a:lnTo>
                    <a:lnTo>
                      <a:pt x="16229" y="10670"/>
                    </a:lnTo>
                    <a:cubicBezTo>
                      <a:pt x="14939" y="9800"/>
                      <a:pt x="13606" y="8996"/>
                      <a:pt x="12245" y="8260"/>
                    </a:cubicBezTo>
                    <a:lnTo>
                      <a:pt x="8220" y="12513"/>
                    </a:lnTo>
                    <a:cubicBezTo>
                      <a:pt x="9396" y="12981"/>
                      <a:pt x="10559" y="13533"/>
                      <a:pt x="11764" y="14115"/>
                    </a:cubicBezTo>
                    <a:lnTo>
                      <a:pt x="-2411" y="24973"/>
                    </a:lnTo>
                    <a:lnTo>
                      <a:pt x="4123" y="33478"/>
                    </a:lnTo>
                    <a:lnTo>
                      <a:pt x="8220" y="3033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6AF28107-2A83-4C40-84E5-135066C825BB}"/>
                  </a:ext>
                </a:extLst>
              </p:cNvPr>
              <p:cNvSpPr/>
              <p:nvPr/>
            </p:nvSpPr>
            <p:spPr>
              <a:xfrm>
                <a:off x="2733841" y="-871478"/>
                <a:ext cx="10929" cy="17973"/>
              </a:xfrm>
              <a:custGeom>
                <a:avLst/>
                <a:gdLst>
                  <a:gd name="connsiteX0" fmla="*/ 8521 w 10929"/>
                  <a:gd name="connsiteY0" fmla="*/ 627 h 17973"/>
                  <a:gd name="connsiteX1" fmla="*/ 3829 w 10929"/>
                  <a:gd name="connsiteY1" fmla="*/ -351 h 17973"/>
                  <a:gd name="connsiteX2" fmla="*/ -2409 w 10929"/>
                  <a:gd name="connsiteY2" fmla="*/ 15241 h 17973"/>
                  <a:gd name="connsiteX3" fmla="*/ 2170 w 10929"/>
                  <a:gd name="connsiteY3" fmla="*/ 17622 h 17973"/>
                  <a:gd name="connsiteX4" fmla="*/ 8521 w 10929"/>
                  <a:gd name="connsiteY4" fmla="*/ 627 h 1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29" h="17973">
                    <a:moveTo>
                      <a:pt x="8521" y="627"/>
                    </a:moveTo>
                    <a:lnTo>
                      <a:pt x="3829" y="-351"/>
                    </a:lnTo>
                    <a:cubicBezTo>
                      <a:pt x="2808" y="5208"/>
                      <a:pt x="682" y="10508"/>
                      <a:pt x="-2409" y="15241"/>
                    </a:cubicBezTo>
                    <a:lnTo>
                      <a:pt x="2170" y="17622"/>
                    </a:lnTo>
                    <a:cubicBezTo>
                      <a:pt x="5246" y="12365"/>
                      <a:pt x="7401" y="6616"/>
                      <a:pt x="8521" y="62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F2FE9046-5931-4A6C-93FC-E7E32744A593}"/>
                  </a:ext>
                </a:extLst>
              </p:cNvPr>
              <p:cNvSpPr/>
              <p:nvPr/>
            </p:nvSpPr>
            <p:spPr>
              <a:xfrm>
                <a:off x="2738406" y="-870925"/>
                <a:ext cx="43610" cy="36174"/>
              </a:xfrm>
              <a:custGeom>
                <a:avLst/>
                <a:gdLst>
                  <a:gd name="connsiteX0" fmla="*/ 36886 w 43610"/>
                  <a:gd name="connsiteY0" fmla="*/ 1372 h 36174"/>
                  <a:gd name="connsiteX1" fmla="*/ 32223 w 43610"/>
                  <a:gd name="connsiteY1" fmla="*/ 3130 h 36174"/>
                  <a:gd name="connsiteX2" fmla="*/ 35838 w 43610"/>
                  <a:gd name="connsiteY2" fmla="*/ 8247 h 36174"/>
                  <a:gd name="connsiteX3" fmla="*/ 35086 w 43610"/>
                  <a:gd name="connsiteY3" fmla="*/ 10147 h 36174"/>
                  <a:gd name="connsiteX4" fmla="*/ 32606 w 43610"/>
                  <a:gd name="connsiteY4" fmla="*/ 12046 h 36174"/>
                  <a:gd name="connsiteX5" fmla="*/ 31301 w 43610"/>
                  <a:gd name="connsiteY5" fmla="*/ 12056 h 36174"/>
                  <a:gd name="connsiteX6" fmla="*/ 31188 w 43610"/>
                  <a:gd name="connsiteY6" fmla="*/ 11918 h 36174"/>
                  <a:gd name="connsiteX7" fmla="*/ 21790 w 43610"/>
                  <a:gd name="connsiteY7" fmla="*/ -357 h 36174"/>
                  <a:gd name="connsiteX8" fmla="*/ 11641 w 43610"/>
                  <a:gd name="connsiteY8" fmla="*/ 7425 h 36174"/>
                  <a:gd name="connsiteX9" fmla="*/ 10932 w 43610"/>
                  <a:gd name="connsiteY9" fmla="*/ 6333 h 36174"/>
                  <a:gd name="connsiteX10" fmla="*/ 8210 w 43610"/>
                  <a:gd name="connsiteY10" fmla="*/ 2790 h 36174"/>
                  <a:gd name="connsiteX11" fmla="*/ 4071 w 43610"/>
                  <a:gd name="connsiteY11" fmla="*/ 5965 h 36174"/>
                  <a:gd name="connsiteX12" fmla="*/ 6793 w 43610"/>
                  <a:gd name="connsiteY12" fmla="*/ 9509 h 36174"/>
                  <a:gd name="connsiteX13" fmla="*/ 7502 w 43610"/>
                  <a:gd name="connsiteY13" fmla="*/ 10600 h 36174"/>
                  <a:gd name="connsiteX14" fmla="*/ -2421 w 43610"/>
                  <a:gd name="connsiteY14" fmla="*/ 18226 h 36174"/>
                  <a:gd name="connsiteX15" fmla="*/ 541 w 43610"/>
                  <a:gd name="connsiteY15" fmla="*/ 22096 h 36174"/>
                  <a:gd name="connsiteX16" fmla="*/ 9769 w 43610"/>
                  <a:gd name="connsiteY16" fmla="*/ 15009 h 36174"/>
                  <a:gd name="connsiteX17" fmla="*/ 10989 w 43610"/>
                  <a:gd name="connsiteY17" fmla="*/ 20849 h 36174"/>
                  <a:gd name="connsiteX18" fmla="*/ 5205 w 43610"/>
                  <a:gd name="connsiteY18" fmla="*/ 33989 h 36174"/>
                  <a:gd name="connsiteX19" fmla="*/ 10110 w 43610"/>
                  <a:gd name="connsiteY19" fmla="*/ 35817 h 36174"/>
                  <a:gd name="connsiteX20" fmla="*/ 16205 w 43610"/>
                  <a:gd name="connsiteY20" fmla="*/ 21047 h 36174"/>
                  <a:gd name="connsiteX21" fmla="*/ 14065 w 43610"/>
                  <a:gd name="connsiteY21" fmla="*/ 11720 h 36174"/>
                  <a:gd name="connsiteX22" fmla="*/ 20698 w 43610"/>
                  <a:gd name="connsiteY22" fmla="*/ 6631 h 36174"/>
                  <a:gd name="connsiteX23" fmla="*/ 27659 w 43610"/>
                  <a:gd name="connsiteY23" fmla="*/ 15703 h 36174"/>
                  <a:gd name="connsiteX24" fmla="*/ 35044 w 43610"/>
                  <a:gd name="connsiteY24" fmla="*/ 16369 h 36174"/>
                  <a:gd name="connsiteX25" fmla="*/ 38162 w 43610"/>
                  <a:gd name="connsiteY25" fmla="*/ 13974 h 36174"/>
                  <a:gd name="connsiteX26" fmla="*/ 40997 w 43610"/>
                  <a:gd name="connsiteY26" fmla="*/ 8403 h 36174"/>
                  <a:gd name="connsiteX27" fmla="*/ 36886 w 43610"/>
                  <a:gd name="connsiteY27" fmla="*/ 1372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610" h="36174">
                    <a:moveTo>
                      <a:pt x="36886" y="1372"/>
                    </a:moveTo>
                    <a:lnTo>
                      <a:pt x="32223" y="3130"/>
                    </a:lnTo>
                    <a:cubicBezTo>
                      <a:pt x="33555" y="4859"/>
                      <a:pt x="34746" y="6589"/>
                      <a:pt x="35838" y="8247"/>
                    </a:cubicBezTo>
                    <a:cubicBezTo>
                      <a:pt x="36107" y="8928"/>
                      <a:pt x="35838" y="9537"/>
                      <a:pt x="35086" y="10147"/>
                    </a:cubicBezTo>
                    <a:lnTo>
                      <a:pt x="32606" y="12046"/>
                    </a:lnTo>
                    <a:cubicBezTo>
                      <a:pt x="32251" y="12409"/>
                      <a:pt x="31670" y="12413"/>
                      <a:pt x="31301" y="12056"/>
                    </a:cubicBezTo>
                    <a:cubicBezTo>
                      <a:pt x="31259" y="12013"/>
                      <a:pt x="31216" y="11968"/>
                      <a:pt x="31188" y="11918"/>
                    </a:cubicBezTo>
                    <a:lnTo>
                      <a:pt x="21790" y="-357"/>
                    </a:lnTo>
                    <a:lnTo>
                      <a:pt x="11641" y="7425"/>
                    </a:lnTo>
                    <a:cubicBezTo>
                      <a:pt x="11400" y="7113"/>
                      <a:pt x="11201" y="6759"/>
                      <a:pt x="10932" y="6333"/>
                    </a:cubicBezTo>
                    <a:lnTo>
                      <a:pt x="8210" y="2790"/>
                    </a:lnTo>
                    <a:lnTo>
                      <a:pt x="4071" y="5965"/>
                    </a:lnTo>
                    <a:lnTo>
                      <a:pt x="6793" y="9509"/>
                    </a:lnTo>
                    <a:lnTo>
                      <a:pt x="7502" y="10600"/>
                    </a:lnTo>
                    <a:lnTo>
                      <a:pt x="-2421" y="18226"/>
                    </a:lnTo>
                    <a:lnTo>
                      <a:pt x="541" y="22096"/>
                    </a:lnTo>
                    <a:lnTo>
                      <a:pt x="9769" y="15009"/>
                    </a:lnTo>
                    <a:cubicBezTo>
                      <a:pt x="10478" y="16880"/>
                      <a:pt x="10889" y="18850"/>
                      <a:pt x="10989" y="20849"/>
                    </a:cubicBezTo>
                    <a:cubicBezTo>
                      <a:pt x="10904" y="24350"/>
                      <a:pt x="8947" y="28744"/>
                      <a:pt x="5205" y="33989"/>
                    </a:cubicBezTo>
                    <a:lnTo>
                      <a:pt x="10110" y="35817"/>
                    </a:lnTo>
                    <a:cubicBezTo>
                      <a:pt x="14008" y="30431"/>
                      <a:pt x="16077" y="25526"/>
                      <a:pt x="16205" y="21047"/>
                    </a:cubicBezTo>
                    <a:cubicBezTo>
                      <a:pt x="16177" y="17819"/>
                      <a:pt x="15454" y="14636"/>
                      <a:pt x="14065" y="11720"/>
                    </a:cubicBezTo>
                    <a:lnTo>
                      <a:pt x="20698" y="6631"/>
                    </a:lnTo>
                    <a:lnTo>
                      <a:pt x="27659" y="15703"/>
                    </a:lnTo>
                    <a:cubicBezTo>
                      <a:pt x="29671" y="18354"/>
                      <a:pt x="32124" y="18609"/>
                      <a:pt x="35044" y="16369"/>
                    </a:cubicBezTo>
                    <a:lnTo>
                      <a:pt x="38162" y="13974"/>
                    </a:lnTo>
                    <a:cubicBezTo>
                      <a:pt x="40685" y="12046"/>
                      <a:pt x="41635" y="10175"/>
                      <a:pt x="40997" y="8403"/>
                    </a:cubicBezTo>
                    <a:cubicBezTo>
                      <a:pt x="39792" y="5968"/>
                      <a:pt x="38417" y="3619"/>
                      <a:pt x="36886" y="137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395DB526-CA39-4B10-B58D-A20B5798CA26}"/>
                  </a:ext>
                </a:extLst>
              </p:cNvPr>
              <p:cNvSpPr/>
              <p:nvPr/>
            </p:nvSpPr>
            <p:spPr>
              <a:xfrm>
                <a:off x="2800847" y="-965075"/>
                <a:ext cx="24565" cy="28732"/>
              </a:xfrm>
              <a:custGeom>
                <a:avLst/>
                <a:gdLst>
                  <a:gd name="connsiteX0" fmla="*/ 6663 w 24565"/>
                  <a:gd name="connsiteY0" fmla="*/ 28433 h 28732"/>
                  <a:gd name="connsiteX1" fmla="*/ 8987 w 24565"/>
                  <a:gd name="connsiteY1" fmla="*/ 24960 h 28732"/>
                  <a:gd name="connsiteX2" fmla="*/ 11553 w 24565"/>
                  <a:gd name="connsiteY2" fmla="*/ 26675 h 28732"/>
                  <a:gd name="connsiteX3" fmla="*/ 22113 w 24565"/>
                  <a:gd name="connsiteY3" fmla="*/ 10899 h 28732"/>
                  <a:gd name="connsiteX4" fmla="*/ 19562 w 24565"/>
                  <a:gd name="connsiteY4" fmla="*/ 9183 h 28732"/>
                  <a:gd name="connsiteX5" fmla="*/ 21802 w 24565"/>
                  <a:gd name="connsiteY5" fmla="*/ 5838 h 28732"/>
                  <a:gd name="connsiteX6" fmla="*/ 12616 w 24565"/>
                  <a:gd name="connsiteY6" fmla="*/ -300 h 28732"/>
                  <a:gd name="connsiteX7" fmla="*/ 6365 w 24565"/>
                  <a:gd name="connsiteY7" fmla="*/ 9042 h 28732"/>
                  <a:gd name="connsiteX8" fmla="*/ 2112 w 24565"/>
                  <a:gd name="connsiteY8" fmla="*/ 7894 h 28732"/>
                  <a:gd name="connsiteX9" fmla="*/ -141 w 24565"/>
                  <a:gd name="connsiteY9" fmla="*/ 12855 h 28732"/>
                  <a:gd name="connsiteX10" fmla="*/ 3459 w 24565"/>
                  <a:gd name="connsiteY10" fmla="*/ 13464 h 28732"/>
                  <a:gd name="connsiteX11" fmla="*/ -2452 w 24565"/>
                  <a:gd name="connsiteY11" fmla="*/ 22310 h 28732"/>
                  <a:gd name="connsiteX12" fmla="*/ 13878 w 24565"/>
                  <a:gd name="connsiteY12" fmla="*/ 6589 h 28732"/>
                  <a:gd name="connsiteX13" fmla="*/ 17719 w 24565"/>
                  <a:gd name="connsiteY13" fmla="*/ 9155 h 28732"/>
                  <a:gd name="connsiteX14" fmla="*/ 8179 w 24565"/>
                  <a:gd name="connsiteY14" fmla="*/ 23401 h 28732"/>
                  <a:gd name="connsiteX15" fmla="*/ 4338 w 24565"/>
                  <a:gd name="connsiteY15" fmla="*/ 20835 h 2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565" h="28732">
                    <a:moveTo>
                      <a:pt x="6663" y="28433"/>
                    </a:moveTo>
                    <a:lnTo>
                      <a:pt x="8987" y="24960"/>
                    </a:lnTo>
                    <a:lnTo>
                      <a:pt x="11553" y="26675"/>
                    </a:lnTo>
                    <a:lnTo>
                      <a:pt x="22113" y="10899"/>
                    </a:lnTo>
                    <a:lnTo>
                      <a:pt x="19562" y="9183"/>
                    </a:lnTo>
                    <a:lnTo>
                      <a:pt x="21802" y="5838"/>
                    </a:lnTo>
                    <a:lnTo>
                      <a:pt x="12616" y="-300"/>
                    </a:lnTo>
                    <a:lnTo>
                      <a:pt x="6365" y="9042"/>
                    </a:lnTo>
                    <a:cubicBezTo>
                      <a:pt x="4763" y="8574"/>
                      <a:pt x="3360" y="8163"/>
                      <a:pt x="2112" y="7894"/>
                    </a:cubicBezTo>
                    <a:lnTo>
                      <a:pt x="-141" y="12855"/>
                    </a:lnTo>
                    <a:cubicBezTo>
                      <a:pt x="1078" y="12970"/>
                      <a:pt x="2283" y="13174"/>
                      <a:pt x="3459" y="13464"/>
                    </a:cubicBezTo>
                    <a:lnTo>
                      <a:pt x="-2452" y="22310"/>
                    </a:lnTo>
                    <a:close/>
                    <a:moveTo>
                      <a:pt x="13878" y="6589"/>
                    </a:moveTo>
                    <a:lnTo>
                      <a:pt x="17719" y="9155"/>
                    </a:lnTo>
                    <a:lnTo>
                      <a:pt x="8179" y="23401"/>
                    </a:lnTo>
                    <a:lnTo>
                      <a:pt x="4338" y="208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F8EAEB2D-1797-47FD-927B-1D6902787FF2}"/>
                  </a:ext>
                </a:extLst>
              </p:cNvPr>
              <p:cNvSpPr/>
              <p:nvPr/>
            </p:nvSpPr>
            <p:spPr>
              <a:xfrm>
                <a:off x="2816156" y="-955195"/>
                <a:ext cx="32936" cy="35579"/>
              </a:xfrm>
              <a:custGeom>
                <a:avLst/>
                <a:gdLst>
                  <a:gd name="connsiteX0" fmla="*/ 24427 w 32936"/>
                  <a:gd name="connsiteY0" fmla="*/ 6567 h 35579"/>
                  <a:gd name="connsiteX1" fmla="*/ 20486 w 32936"/>
                  <a:gd name="connsiteY1" fmla="*/ 9615 h 35579"/>
                  <a:gd name="connsiteX2" fmla="*/ 25107 w 32936"/>
                  <a:gd name="connsiteY2" fmla="*/ 13428 h 35579"/>
                  <a:gd name="connsiteX3" fmla="*/ 25022 w 32936"/>
                  <a:gd name="connsiteY3" fmla="*/ 14449 h 35579"/>
                  <a:gd name="connsiteX4" fmla="*/ 24299 w 32936"/>
                  <a:gd name="connsiteY4" fmla="*/ 15512 h 35579"/>
                  <a:gd name="connsiteX5" fmla="*/ 22116 w 32936"/>
                  <a:gd name="connsiteY5" fmla="*/ 15313 h 35579"/>
                  <a:gd name="connsiteX6" fmla="*/ 12435 w 32936"/>
                  <a:gd name="connsiteY6" fmla="*/ 8850 h 35579"/>
                  <a:gd name="connsiteX7" fmla="*/ 16758 w 32936"/>
                  <a:gd name="connsiteY7" fmla="*/ 2400 h 35579"/>
                  <a:gd name="connsiteX8" fmla="*/ 12704 w 32936"/>
                  <a:gd name="connsiteY8" fmla="*/ -307 h 35579"/>
                  <a:gd name="connsiteX9" fmla="*/ -2463 w 32936"/>
                  <a:gd name="connsiteY9" fmla="*/ 22373 h 35579"/>
                  <a:gd name="connsiteX10" fmla="*/ 1591 w 32936"/>
                  <a:gd name="connsiteY10" fmla="*/ 25080 h 35579"/>
                  <a:gd name="connsiteX11" fmla="*/ 4964 w 32936"/>
                  <a:gd name="connsiteY11" fmla="*/ 20034 h 35579"/>
                  <a:gd name="connsiteX12" fmla="*/ 10946 w 32936"/>
                  <a:gd name="connsiteY12" fmla="*/ 26483 h 35579"/>
                  <a:gd name="connsiteX13" fmla="*/ 12179 w 32936"/>
                  <a:gd name="connsiteY13" fmla="*/ 35272 h 35579"/>
                  <a:gd name="connsiteX14" fmla="*/ 17637 w 32936"/>
                  <a:gd name="connsiteY14" fmla="*/ 34903 h 35579"/>
                  <a:gd name="connsiteX15" fmla="*/ 15567 w 32936"/>
                  <a:gd name="connsiteY15" fmla="*/ 23960 h 35579"/>
                  <a:gd name="connsiteX16" fmla="*/ 7785 w 32936"/>
                  <a:gd name="connsiteY16" fmla="*/ 15824 h 35579"/>
                  <a:gd name="connsiteX17" fmla="*/ 9585 w 32936"/>
                  <a:gd name="connsiteY17" fmla="*/ 13145 h 35579"/>
                  <a:gd name="connsiteX18" fmla="*/ 20302 w 32936"/>
                  <a:gd name="connsiteY18" fmla="*/ 20232 h 35579"/>
                  <a:gd name="connsiteX19" fmla="*/ 24129 w 32936"/>
                  <a:gd name="connsiteY19" fmla="*/ 21309 h 35579"/>
                  <a:gd name="connsiteX20" fmla="*/ 27191 w 32936"/>
                  <a:gd name="connsiteY20" fmla="*/ 19410 h 35579"/>
                  <a:gd name="connsiteX21" fmla="*/ 29430 w 32936"/>
                  <a:gd name="connsiteY21" fmla="*/ 16065 h 35579"/>
                  <a:gd name="connsiteX22" fmla="*/ 30437 w 32936"/>
                  <a:gd name="connsiteY22" fmla="*/ 12422 h 35579"/>
                  <a:gd name="connsiteX23" fmla="*/ 24427 w 32936"/>
                  <a:gd name="connsiteY23" fmla="*/ 6567 h 3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2936" h="35579">
                    <a:moveTo>
                      <a:pt x="24427" y="6567"/>
                    </a:moveTo>
                    <a:lnTo>
                      <a:pt x="20486" y="9615"/>
                    </a:lnTo>
                    <a:cubicBezTo>
                      <a:pt x="23406" y="11685"/>
                      <a:pt x="24937" y="12960"/>
                      <a:pt x="25107" y="13428"/>
                    </a:cubicBezTo>
                    <a:cubicBezTo>
                      <a:pt x="25235" y="13763"/>
                      <a:pt x="25206" y="14140"/>
                      <a:pt x="25022" y="14449"/>
                    </a:cubicBezTo>
                    <a:lnTo>
                      <a:pt x="24299" y="15512"/>
                    </a:lnTo>
                    <a:cubicBezTo>
                      <a:pt x="23916" y="16093"/>
                      <a:pt x="23179" y="16022"/>
                      <a:pt x="22116" y="15313"/>
                    </a:cubicBezTo>
                    <a:lnTo>
                      <a:pt x="12435" y="8850"/>
                    </a:lnTo>
                    <a:lnTo>
                      <a:pt x="16758" y="2400"/>
                    </a:lnTo>
                    <a:lnTo>
                      <a:pt x="12704" y="-307"/>
                    </a:lnTo>
                    <a:lnTo>
                      <a:pt x="-2463" y="22373"/>
                    </a:lnTo>
                    <a:lnTo>
                      <a:pt x="1591" y="25080"/>
                    </a:lnTo>
                    <a:lnTo>
                      <a:pt x="4964" y="20034"/>
                    </a:lnTo>
                    <a:cubicBezTo>
                      <a:pt x="7388" y="21745"/>
                      <a:pt x="9415" y="23942"/>
                      <a:pt x="10946" y="26483"/>
                    </a:cubicBezTo>
                    <a:cubicBezTo>
                      <a:pt x="12165" y="29242"/>
                      <a:pt x="12591" y="32285"/>
                      <a:pt x="12179" y="35272"/>
                    </a:cubicBezTo>
                    <a:lnTo>
                      <a:pt x="17637" y="34903"/>
                    </a:lnTo>
                    <a:cubicBezTo>
                      <a:pt x="17963" y="31134"/>
                      <a:pt x="17254" y="27349"/>
                      <a:pt x="15567" y="23960"/>
                    </a:cubicBezTo>
                    <a:cubicBezTo>
                      <a:pt x="13498" y="20785"/>
                      <a:pt x="10861" y="18025"/>
                      <a:pt x="7785" y="15824"/>
                    </a:cubicBezTo>
                    <a:lnTo>
                      <a:pt x="9585" y="13145"/>
                    </a:lnTo>
                    <a:lnTo>
                      <a:pt x="20302" y="20232"/>
                    </a:lnTo>
                    <a:cubicBezTo>
                      <a:pt x="21407" y="21033"/>
                      <a:pt x="22768" y="21416"/>
                      <a:pt x="24129" y="21309"/>
                    </a:cubicBezTo>
                    <a:cubicBezTo>
                      <a:pt x="25405" y="21244"/>
                      <a:pt x="26567" y="20527"/>
                      <a:pt x="27191" y="19410"/>
                    </a:cubicBezTo>
                    <a:lnTo>
                      <a:pt x="29430" y="16065"/>
                    </a:lnTo>
                    <a:cubicBezTo>
                      <a:pt x="30238" y="15031"/>
                      <a:pt x="30593" y="13722"/>
                      <a:pt x="30437" y="12422"/>
                    </a:cubicBezTo>
                    <a:cubicBezTo>
                      <a:pt x="30111" y="11500"/>
                      <a:pt x="28098" y="9502"/>
                      <a:pt x="24427" y="656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C860F683-25F6-42E7-B105-98CBAE443169}"/>
                  </a:ext>
                </a:extLst>
              </p:cNvPr>
              <p:cNvSpPr/>
              <p:nvPr/>
            </p:nvSpPr>
            <p:spPr>
              <a:xfrm>
                <a:off x="2789790" y="-943019"/>
                <a:ext cx="39817" cy="37407"/>
              </a:xfrm>
              <a:custGeom>
                <a:avLst/>
                <a:gdLst>
                  <a:gd name="connsiteX0" fmla="*/ 31584 w 39817"/>
                  <a:gd name="connsiteY0" fmla="*/ 27114 h 37407"/>
                  <a:gd name="connsiteX1" fmla="*/ 33895 w 39817"/>
                  <a:gd name="connsiteY1" fmla="*/ 20097 h 37407"/>
                  <a:gd name="connsiteX2" fmla="*/ 30337 w 39817"/>
                  <a:gd name="connsiteY2" fmla="*/ 16114 h 37407"/>
                  <a:gd name="connsiteX3" fmla="*/ 17948 w 39817"/>
                  <a:gd name="connsiteY3" fmla="*/ 13094 h 37407"/>
                  <a:gd name="connsiteX4" fmla="*/ 9443 w 39817"/>
                  <a:gd name="connsiteY4" fmla="*/ 1953 h 37407"/>
                  <a:gd name="connsiteX5" fmla="*/ 6055 w 39817"/>
                  <a:gd name="connsiteY5" fmla="*/ -315 h 37407"/>
                  <a:gd name="connsiteX6" fmla="*/ -2450 w 39817"/>
                  <a:gd name="connsiteY6" fmla="*/ 12371 h 37407"/>
                  <a:gd name="connsiteX7" fmla="*/ 34532 w 39817"/>
                  <a:gd name="connsiteY7" fmla="*/ 37093 h 37407"/>
                  <a:gd name="connsiteX8" fmla="*/ 37367 w 39817"/>
                  <a:gd name="connsiteY8" fmla="*/ 32840 h 37407"/>
                  <a:gd name="connsiteX9" fmla="*/ 26623 w 39817"/>
                  <a:gd name="connsiteY9" fmla="*/ 25653 h 37407"/>
                  <a:gd name="connsiteX10" fmla="*/ 4481 w 39817"/>
                  <a:gd name="connsiteY10" fmla="*/ 10869 h 37407"/>
                  <a:gd name="connsiteX11" fmla="*/ 7316 w 39817"/>
                  <a:gd name="connsiteY11" fmla="*/ 6616 h 37407"/>
                  <a:gd name="connsiteX12" fmla="*/ 15822 w 39817"/>
                  <a:gd name="connsiteY12" fmla="*/ 17701 h 37407"/>
                  <a:gd name="connsiteX13" fmla="*/ 27558 w 39817"/>
                  <a:gd name="connsiteY13" fmla="*/ 20281 h 37407"/>
                  <a:gd name="connsiteX14" fmla="*/ 28678 w 39817"/>
                  <a:gd name="connsiteY14" fmla="*/ 21571 h 37407"/>
                  <a:gd name="connsiteX15" fmla="*/ 28111 w 39817"/>
                  <a:gd name="connsiteY15" fmla="*/ 23400 h 37407"/>
                  <a:gd name="connsiteX16" fmla="*/ 26382 w 39817"/>
                  <a:gd name="connsiteY16" fmla="*/ 25526 h 3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817" h="37407">
                    <a:moveTo>
                      <a:pt x="31584" y="27114"/>
                    </a:moveTo>
                    <a:cubicBezTo>
                      <a:pt x="33427" y="24278"/>
                      <a:pt x="34192" y="21968"/>
                      <a:pt x="33895" y="20097"/>
                    </a:cubicBezTo>
                    <a:cubicBezTo>
                      <a:pt x="33200" y="18399"/>
                      <a:pt x="31953" y="16991"/>
                      <a:pt x="30337" y="16114"/>
                    </a:cubicBezTo>
                    <a:cubicBezTo>
                      <a:pt x="26481" y="14199"/>
                      <a:pt x="22257" y="13167"/>
                      <a:pt x="17948" y="13094"/>
                    </a:cubicBezTo>
                    <a:cubicBezTo>
                      <a:pt x="15028" y="9040"/>
                      <a:pt x="12178" y="5355"/>
                      <a:pt x="9443" y="1953"/>
                    </a:cubicBezTo>
                    <a:lnTo>
                      <a:pt x="6055" y="-315"/>
                    </a:lnTo>
                    <a:lnTo>
                      <a:pt x="-2450" y="12371"/>
                    </a:lnTo>
                    <a:lnTo>
                      <a:pt x="34532" y="37093"/>
                    </a:lnTo>
                    <a:lnTo>
                      <a:pt x="37367" y="32840"/>
                    </a:lnTo>
                    <a:lnTo>
                      <a:pt x="26623" y="25653"/>
                    </a:lnTo>
                    <a:close/>
                    <a:moveTo>
                      <a:pt x="4481" y="10869"/>
                    </a:moveTo>
                    <a:lnTo>
                      <a:pt x="7316" y="6616"/>
                    </a:lnTo>
                    <a:cubicBezTo>
                      <a:pt x="9981" y="9707"/>
                      <a:pt x="12816" y="13402"/>
                      <a:pt x="15822" y="17701"/>
                    </a:cubicBezTo>
                    <a:cubicBezTo>
                      <a:pt x="20868" y="17602"/>
                      <a:pt x="24794" y="18438"/>
                      <a:pt x="27558" y="20281"/>
                    </a:cubicBezTo>
                    <a:cubicBezTo>
                      <a:pt x="28083" y="20553"/>
                      <a:pt x="28480" y="21014"/>
                      <a:pt x="28678" y="21571"/>
                    </a:cubicBezTo>
                    <a:cubicBezTo>
                      <a:pt x="28664" y="22222"/>
                      <a:pt x="28466" y="22855"/>
                      <a:pt x="28111" y="23400"/>
                    </a:cubicBezTo>
                    <a:cubicBezTo>
                      <a:pt x="27573" y="24141"/>
                      <a:pt x="27005" y="24851"/>
                      <a:pt x="26382" y="2552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5261FF9F-7925-4A7E-8452-046A6BF5311F}"/>
                  </a:ext>
                </a:extLst>
              </p:cNvPr>
              <p:cNvSpPr/>
              <p:nvPr/>
            </p:nvSpPr>
            <p:spPr>
              <a:xfrm rot="-782399">
                <a:off x="2257717" y="-1039362"/>
                <a:ext cx="38924" cy="8093"/>
              </a:xfrm>
              <a:custGeom>
                <a:avLst/>
                <a:gdLst>
                  <a:gd name="connsiteX0" fmla="*/ -2137 w 38924"/>
                  <a:gd name="connsiteY0" fmla="*/ -250 h 8093"/>
                  <a:gd name="connsiteX1" fmla="*/ 36788 w 38924"/>
                  <a:gd name="connsiteY1" fmla="*/ -250 h 8093"/>
                  <a:gd name="connsiteX2" fmla="*/ 36788 w 38924"/>
                  <a:gd name="connsiteY2" fmla="*/ 7844 h 8093"/>
                  <a:gd name="connsiteX3" fmla="*/ -2137 w 38924"/>
                  <a:gd name="connsiteY3" fmla="*/ 7844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137" y="-250"/>
                    </a:moveTo>
                    <a:lnTo>
                      <a:pt x="36788" y="-250"/>
                    </a:lnTo>
                    <a:lnTo>
                      <a:pt x="36788" y="7844"/>
                    </a:lnTo>
                    <a:lnTo>
                      <a:pt x="-2137" y="784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59AB3B2D-DD0C-4AF3-83AD-C7F6BECEAF2D}"/>
                  </a:ext>
                </a:extLst>
              </p:cNvPr>
              <p:cNvSpPr/>
              <p:nvPr/>
            </p:nvSpPr>
            <p:spPr>
              <a:xfrm>
                <a:off x="2250019" y="-1090539"/>
                <a:ext cx="41887" cy="35380"/>
              </a:xfrm>
              <a:custGeom>
                <a:avLst/>
                <a:gdLst>
                  <a:gd name="connsiteX0" fmla="*/ -1481 w 41887"/>
                  <a:gd name="connsiteY0" fmla="*/ 9775 h 35380"/>
                  <a:gd name="connsiteX1" fmla="*/ 24969 w 41887"/>
                  <a:gd name="connsiteY1" fmla="*/ 7124 h 35380"/>
                  <a:gd name="connsiteX2" fmla="*/ 319 w 41887"/>
                  <a:gd name="connsiteY2" fmla="*/ 27720 h 35380"/>
                  <a:gd name="connsiteX3" fmla="*/ 1028 w 41887"/>
                  <a:gd name="connsiteY3" fmla="*/ 34808 h 35380"/>
                  <a:gd name="connsiteX4" fmla="*/ 39754 w 41887"/>
                  <a:gd name="connsiteY4" fmla="*/ 30938 h 35380"/>
                  <a:gd name="connsiteX5" fmla="*/ 39102 w 41887"/>
                  <a:gd name="connsiteY5" fmla="*/ 24474 h 35380"/>
                  <a:gd name="connsiteX6" fmla="*/ 12651 w 41887"/>
                  <a:gd name="connsiteY6" fmla="*/ 27125 h 35380"/>
                  <a:gd name="connsiteX7" fmla="*/ 37316 w 41887"/>
                  <a:gd name="connsiteY7" fmla="*/ 6642 h 35380"/>
                  <a:gd name="connsiteX8" fmla="*/ 36593 w 41887"/>
                  <a:gd name="connsiteY8" fmla="*/ -573 h 35380"/>
                  <a:gd name="connsiteX9" fmla="*/ -2133 w 41887"/>
                  <a:gd name="connsiteY9" fmla="*/ 3311 h 3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887" h="35380">
                    <a:moveTo>
                      <a:pt x="-1481" y="9775"/>
                    </a:moveTo>
                    <a:lnTo>
                      <a:pt x="24969" y="7124"/>
                    </a:lnTo>
                    <a:lnTo>
                      <a:pt x="319" y="27720"/>
                    </a:lnTo>
                    <a:lnTo>
                      <a:pt x="1028" y="34808"/>
                    </a:lnTo>
                    <a:lnTo>
                      <a:pt x="39754" y="30938"/>
                    </a:lnTo>
                    <a:lnTo>
                      <a:pt x="39102" y="24474"/>
                    </a:lnTo>
                    <a:lnTo>
                      <a:pt x="12651" y="27125"/>
                    </a:lnTo>
                    <a:lnTo>
                      <a:pt x="37316" y="6642"/>
                    </a:lnTo>
                    <a:lnTo>
                      <a:pt x="36593" y="-573"/>
                    </a:lnTo>
                    <a:lnTo>
                      <a:pt x="-2133" y="331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A3F935FE-EC98-49AA-9CAE-D1E090740635}"/>
                  </a:ext>
                </a:extLst>
              </p:cNvPr>
              <p:cNvSpPr/>
              <p:nvPr/>
            </p:nvSpPr>
            <p:spPr>
              <a:xfrm>
                <a:off x="2249414" y="-1130354"/>
                <a:ext cx="40809" cy="26476"/>
              </a:xfrm>
              <a:custGeom>
                <a:avLst/>
                <a:gdLst>
                  <a:gd name="connsiteX0" fmla="*/ 7942 w 40809"/>
                  <a:gd name="connsiteY0" fmla="*/ 24971 h 26476"/>
                  <a:gd name="connsiteX1" fmla="*/ 14335 w 40809"/>
                  <a:gd name="connsiteY1" fmla="*/ 23114 h 26476"/>
                  <a:gd name="connsiteX2" fmla="*/ 20316 w 40809"/>
                  <a:gd name="connsiteY2" fmla="*/ 16027 h 26476"/>
                  <a:gd name="connsiteX3" fmla="*/ 21890 w 40809"/>
                  <a:gd name="connsiteY3" fmla="*/ 13489 h 26476"/>
                  <a:gd name="connsiteX4" fmla="*/ 25164 w 40809"/>
                  <a:gd name="connsiteY4" fmla="*/ 9350 h 26476"/>
                  <a:gd name="connsiteX5" fmla="*/ 28410 w 40809"/>
                  <a:gd name="connsiteY5" fmla="*/ 8372 h 26476"/>
                  <a:gd name="connsiteX6" fmla="*/ 32110 w 40809"/>
                  <a:gd name="connsiteY6" fmla="*/ 10357 h 26476"/>
                  <a:gd name="connsiteX7" fmla="*/ 33273 w 40809"/>
                  <a:gd name="connsiteY7" fmla="*/ 15346 h 26476"/>
                  <a:gd name="connsiteX8" fmla="*/ 30140 w 40809"/>
                  <a:gd name="connsiteY8" fmla="*/ 25963 h 26476"/>
                  <a:gd name="connsiteX9" fmla="*/ 36816 w 40809"/>
                  <a:gd name="connsiteY9" fmla="*/ 26275 h 26476"/>
                  <a:gd name="connsiteX10" fmla="*/ 38645 w 40809"/>
                  <a:gd name="connsiteY10" fmla="*/ 15460 h 26476"/>
                  <a:gd name="connsiteX11" fmla="*/ 36093 w 40809"/>
                  <a:gd name="connsiteY11" fmla="*/ 4233 h 26476"/>
                  <a:gd name="connsiteX12" fmla="*/ 21224 w 40809"/>
                  <a:gd name="connsiteY12" fmla="*/ 1639 h 26476"/>
                  <a:gd name="connsiteX13" fmla="*/ 15058 w 40809"/>
                  <a:gd name="connsiteY13" fmla="*/ 9123 h 26476"/>
                  <a:gd name="connsiteX14" fmla="*/ 13371 w 40809"/>
                  <a:gd name="connsiteY14" fmla="*/ 11831 h 26476"/>
                  <a:gd name="connsiteX15" fmla="*/ 10210 w 40809"/>
                  <a:gd name="connsiteY15" fmla="*/ 15941 h 26476"/>
                  <a:gd name="connsiteX16" fmla="*/ 7375 w 40809"/>
                  <a:gd name="connsiteY16" fmla="*/ 16948 h 26476"/>
                  <a:gd name="connsiteX17" fmla="*/ 4313 w 40809"/>
                  <a:gd name="connsiteY17" fmla="*/ 15176 h 26476"/>
                  <a:gd name="connsiteX18" fmla="*/ 3321 w 40809"/>
                  <a:gd name="connsiteY18" fmla="*/ 10824 h 26476"/>
                  <a:gd name="connsiteX19" fmla="*/ 5986 w 40809"/>
                  <a:gd name="connsiteY19" fmla="*/ 1497 h 26476"/>
                  <a:gd name="connsiteX20" fmla="*/ -237 w 40809"/>
                  <a:gd name="connsiteY20" fmla="*/ 1214 h 26476"/>
                  <a:gd name="connsiteX21" fmla="*/ -2066 w 40809"/>
                  <a:gd name="connsiteY21" fmla="*/ 11632 h 26476"/>
                  <a:gd name="connsiteX22" fmla="*/ 415 w 40809"/>
                  <a:gd name="connsiteY22" fmla="*/ 21101 h 26476"/>
                  <a:gd name="connsiteX23" fmla="*/ 7942 w 40809"/>
                  <a:gd name="connsiteY23" fmla="*/ 24971 h 2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809" h="26476">
                    <a:moveTo>
                      <a:pt x="7942" y="24971"/>
                    </a:moveTo>
                    <a:cubicBezTo>
                      <a:pt x="10224" y="25124"/>
                      <a:pt x="12492" y="24466"/>
                      <a:pt x="14335" y="23114"/>
                    </a:cubicBezTo>
                    <a:cubicBezTo>
                      <a:pt x="16744" y="21134"/>
                      <a:pt x="18771" y="18733"/>
                      <a:pt x="20316" y="16027"/>
                    </a:cubicBezTo>
                    <a:lnTo>
                      <a:pt x="21890" y="13489"/>
                    </a:lnTo>
                    <a:cubicBezTo>
                      <a:pt x="22769" y="11951"/>
                      <a:pt x="23874" y="10556"/>
                      <a:pt x="25164" y="9350"/>
                    </a:cubicBezTo>
                    <a:cubicBezTo>
                      <a:pt x="26086" y="8634"/>
                      <a:pt x="27248" y="8286"/>
                      <a:pt x="28410" y="8372"/>
                    </a:cubicBezTo>
                    <a:cubicBezTo>
                      <a:pt x="29899" y="8389"/>
                      <a:pt x="31274" y="9130"/>
                      <a:pt x="32110" y="10357"/>
                    </a:cubicBezTo>
                    <a:cubicBezTo>
                      <a:pt x="33046" y="11841"/>
                      <a:pt x="33457" y="13600"/>
                      <a:pt x="33273" y="15346"/>
                    </a:cubicBezTo>
                    <a:cubicBezTo>
                      <a:pt x="32932" y="19056"/>
                      <a:pt x="31869" y="22662"/>
                      <a:pt x="30140" y="25963"/>
                    </a:cubicBezTo>
                    <a:lnTo>
                      <a:pt x="36816" y="26275"/>
                    </a:lnTo>
                    <a:cubicBezTo>
                      <a:pt x="37794" y="22743"/>
                      <a:pt x="38404" y="19118"/>
                      <a:pt x="38645" y="15460"/>
                    </a:cubicBezTo>
                    <a:cubicBezTo>
                      <a:pt x="38857" y="10735"/>
                      <a:pt x="38007" y="6993"/>
                      <a:pt x="36093" y="4233"/>
                    </a:cubicBezTo>
                    <a:cubicBezTo>
                      <a:pt x="32620" y="-459"/>
                      <a:pt x="26086" y="-1600"/>
                      <a:pt x="21224" y="1639"/>
                    </a:cubicBezTo>
                    <a:cubicBezTo>
                      <a:pt x="18743" y="3745"/>
                      <a:pt x="16645" y="6280"/>
                      <a:pt x="15058" y="9123"/>
                    </a:cubicBezTo>
                    <a:lnTo>
                      <a:pt x="13371" y="11831"/>
                    </a:lnTo>
                    <a:cubicBezTo>
                      <a:pt x="12520" y="13342"/>
                      <a:pt x="11457" y="14725"/>
                      <a:pt x="10210" y="15941"/>
                    </a:cubicBezTo>
                    <a:cubicBezTo>
                      <a:pt x="9430" y="16633"/>
                      <a:pt x="8410" y="16995"/>
                      <a:pt x="7375" y="16948"/>
                    </a:cubicBezTo>
                    <a:cubicBezTo>
                      <a:pt x="6127" y="16910"/>
                      <a:pt x="4965" y="16243"/>
                      <a:pt x="4313" y="15176"/>
                    </a:cubicBezTo>
                    <a:cubicBezTo>
                      <a:pt x="3519" y="13872"/>
                      <a:pt x="3164" y="12344"/>
                      <a:pt x="3321" y="10824"/>
                    </a:cubicBezTo>
                    <a:cubicBezTo>
                      <a:pt x="3675" y="7587"/>
                      <a:pt x="4582" y="4433"/>
                      <a:pt x="5986" y="1497"/>
                    </a:cubicBezTo>
                    <a:lnTo>
                      <a:pt x="-237" y="1214"/>
                    </a:lnTo>
                    <a:cubicBezTo>
                      <a:pt x="-1244" y="4607"/>
                      <a:pt x="-1853" y="8101"/>
                      <a:pt x="-2066" y="11632"/>
                    </a:cubicBezTo>
                    <a:cubicBezTo>
                      <a:pt x="-2392" y="14983"/>
                      <a:pt x="-1513" y="18340"/>
                      <a:pt x="415" y="21101"/>
                    </a:cubicBezTo>
                    <a:cubicBezTo>
                      <a:pt x="2172" y="23501"/>
                      <a:pt x="4965" y="24934"/>
                      <a:pt x="7942" y="249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AAECB537-F3DE-4788-BBB9-CA066C398E57}"/>
                  </a:ext>
                </a:extLst>
              </p:cNvPr>
              <p:cNvSpPr/>
              <p:nvPr/>
            </p:nvSpPr>
            <p:spPr>
              <a:xfrm>
                <a:off x="2252287" y="-1181074"/>
                <a:ext cx="42369" cy="36358"/>
              </a:xfrm>
              <a:custGeom>
                <a:avLst/>
                <a:gdLst>
                  <a:gd name="connsiteX0" fmla="*/ 7235 w 42369"/>
                  <a:gd name="connsiteY0" fmla="*/ 14165 h 36358"/>
                  <a:gd name="connsiteX1" fmla="*/ 9843 w 42369"/>
                  <a:gd name="connsiteY1" fmla="*/ 472 h 36358"/>
                  <a:gd name="connsiteX2" fmla="*/ 4598 w 42369"/>
                  <a:gd name="connsiteY2" fmla="*/ -520 h 36358"/>
                  <a:gd name="connsiteX3" fmla="*/ -2135 w 42369"/>
                  <a:gd name="connsiteY3" fmla="*/ 34847 h 36358"/>
                  <a:gd name="connsiteX4" fmla="*/ 3110 w 42369"/>
                  <a:gd name="connsiteY4" fmla="*/ 35839 h 36358"/>
                  <a:gd name="connsiteX5" fmla="*/ 5718 w 42369"/>
                  <a:gd name="connsiteY5" fmla="*/ 22146 h 36358"/>
                  <a:gd name="connsiteX6" fmla="*/ 38704 w 42369"/>
                  <a:gd name="connsiteY6" fmla="*/ 28440 h 36358"/>
                  <a:gd name="connsiteX7" fmla="*/ 40235 w 42369"/>
                  <a:gd name="connsiteY7" fmla="*/ 20459 h 36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369" h="36358">
                    <a:moveTo>
                      <a:pt x="7235" y="14165"/>
                    </a:moveTo>
                    <a:lnTo>
                      <a:pt x="9843" y="472"/>
                    </a:lnTo>
                    <a:lnTo>
                      <a:pt x="4598" y="-520"/>
                    </a:lnTo>
                    <a:lnTo>
                      <a:pt x="-2135" y="34847"/>
                    </a:lnTo>
                    <a:lnTo>
                      <a:pt x="3110" y="35839"/>
                    </a:lnTo>
                    <a:lnTo>
                      <a:pt x="5718" y="22146"/>
                    </a:lnTo>
                    <a:lnTo>
                      <a:pt x="38704" y="28440"/>
                    </a:lnTo>
                    <a:lnTo>
                      <a:pt x="40235" y="2045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5088EACB-17EB-40CA-8D16-B776EA1F1F76}"/>
                  </a:ext>
                </a:extLst>
              </p:cNvPr>
              <p:cNvSpPr/>
              <p:nvPr/>
            </p:nvSpPr>
            <p:spPr>
              <a:xfrm rot="-4336199">
                <a:off x="2279554" y="-1214235"/>
                <a:ext cx="8093" cy="38924"/>
              </a:xfrm>
              <a:custGeom>
                <a:avLst/>
                <a:gdLst>
                  <a:gd name="connsiteX0" fmla="*/ -2141 w 8093"/>
                  <a:gd name="connsiteY0" fmla="*/ -156 h 38924"/>
                  <a:gd name="connsiteX1" fmla="*/ 5953 w 8093"/>
                  <a:gd name="connsiteY1" fmla="*/ -156 h 38924"/>
                  <a:gd name="connsiteX2" fmla="*/ 5953 w 8093"/>
                  <a:gd name="connsiteY2" fmla="*/ 38768 h 38924"/>
                  <a:gd name="connsiteX3" fmla="*/ -2141 w 8093"/>
                  <a:gd name="connsiteY3" fmla="*/ 38768 h 38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93" h="38924">
                    <a:moveTo>
                      <a:pt x="-2141" y="-156"/>
                    </a:moveTo>
                    <a:lnTo>
                      <a:pt x="5953" y="-156"/>
                    </a:lnTo>
                    <a:lnTo>
                      <a:pt x="5953" y="38768"/>
                    </a:lnTo>
                    <a:lnTo>
                      <a:pt x="-2141" y="387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7297B410-3823-4878-AB9A-21D7EF7C55FF}"/>
                  </a:ext>
                </a:extLst>
              </p:cNvPr>
              <p:cNvSpPr/>
              <p:nvPr/>
            </p:nvSpPr>
            <p:spPr>
              <a:xfrm>
                <a:off x="2271523" y="-1252885"/>
                <a:ext cx="44580" cy="36288"/>
              </a:xfrm>
              <a:custGeom>
                <a:avLst/>
                <a:gdLst>
                  <a:gd name="connsiteX0" fmla="*/ 11915 w 44580"/>
                  <a:gd name="connsiteY0" fmla="*/ 14406 h 36288"/>
                  <a:gd name="connsiteX1" fmla="*/ 17727 w 44580"/>
                  <a:gd name="connsiteY1" fmla="*/ 1748 h 36288"/>
                  <a:gd name="connsiteX2" fmla="*/ 12879 w 44580"/>
                  <a:gd name="connsiteY2" fmla="*/ -478 h 36288"/>
                  <a:gd name="connsiteX3" fmla="*/ -2147 w 44580"/>
                  <a:gd name="connsiteY3" fmla="*/ 32238 h 36288"/>
                  <a:gd name="connsiteX4" fmla="*/ 2701 w 44580"/>
                  <a:gd name="connsiteY4" fmla="*/ 34464 h 36288"/>
                  <a:gd name="connsiteX5" fmla="*/ 8527 w 44580"/>
                  <a:gd name="connsiteY5" fmla="*/ 21791 h 36288"/>
                  <a:gd name="connsiteX6" fmla="*/ 39046 w 44580"/>
                  <a:gd name="connsiteY6" fmla="*/ 35810 h 36288"/>
                  <a:gd name="connsiteX7" fmla="*/ 42434 w 44580"/>
                  <a:gd name="connsiteY7" fmla="*/ 28425 h 3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580" h="36288">
                    <a:moveTo>
                      <a:pt x="11915" y="14406"/>
                    </a:moveTo>
                    <a:lnTo>
                      <a:pt x="17727" y="1748"/>
                    </a:lnTo>
                    <a:lnTo>
                      <a:pt x="12879" y="-478"/>
                    </a:lnTo>
                    <a:lnTo>
                      <a:pt x="-2147" y="32238"/>
                    </a:lnTo>
                    <a:lnTo>
                      <a:pt x="2701" y="34464"/>
                    </a:lnTo>
                    <a:lnTo>
                      <a:pt x="8527" y="21791"/>
                    </a:lnTo>
                    <a:lnTo>
                      <a:pt x="39046" y="35810"/>
                    </a:lnTo>
                    <a:lnTo>
                      <a:pt x="42434" y="2842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98FE1539-B6A4-490E-8FAF-CA85CCC691E8}"/>
                  </a:ext>
                </a:extLst>
              </p:cNvPr>
              <p:cNvSpPr/>
              <p:nvPr/>
            </p:nvSpPr>
            <p:spPr>
              <a:xfrm>
                <a:off x="2295011" y="-1292986"/>
                <a:ext cx="45054" cy="42446"/>
              </a:xfrm>
              <a:custGeom>
                <a:avLst/>
                <a:gdLst>
                  <a:gd name="connsiteX0" fmla="*/ 24928 w 45054"/>
                  <a:gd name="connsiteY0" fmla="*/ 42102 h 42446"/>
                  <a:gd name="connsiteX1" fmla="*/ 31250 w 45054"/>
                  <a:gd name="connsiteY1" fmla="*/ 41592 h 42446"/>
                  <a:gd name="connsiteX2" fmla="*/ 39755 w 45054"/>
                  <a:gd name="connsiteY2" fmla="*/ 34306 h 42446"/>
                  <a:gd name="connsiteX3" fmla="*/ 42888 w 45054"/>
                  <a:gd name="connsiteY3" fmla="*/ 24384 h 42446"/>
                  <a:gd name="connsiteX4" fmla="*/ 40875 w 45054"/>
                  <a:gd name="connsiteY4" fmla="*/ 18543 h 42446"/>
                  <a:gd name="connsiteX5" fmla="*/ 34609 w 45054"/>
                  <a:gd name="connsiteY5" fmla="*/ 13143 h 42446"/>
                  <a:gd name="connsiteX6" fmla="*/ 14764 w 45054"/>
                  <a:gd name="connsiteY6" fmla="*/ -111 h 42446"/>
                  <a:gd name="connsiteX7" fmla="*/ 10852 w 45054"/>
                  <a:gd name="connsiteY7" fmla="*/ 5758 h 42446"/>
                  <a:gd name="connsiteX8" fmla="*/ 31193 w 45054"/>
                  <a:gd name="connsiteY8" fmla="*/ 19295 h 42446"/>
                  <a:gd name="connsiteX9" fmla="*/ 36622 w 45054"/>
                  <a:gd name="connsiteY9" fmla="*/ 25050 h 42446"/>
                  <a:gd name="connsiteX10" fmla="*/ 35432 w 45054"/>
                  <a:gd name="connsiteY10" fmla="*/ 31159 h 42446"/>
                  <a:gd name="connsiteX11" fmla="*/ 30002 w 45054"/>
                  <a:gd name="connsiteY11" fmla="*/ 34774 h 42446"/>
                  <a:gd name="connsiteX12" fmla="*/ 22178 w 45054"/>
                  <a:gd name="connsiteY12" fmla="*/ 31811 h 42446"/>
                  <a:gd name="connsiteX13" fmla="*/ 2333 w 45054"/>
                  <a:gd name="connsiteY13" fmla="*/ 18586 h 42446"/>
                  <a:gd name="connsiteX14" fmla="*/ -2161 w 45054"/>
                  <a:gd name="connsiteY14" fmla="*/ 25333 h 42446"/>
                  <a:gd name="connsiteX15" fmla="*/ 17684 w 45054"/>
                  <a:gd name="connsiteY15" fmla="*/ 38530 h 42446"/>
                  <a:gd name="connsiteX16" fmla="*/ 24928 w 45054"/>
                  <a:gd name="connsiteY16" fmla="*/ 42102 h 4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054" h="42446">
                    <a:moveTo>
                      <a:pt x="24928" y="42102"/>
                    </a:moveTo>
                    <a:cubicBezTo>
                      <a:pt x="27040" y="42538"/>
                      <a:pt x="29237" y="42360"/>
                      <a:pt x="31250" y="41592"/>
                    </a:cubicBezTo>
                    <a:cubicBezTo>
                      <a:pt x="34808" y="40159"/>
                      <a:pt x="37799" y="37600"/>
                      <a:pt x="39755" y="34306"/>
                    </a:cubicBezTo>
                    <a:cubicBezTo>
                      <a:pt x="41881" y="31446"/>
                      <a:pt x="42987" y="27949"/>
                      <a:pt x="42888" y="24384"/>
                    </a:cubicBezTo>
                    <a:cubicBezTo>
                      <a:pt x="42803" y="22281"/>
                      <a:pt x="42108" y="20250"/>
                      <a:pt x="40875" y="18543"/>
                    </a:cubicBezTo>
                    <a:cubicBezTo>
                      <a:pt x="39089" y="16413"/>
                      <a:pt x="36976" y="14589"/>
                      <a:pt x="34609" y="13143"/>
                    </a:cubicBezTo>
                    <a:lnTo>
                      <a:pt x="14764" y="-111"/>
                    </a:lnTo>
                    <a:lnTo>
                      <a:pt x="10852" y="5758"/>
                    </a:lnTo>
                    <a:lnTo>
                      <a:pt x="31193" y="19295"/>
                    </a:lnTo>
                    <a:cubicBezTo>
                      <a:pt x="34141" y="21261"/>
                      <a:pt x="35956" y="23179"/>
                      <a:pt x="36622" y="25050"/>
                    </a:cubicBezTo>
                    <a:cubicBezTo>
                      <a:pt x="37260" y="27158"/>
                      <a:pt x="36821" y="29447"/>
                      <a:pt x="35432" y="31159"/>
                    </a:cubicBezTo>
                    <a:cubicBezTo>
                      <a:pt x="34340" y="33191"/>
                      <a:pt x="32299" y="34544"/>
                      <a:pt x="30002" y="34774"/>
                    </a:cubicBezTo>
                    <a:cubicBezTo>
                      <a:pt x="27919" y="34887"/>
                      <a:pt x="25310" y="33899"/>
                      <a:pt x="22178" y="31811"/>
                    </a:cubicBezTo>
                    <a:lnTo>
                      <a:pt x="2333" y="18586"/>
                    </a:lnTo>
                    <a:lnTo>
                      <a:pt x="-2161" y="25333"/>
                    </a:lnTo>
                    <a:lnTo>
                      <a:pt x="17684" y="38530"/>
                    </a:lnTo>
                    <a:cubicBezTo>
                      <a:pt x="19867" y="40145"/>
                      <a:pt x="22320" y="41354"/>
                      <a:pt x="24928" y="4210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E82DFD4B-30A5-4EA7-A857-B9B17642806F}"/>
                  </a:ext>
                </a:extLst>
              </p:cNvPr>
              <p:cNvSpPr/>
              <p:nvPr/>
            </p:nvSpPr>
            <p:spPr>
              <a:xfrm>
                <a:off x="2322113" y="-1332832"/>
                <a:ext cx="43602" cy="42595"/>
              </a:xfrm>
              <a:custGeom>
                <a:avLst/>
                <a:gdLst>
                  <a:gd name="connsiteX0" fmla="*/ 16691 w 43602"/>
                  <a:gd name="connsiteY0" fmla="*/ 13445 h 42595"/>
                  <a:gd name="connsiteX1" fmla="*/ 26131 w 43602"/>
                  <a:gd name="connsiteY1" fmla="*/ 3182 h 42595"/>
                  <a:gd name="connsiteX2" fmla="*/ 22191 w 43602"/>
                  <a:gd name="connsiteY2" fmla="*/ -433 h 42595"/>
                  <a:gd name="connsiteX3" fmla="*/ -2176 w 43602"/>
                  <a:gd name="connsiteY3" fmla="*/ 26075 h 42595"/>
                  <a:gd name="connsiteX4" fmla="*/ 1765 w 43602"/>
                  <a:gd name="connsiteY4" fmla="*/ 29689 h 42595"/>
                  <a:gd name="connsiteX5" fmla="*/ 11191 w 43602"/>
                  <a:gd name="connsiteY5" fmla="*/ 19427 h 42595"/>
                  <a:gd name="connsiteX6" fmla="*/ 35927 w 43602"/>
                  <a:gd name="connsiteY6" fmla="*/ 42163 h 42595"/>
                  <a:gd name="connsiteX7" fmla="*/ 41426 w 43602"/>
                  <a:gd name="connsiteY7" fmla="*/ 36167 h 42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602" h="42595">
                    <a:moveTo>
                      <a:pt x="16691" y="13445"/>
                    </a:moveTo>
                    <a:lnTo>
                      <a:pt x="26131" y="3182"/>
                    </a:lnTo>
                    <a:lnTo>
                      <a:pt x="22191" y="-433"/>
                    </a:lnTo>
                    <a:lnTo>
                      <a:pt x="-2176" y="26075"/>
                    </a:lnTo>
                    <a:lnTo>
                      <a:pt x="1765" y="29689"/>
                    </a:lnTo>
                    <a:lnTo>
                      <a:pt x="11191" y="19427"/>
                    </a:lnTo>
                    <a:lnTo>
                      <a:pt x="35927" y="42163"/>
                    </a:lnTo>
                    <a:lnTo>
                      <a:pt x="41426" y="3616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005BCCCD-F710-4A5E-8A9D-F19EC43A416F}"/>
                  </a:ext>
                </a:extLst>
              </p:cNvPr>
              <p:cNvSpPr/>
              <p:nvPr/>
            </p:nvSpPr>
            <p:spPr>
              <a:xfrm>
                <a:off x="2359110" y="-1359439"/>
                <a:ext cx="44410" cy="45544"/>
              </a:xfrm>
              <a:custGeom>
                <a:avLst/>
                <a:gdLst>
                  <a:gd name="connsiteX0" fmla="*/ 22395 w 44410"/>
                  <a:gd name="connsiteY0" fmla="*/ 45126 h 45544"/>
                  <a:gd name="connsiteX1" fmla="*/ 42212 w 44410"/>
                  <a:gd name="connsiteY1" fmla="*/ 28981 h 45544"/>
                  <a:gd name="connsiteX2" fmla="*/ 38711 w 44410"/>
                  <a:gd name="connsiteY2" fmla="*/ 24700 h 45544"/>
                  <a:gd name="connsiteX3" fmla="*/ 25174 w 44410"/>
                  <a:gd name="connsiteY3" fmla="*/ 35728 h 45544"/>
                  <a:gd name="connsiteX4" fmla="*/ 17604 w 44410"/>
                  <a:gd name="connsiteY4" fmla="*/ 26430 h 45544"/>
                  <a:gd name="connsiteX5" fmla="*/ 27910 w 44410"/>
                  <a:gd name="connsiteY5" fmla="*/ 18024 h 45544"/>
                  <a:gd name="connsiteX6" fmla="*/ 24621 w 44410"/>
                  <a:gd name="connsiteY6" fmla="*/ 13984 h 45544"/>
                  <a:gd name="connsiteX7" fmla="*/ 14316 w 44410"/>
                  <a:gd name="connsiteY7" fmla="*/ 22404 h 45544"/>
                  <a:gd name="connsiteX8" fmla="*/ 7441 w 44410"/>
                  <a:gd name="connsiteY8" fmla="*/ 13984 h 45544"/>
                  <a:gd name="connsiteX9" fmla="*/ 20028 w 44410"/>
                  <a:gd name="connsiteY9" fmla="*/ 3721 h 45544"/>
                  <a:gd name="connsiteX10" fmla="*/ 16655 w 44410"/>
                  <a:gd name="connsiteY10" fmla="*/ -418 h 45544"/>
                  <a:gd name="connsiteX11" fmla="*/ -2198 w 44410"/>
                  <a:gd name="connsiteY11" fmla="*/ 14962 h 45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410" h="45544">
                    <a:moveTo>
                      <a:pt x="22395" y="45126"/>
                    </a:moveTo>
                    <a:lnTo>
                      <a:pt x="42212" y="28981"/>
                    </a:lnTo>
                    <a:lnTo>
                      <a:pt x="38711" y="24700"/>
                    </a:lnTo>
                    <a:lnTo>
                      <a:pt x="25174" y="35728"/>
                    </a:lnTo>
                    <a:lnTo>
                      <a:pt x="17604" y="26430"/>
                    </a:lnTo>
                    <a:lnTo>
                      <a:pt x="27910" y="18024"/>
                    </a:lnTo>
                    <a:lnTo>
                      <a:pt x="24621" y="13984"/>
                    </a:lnTo>
                    <a:lnTo>
                      <a:pt x="14316" y="22404"/>
                    </a:lnTo>
                    <a:lnTo>
                      <a:pt x="7441" y="13984"/>
                    </a:lnTo>
                    <a:lnTo>
                      <a:pt x="20028" y="3721"/>
                    </a:lnTo>
                    <a:lnTo>
                      <a:pt x="16655" y="-418"/>
                    </a:lnTo>
                    <a:lnTo>
                      <a:pt x="-2198" y="14962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A97922AD-AE2F-4200-AF03-3878B7521C4D}"/>
                  </a:ext>
                </a:extLst>
              </p:cNvPr>
              <p:cNvSpPr/>
              <p:nvPr/>
            </p:nvSpPr>
            <p:spPr>
              <a:xfrm>
                <a:off x="2417880" y="-1395812"/>
                <a:ext cx="29356" cy="45756"/>
              </a:xfrm>
              <a:custGeom>
                <a:avLst/>
                <a:gdLst>
                  <a:gd name="connsiteX0" fmla="*/ -2228 w 29356"/>
                  <a:gd name="connsiteY0" fmla="*/ 10518 h 45756"/>
                  <a:gd name="connsiteX1" fmla="*/ 15122 w 29356"/>
                  <a:gd name="connsiteY1" fmla="*/ 45360 h 45756"/>
                  <a:gd name="connsiteX2" fmla="*/ 22380 w 29356"/>
                  <a:gd name="connsiteY2" fmla="*/ 41746 h 45756"/>
                  <a:gd name="connsiteX3" fmla="*/ 15065 w 29356"/>
                  <a:gd name="connsiteY3" fmla="*/ 27089 h 45756"/>
                  <a:gd name="connsiteX4" fmla="*/ 27128 w 29356"/>
                  <a:gd name="connsiteY4" fmla="*/ 21079 h 45756"/>
                  <a:gd name="connsiteX5" fmla="*/ 24733 w 29356"/>
                  <a:gd name="connsiteY5" fmla="*/ 16273 h 45756"/>
                  <a:gd name="connsiteX6" fmla="*/ 12684 w 29356"/>
                  <a:gd name="connsiteY6" fmla="*/ 22283 h 45756"/>
                  <a:gd name="connsiteX7" fmla="*/ 7397 w 29356"/>
                  <a:gd name="connsiteY7" fmla="*/ 11695 h 45756"/>
                  <a:gd name="connsiteX8" fmla="*/ 22068 w 29356"/>
                  <a:gd name="connsiteY8" fmla="*/ 4380 h 45756"/>
                  <a:gd name="connsiteX9" fmla="*/ 19686 w 29356"/>
                  <a:gd name="connsiteY9" fmla="*/ -397 h 4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356" h="45756">
                    <a:moveTo>
                      <a:pt x="-2228" y="10518"/>
                    </a:moveTo>
                    <a:lnTo>
                      <a:pt x="15122" y="45360"/>
                    </a:lnTo>
                    <a:lnTo>
                      <a:pt x="22380" y="41746"/>
                    </a:lnTo>
                    <a:lnTo>
                      <a:pt x="15065" y="27089"/>
                    </a:lnTo>
                    <a:lnTo>
                      <a:pt x="27128" y="21079"/>
                    </a:lnTo>
                    <a:lnTo>
                      <a:pt x="24733" y="16273"/>
                    </a:lnTo>
                    <a:lnTo>
                      <a:pt x="12684" y="22283"/>
                    </a:lnTo>
                    <a:lnTo>
                      <a:pt x="7397" y="11695"/>
                    </a:lnTo>
                    <a:lnTo>
                      <a:pt x="22068" y="4380"/>
                    </a:lnTo>
                    <a:lnTo>
                      <a:pt x="19686" y="-39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74D8678D-117A-4CBA-9344-D41FCF0C815C}"/>
                  </a:ext>
                </a:extLst>
              </p:cNvPr>
              <p:cNvSpPr/>
              <p:nvPr/>
            </p:nvSpPr>
            <p:spPr>
              <a:xfrm>
                <a:off x="2458753" y="-1410185"/>
                <a:ext cx="40209" cy="41350"/>
              </a:xfrm>
              <a:custGeom>
                <a:avLst/>
                <a:gdLst>
                  <a:gd name="connsiteX0" fmla="*/ 8596 w 40209"/>
                  <a:gd name="connsiteY0" fmla="*/ 39138 h 41350"/>
                  <a:gd name="connsiteX1" fmla="*/ 23791 w 40209"/>
                  <a:gd name="connsiteY1" fmla="*/ 40159 h 41350"/>
                  <a:gd name="connsiteX2" fmla="*/ 36081 w 40209"/>
                  <a:gd name="connsiteY2" fmla="*/ 30491 h 41350"/>
                  <a:gd name="connsiteX3" fmla="*/ 36634 w 40209"/>
                  <a:gd name="connsiteY3" fmla="*/ 14559 h 41350"/>
                  <a:gd name="connsiteX4" fmla="*/ 27052 w 40209"/>
                  <a:gd name="connsiteY4" fmla="*/ 2042 h 41350"/>
                  <a:gd name="connsiteX5" fmla="*/ 11686 w 40209"/>
                  <a:gd name="connsiteY5" fmla="*/ 1121 h 41350"/>
                  <a:gd name="connsiteX6" fmla="*/ -391 w 40209"/>
                  <a:gd name="connsiteY6" fmla="*/ 10746 h 41350"/>
                  <a:gd name="connsiteX7" fmla="*/ -958 w 40209"/>
                  <a:gd name="connsiteY7" fmla="*/ 26579 h 41350"/>
                  <a:gd name="connsiteX8" fmla="*/ 8596 w 40209"/>
                  <a:gd name="connsiteY8" fmla="*/ 39138 h 41350"/>
                  <a:gd name="connsiteX9" fmla="*/ 6852 w 40209"/>
                  <a:gd name="connsiteY9" fmla="*/ 12574 h 41350"/>
                  <a:gd name="connsiteX10" fmla="*/ 19539 w 40209"/>
                  <a:gd name="connsiteY10" fmla="*/ 6268 h 41350"/>
                  <a:gd name="connsiteX11" fmla="*/ 22275 w 40209"/>
                  <a:gd name="connsiteY11" fmla="*/ 7684 h 41350"/>
                  <a:gd name="connsiteX12" fmla="*/ 28483 w 40209"/>
                  <a:gd name="connsiteY12" fmla="*/ 17138 h 41350"/>
                  <a:gd name="connsiteX13" fmla="*/ 28937 w 40209"/>
                  <a:gd name="connsiteY13" fmla="*/ 28620 h 41350"/>
                  <a:gd name="connsiteX14" fmla="*/ 22317 w 40209"/>
                  <a:gd name="connsiteY14" fmla="*/ 35013 h 41350"/>
                  <a:gd name="connsiteX15" fmla="*/ 13472 w 40209"/>
                  <a:gd name="connsiteY15" fmla="*/ 33468 h 41350"/>
                  <a:gd name="connsiteX16" fmla="*/ 7263 w 40209"/>
                  <a:gd name="connsiteY16" fmla="*/ 23942 h 41350"/>
                  <a:gd name="connsiteX17" fmla="*/ 6852 w 40209"/>
                  <a:gd name="connsiteY17" fmla="*/ 12574 h 4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0209" h="41350">
                    <a:moveTo>
                      <a:pt x="8596" y="39138"/>
                    </a:moveTo>
                    <a:cubicBezTo>
                      <a:pt x="13288" y="41621"/>
                      <a:pt x="18816" y="41992"/>
                      <a:pt x="23791" y="40159"/>
                    </a:cubicBezTo>
                    <a:cubicBezTo>
                      <a:pt x="29703" y="38288"/>
                      <a:pt x="33785" y="35056"/>
                      <a:pt x="36081" y="30491"/>
                    </a:cubicBezTo>
                    <a:cubicBezTo>
                      <a:pt x="38378" y="25927"/>
                      <a:pt x="38562" y="20569"/>
                      <a:pt x="36634" y="14559"/>
                    </a:cubicBezTo>
                    <a:cubicBezTo>
                      <a:pt x="34706" y="8548"/>
                      <a:pt x="31559" y="4466"/>
                      <a:pt x="27052" y="2042"/>
                    </a:cubicBezTo>
                    <a:cubicBezTo>
                      <a:pt x="22544" y="-382"/>
                      <a:pt x="17413" y="-694"/>
                      <a:pt x="11686" y="1121"/>
                    </a:cubicBezTo>
                    <a:cubicBezTo>
                      <a:pt x="5959" y="2935"/>
                      <a:pt x="1891" y="6167"/>
                      <a:pt x="-391" y="10746"/>
                    </a:cubicBezTo>
                    <a:cubicBezTo>
                      <a:pt x="-2673" y="15324"/>
                      <a:pt x="-2858" y="20668"/>
                      <a:pt x="-958" y="26579"/>
                    </a:cubicBezTo>
                    <a:cubicBezTo>
                      <a:pt x="941" y="32490"/>
                      <a:pt x="4102" y="36657"/>
                      <a:pt x="8596" y="39138"/>
                    </a:cubicBezTo>
                    <a:close/>
                    <a:moveTo>
                      <a:pt x="6852" y="12574"/>
                    </a:moveTo>
                    <a:cubicBezTo>
                      <a:pt x="8610" y="7328"/>
                      <a:pt x="14294" y="4505"/>
                      <a:pt x="19539" y="6268"/>
                    </a:cubicBezTo>
                    <a:cubicBezTo>
                      <a:pt x="20517" y="6597"/>
                      <a:pt x="21438" y="7074"/>
                      <a:pt x="22275" y="7684"/>
                    </a:cubicBezTo>
                    <a:cubicBezTo>
                      <a:pt x="25322" y="10077"/>
                      <a:pt x="27491" y="13396"/>
                      <a:pt x="28483" y="17138"/>
                    </a:cubicBezTo>
                    <a:cubicBezTo>
                      <a:pt x="29873" y="20817"/>
                      <a:pt x="30029" y="24844"/>
                      <a:pt x="28937" y="28620"/>
                    </a:cubicBezTo>
                    <a:cubicBezTo>
                      <a:pt x="27945" y="31724"/>
                      <a:pt x="25450" y="34123"/>
                      <a:pt x="22317" y="35013"/>
                    </a:cubicBezTo>
                    <a:cubicBezTo>
                      <a:pt x="19298" y="36031"/>
                      <a:pt x="15967" y="35449"/>
                      <a:pt x="13472" y="33468"/>
                    </a:cubicBezTo>
                    <a:cubicBezTo>
                      <a:pt x="10424" y="31044"/>
                      <a:pt x="8256" y="27703"/>
                      <a:pt x="7263" y="23942"/>
                    </a:cubicBezTo>
                    <a:cubicBezTo>
                      <a:pt x="5903" y="20297"/>
                      <a:pt x="5761" y="16309"/>
                      <a:pt x="6852" y="125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4786A4EB-39D2-4576-B84D-DA4E1F0C5935}"/>
                  </a:ext>
                </a:extLst>
              </p:cNvPr>
              <p:cNvSpPr/>
              <p:nvPr/>
            </p:nvSpPr>
            <p:spPr>
              <a:xfrm>
                <a:off x="2510570" y="-1420163"/>
                <a:ext cx="36812" cy="40850"/>
              </a:xfrm>
              <a:custGeom>
                <a:avLst/>
                <a:gdLst>
                  <a:gd name="connsiteX0" fmla="*/ 19346 w 36812"/>
                  <a:gd name="connsiteY0" fmla="*/ 20148 h 40850"/>
                  <a:gd name="connsiteX1" fmla="*/ 24194 w 36812"/>
                  <a:gd name="connsiteY1" fmla="*/ 14874 h 40850"/>
                  <a:gd name="connsiteX2" fmla="*/ 25243 w 36812"/>
                  <a:gd name="connsiteY2" fmla="*/ 8085 h 40850"/>
                  <a:gd name="connsiteX3" fmla="*/ 12146 w 36812"/>
                  <a:gd name="connsiteY3" fmla="*/ 217 h 40850"/>
                  <a:gd name="connsiteX4" fmla="*/ -2285 w 36812"/>
                  <a:gd name="connsiteY4" fmla="*/ 2273 h 40850"/>
                  <a:gd name="connsiteX5" fmla="*/ 3201 w 36812"/>
                  <a:gd name="connsiteY5" fmla="*/ 40815 h 40850"/>
                  <a:gd name="connsiteX6" fmla="*/ 10756 w 36812"/>
                  <a:gd name="connsiteY6" fmla="*/ 39737 h 40850"/>
                  <a:gd name="connsiteX7" fmla="*/ 8502 w 36812"/>
                  <a:gd name="connsiteY7" fmla="*/ 23975 h 40850"/>
                  <a:gd name="connsiteX8" fmla="*/ 12925 w 36812"/>
                  <a:gd name="connsiteY8" fmla="*/ 23351 h 40850"/>
                  <a:gd name="connsiteX9" fmla="*/ 24761 w 36812"/>
                  <a:gd name="connsiteY9" fmla="*/ 37710 h 40850"/>
                  <a:gd name="connsiteX10" fmla="*/ 34528 w 36812"/>
                  <a:gd name="connsiteY10" fmla="*/ 36293 h 40850"/>
                  <a:gd name="connsiteX11" fmla="*/ 9622 w 36812"/>
                  <a:gd name="connsiteY11" fmla="*/ 18432 h 40850"/>
                  <a:gd name="connsiteX12" fmla="*/ 7765 w 36812"/>
                  <a:gd name="connsiteY12" fmla="*/ 18702 h 40850"/>
                  <a:gd name="connsiteX13" fmla="*/ 6036 w 36812"/>
                  <a:gd name="connsiteY13" fmla="*/ 6525 h 40850"/>
                  <a:gd name="connsiteX14" fmla="*/ 8871 w 36812"/>
                  <a:gd name="connsiteY14" fmla="*/ 6128 h 40850"/>
                  <a:gd name="connsiteX15" fmla="*/ 17376 w 36812"/>
                  <a:gd name="connsiteY15" fmla="*/ 10168 h 40850"/>
                  <a:gd name="connsiteX16" fmla="*/ 9622 w 36812"/>
                  <a:gd name="connsiteY16" fmla="*/ 18432 h 40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812" h="40850">
                    <a:moveTo>
                      <a:pt x="19346" y="20148"/>
                    </a:moveTo>
                    <a:cubicBezTo>
                      <a:pt x="21430" y="18883"/>
                      <a:pt x="23103" y="17055"/>
                      <a:pt x="24194" y="14874"/>
                    </a:cubicBezTo>
                    <a:cubicBezTo>
                      <a:pt x="25243" y="12774"/>
                      <a:pt x="25598" y="10402"/>
                      <a:pt x="25243" y="8085"/>
                    </a:cubicBezTo>
                    <a:cubicBezTo>
                      <a:pt x="24293" y="1715"/>
                      <a:pt x="19928" y="-907"/>
                      <a:pt x="12146" y="217"/>
                    </a:cubicBezTo>
                    <a:lnTo>
                      <a:pt x="-2285" y="2273"/>
                    </a:lnTo>
                    <a:lnTo>
                      <a:pt x="3201" y="40815"/>
                    </a:lnTo>
                    <a:lnTo>
                      <a:pt x="10756" y="39737"/>
                    </a:lnTo>
                    <a:lnTo>
                      <a:pt x="8502" y="23975"/>
                    </a:lnTo>
                    <a:lnTo>
                      <a:pt x="12925" y="23351"/>
                    </a:lnTo>
                    <a:lnTo>
                      <a:pt x="24761" y="37710"/>
                    </a:lnTo>
                    <a:lnTo>
                      <a:pt x="34528" y="36293"/>
                    </a:lnTo>
                    <a:close/>
                    <a:moveTo>
                      <a:pt x="9622" y="18432"/>
                    </a:moveTo>
                    <a:lnTo>
                      <a:pt x="7765" y="18702"/>
                    </a:lnTo>
                    <a:lnTo>
                      <a:pt x="6036" y="6525"/>
                    </a:lnTo>
                    <a:lnTo>
                      <a:pt x="8871" y="6128"/>
                    </a:lnTo>
                    <a:cubicBezTo>
                      <a:pt x="14059" y="5391"/>
                      <a:pt x="16894" y="6738"/>
                      <a:pt x="17376" y="10168"/>
                    </a:cubicBezTo>
                    <a:cubicBezTo>
                      <a:pt x="18014" y="14846"/>
                      <a:pt x="15434" y="17601"/>
                      <a:pt x="9622" y="1843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088143FC-C6DA-4241-8109-B6D4293022F9}"/>
                  </a:ext>
                </a:extLst>
              </p:cNvPr>
              <p:cNvSpPr/>
              <p:nvPr/>
            </p:nvSpPr>
            <p:spPr>
              <a:xfrm>
                <a:off x="2579064" y="-1421837"/>
                <a:ext cx="38201" cy="41050"/>
              </a:xfrm>
              <a:custGeom>
                <a:avLst/>
                <a:gdLst>
                  <a:gd name="connsiteX0" fmla="*/ 16612 w 38201"/>
                  <a:gd name="connsiteY0" fmla="*/ -35 h 41050"/>
                  <a:gd name="connsiteX1" fmla="*/ -2326 w 38201"/>
                  <a:gd name="connsiteY1" fmla="*/ 37189 h 41050"/>
                  <a:gd name="connsiteX2" fmla="*/ 3529 w 38201"/>
                  <a:gd name="connsiteY2" fmla="*/ 37770 h 41050"/>
                  <a:gd name="connsiteX3" fmla="*/ 8589 w 38201"/>
                  <a:gd name="connsiteY3" fmla="*/ 27848 h 41050"/>
                  <a:gd name="connsiteX4" fmla="*/ 24607 w 38201"/>
                  <a:gd name="connsiteY4" fmla="*/ 29449 h 41050"/>
                  <a:gd name="connsiteX5" fmla="*/ 27612 w 38201"/>
                  <a:gd name="connsiteY5" fmla="*/ 40180 h 41050"/>
                  <a:gd name="connsiteX6" fmla="*/ 35876 w 38201"/>
                  <a:gd name="connsiteY6" fmla="*/ 41016 h 41050"/>
                  <a:gd name="connsiteX7" fmla="*/ 24678 w 38201"/>
                  <a:gd name="connsiteY7" fmla="*/ 773 h 41050"/>
                  <a:gd name="connsiteX8" fmla="*/ 11098 w 38201"/>
                  <a:gd name="connsiteY8" fmla="*/ 22886 h 41050"/>
                  <a:gd name="connsiteX9" fmla="*/ 18668 w 38201"/>
                  <a:gd name="connsiteY9" fmla="*/ 8045 h 41050"/>
                  <a:gd name="connsiteX10" fmla="*/ 23133 w 38201"/>
                  <a:gd name="connsiteY10" fmla="*/ 24091 h 4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01" h="41050">
                    <a:moveTo>
                      <a:pt x="16612" y="-35"/>
                    </a:moveTo>
                    <a:lnTo>
                      <a:pt x="-2326" y="37189"/>
                    </a:lnTo>
                    <a:lnTo>
                      <a:pt x="3529" y="37770"/>
                    </a:lnTo>
                    <a:lnTo>
                      <a:pt x="8589" y="27848"/>
                    </a:lnTo>
                    <a:lnTo>
                      <a:pt x="24607" y="29449"/>
                    </a:lnTo>
                    <a:lnTo>
                      <a:pt x="27612" y="40180"/>
                    </a:lnTo>
                    <a:lnTo>
                      <a:pt x="35876" y="41016"/>
                    </a:lnTo>
                    <a:lnTo>
                      <a:pt x="24678" y="773"/>
                    </a:lnTo>
                    <a:close/>
                    <a:moveTo>
                      <a:pt x="11098" y="22886"/>
                    </a:moveTo>
                    <a:lnTo>
                      <a:pt x="18668" y="8045"/>
                    </a:lnTo>
                    <a:lnTo>
                      <a:pt x="23133" y="2409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9FB5068F-546B-46FE-80D5-2100FAD5507D}"/>
                  </a:ext>
                </a:extLst>
              </p:cNvPr>
              <p:cNvSpPr/>
              <p:nvPr/>
            </p:nvSpPr>
            <p:spPr>
              <a:xfrm rot="-4628399">
                <a:off x="2617345" y="-1400138"/>
                <a:ext cx="38924" cy="8093"/>
              </a:xfrm>
              <a:custGeom>
                <a:avLst/>
                <a:gdLst>
                  <a:gd name="connsiteX0" fmla="*/ -2348 w 38924"/>
                  <a:gd name="connsiteY0" fmla="*/ -38 h 8093"/>
                  <a:gd name="connsiteX1" fmla="*/ 36576 w 38924"/>
                  <a:gd name="connsiteY1" fmla="*/ -38 h 8093"/>
                  <a:gd name="connsiteX2" fmla="*/ 36576 w 38924"/>
                  <a:gd name="connsiteY2" fmla="*/ 8056 h 8093"/>
                  <a:gd name="connsiteX3" fmla="*/ -2348 w 38924"/>
                  <a:gd name="connsiteY3" fmla="*/ 8056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48" y="-38"/>
                    </a:moveTo>
                    <a:lnTo>
                      <a:pt x="36576" y="-38"/>
                    </a:lnTo>
                    <a:lnTo>
                      <a:pt x="36576" y="8056"/>
                    </a:lnTo>
                    <a:lnTo>
                      <a:pt x="-2348" y="80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451F8EDC-F72D-4265-9491-B6CAE5059D3B}"/>
                  </a:ext>
                </a:extLst>
              </p:cNvPr>
              <p:cNvSpPr/>
              <p:nvPr/>
            </p:nvSpPr>
            <p:spPr>
              <a:xfrm rot="-4019400">
                <a:off x="2667650" y="-1383872"/>
                <a:ext cx="38924" cy="8093"/>
              </a:xfrm>
              <a:custGeom>
                <a:avLst/>
                <a:gdLst>
                  <a:gd name="connsiteX0" fmla="*/ -2378 w 38924"/>
                  <a:gd name="connsiteY0" fmla="*/ -47 h 8093"/>
                  <a:gd name="connsiteX1" fmla="*/ 36547 w 38924"/>
                  <a:gd name="connsiteY1" fmla="*/ -47 h 8093"/>
                  <a:gd name="connsiteX2" fmla="*/ 36547 w 38924"/>
                  <a:gd name="connsiteY2" fmla="*/ 8047 h 8093"/>
                  <a:gd name="connsiteX3" fmla="*/ -2378 w 38924"/>
                  <a:gd name="connsiteY3" fmla="*/ 8047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78" y="-47"/>
                    </a:moveTo>
                    <a:lnTo>
                      <a:pt x="36547" y="-47"/>
                    </a:lnTo>
                    <a:lnTo>
                      <a:pt x="36547" y="8047"/>
                    </a:lnTo>
                    <a:lnTo>
                      <a:pt x="-2378" y="804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20E365F8-3C56-4538-B200-14A989AC6F92}"/>
                  </a:ext>
                </a:extLst>
              </p:cNvPr>
              <p:cNvSpPr/>
              <p:nvPr/>
            </p:nvSpPr>
            <p:spPr>
              <a:xfrm>
                <a:off x="2697851" y="-1387434"/>
                <a:ext cx="46990" cy="49584"/>
              </a:xfrm>
              <a:custGeom>
                <a:avLst/>
                <a:gdLst>
                  <a:gd name="connsiteX0" fmla="*/ -2398 w 46990"/>
                  <a:gd name="connsiteY0" fmla="*/ 33192 h 49584"/>
                  <a:gd name="connsiteX1" fmla="*/ 3201 w 46990"/>
                  <a:gd name="connsiteY1" fmla="*/ 36481 h 49584"/>
                  <a:gd name="connsiteX2" fmla="*/ 16639 w 46990"/>
                  <a:gd name="connsiteY2" fmla="*/ 13531 h 49584"/>
                  <a:gd name="connsiteX3" fmla="*/ 18666 w 46990"/>
                  <a:gd name="connsiteY3" fmla="*/ 45524 h 49584"/>
                  <a:gd name="connsiteX4" fmla="*/ 24931 w 46990"/>
                  <a:gd name="connsiteY4" fmla="*/ 49182 h 49584"/>
                  <a:gd name="connsiteX5" fmla="*/ 44592 w 46990"/>
                  <a:gd name="connsiteY5" fmla="*/ 15587 h 49584"/>
                  <a:gd name="connsiteX6" fmla="*/ 38979 w 46990"/>
                  <a:gd name="connsiteY6" fmla="*/ 12312 h 49584"/>
                  <a:gd name="connsiteX7" fmla="*/ 25555 w 46990"/>
                  <a:gd name="connsiteY7" fmla="*/ 35262 h 49584"/>
                  <a:gd name="connsiteX8" fmla="*/ 23415 w 46990"/>
                  <a:gd name="connsiteY8" fmla="*/ 3198 h 49584"/>
                  <a:gd name="connsiteX9" fmla="*/ 17263 w 46990"/>
                  <a:gd name="connsiteY9" fmla="*/ -403 h 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90" h="49584">
                    <a:moveTo>
                      <a:pt x="-2398" y="33192"/>
                    </a:moveTo>
                    <a:lnTo>
                      <a:pt x="3201" y="36481"/>
                    </a:lnTo>
                    <a:lnTo>
                      <a:pt x="16639" y="13531"/>
                    </a:lnTo>
                    <a:lnTo>
                      <a:pt x="18666" y="45524"/>
                    </a:lnTo>
                    <a:lnTo>
                      <a:pt x="24931" y="49182"/>
                    </a:lnTo>
                    <a:lnTo>
                      <a:pt x="44592" y="15587"/>
                    </a:lnTo>
                    <a:lnTo>
                      <a:pt x="38979" y="12312"/>
                    </a:lnTo>
                    <a:lnTo>
                      <a:pt x="25555" y="35262"/>
                    </a:lnTo>
                    <a:lnTo>
                      <a:pt x="23415" y="3198"/>
                    </a:lnTo>
                    <a:lnTo>
                      <a:pt x="17263" y="-40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4FFC9987-E51F-4112-8582-70FF40D50220}"/>
                  </a:ext>
                </a:extLst>
              </p:cNvPr>
              <p:cNvSpPr/>
              <p:nvPr/>
            </p:nvSpPr>
            <p:spPr>
              <a:xfrm>
                <a:off x="2756762" y="-1341082"/>
                <a:ext cx="55211" cy="55225"/>
              </a:xfrm>
              <a:custGeom>
                <a:avLst/>
                <a:gdLst>
                  <a:gd name="connsiteX0" fmla="*/ 40728 w 55211"/>
                  <a:gd name="connsiteY0" fmla="*/ 28882 h 55225"/>
                  <a:gd name="connsiteX1" fmla="*/ 19763 w 55211"/>
                  <a:gd name="connsiteY1" fmla="*/ 49450 h 55225"/>
                  <a:gd name="connsiteX2" fmla="*/ 24993 w 55211"/>
                  <a:gd name="connsiteY2" fmla="*/ 54794 h 55225"/>
                  <a:gd name="connsiteX3" fmla="*/ 52777 w 55211"/>
                  <a:gd name="connsiteY3" fmla="*/ 27536 h 55225"/>
                  <a:gd name="connsiteX4" fmla="*/ 46185 w 55211"/>
                  <a:gd name="connsiteY4" fmla="*/ 20817 h 55225"/>
                  <a:gd name="connsiteX5" fmla="*/ 19876 w 55211"/>
                  <a:gd name="connsiteY5" fmla="*/ 33092 h 55225"/>
                  <a:gd name="connsiteX6" fmla="*/ 32875 w 55211"/>
                  <a:gd name="connsiteY6" fmla="*/ 7237 h 55225"/>
                  <a:gd name="connsiteX7" fmla="*/ 25362 w 55211"/>
                  <a:gd name="connsiteY7" fmla="*/ -432 h 55225"/>
                  <a:gd name="connsiteX8" fmla="*/ -2435 w 55211"/>
                  <a:gd name="connsiteY8" fmla="*/ 26827 h 55225"/>
                  <a:gd name="connsiteX9" fmla="*/ 2030 w 55211"/>
                  <a:gd name="connsiteY9" fmla="*/ 31363 h 55225"/>
                  <a:gd name="connsiteX10" fmla="*/ 23278 w 55211"/>
                  <a:gd name="connsiteY10" fmla="*/ 10526 h 55225"/>
                  <a:gd name="connsiteX11" fmla="*/ 10408 w 55211"/>
                  <a:gd name="connsiteY11" fmla="*/ 36197 h 55225"/>
                  <a:gd name="connsiteX12" fmla="*/ 14972 w 55211"/>
                  <a:gd name="connsiteY12" fmla="*/ 40846 h 55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11" h="55225">
                    <a:moveTo>
                      <a:pt x="40728" y="28882"/>
                    </a:moveTo>
                    <a:lnTo>
                      <a:pt x="19763" y="49450"/>
                    </a:lnTo>
                    <a:lnTo>
                      <a:pt x="24993" y="54794"/>
                    </a:lnTo>
                    <a:lnTo>
                      <a:pt x="52777" y="27536"/>
                    </a:lnTo>
                    <a:lnTo>
                      <a:pt x="46185" y="20817"/>
                    </a:lnTo>
                    <a:lnTo>
                      <a:pt x="19876" y="33092"/>
                    </a:lnTo>
                    <a:lnTo>
                      <a:pt x="32875" y="7237"/>
                    </a:lnTo>
                    <a:lnTo>
                      <a:pt x="25362" y="-432"/>
                    </a:lnTo>
                    <a:lnTo>
                      <a:pt x="-2435" y="26827"/>
                    </a:lnTo>
                    <a:lnTo>
                      <a:pt x="2030" y="31363"/>
                    </a:lnTo>
                    <a:lnTo>
                      <a:pt x="23278" y="10526"/>
                    </a:lnTo>
                    <a:lnTo>
                      <a:pt x="10408" y="36197"/>
                    </a:lnTo>
                    <a:lnTo>
                      <a:pt x="14972" y="4084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6C417796-8EE1-4138-A17D-091DF03C0896}"/>
                  </a:ext>
                </a:extLst>
              </p:cNvPr>
              <p:cNvSpPr/>
              <p:nvPr/>
            </p:nvSpPr>
            <p:spPr>
              <a:xfrm>
                <a:off x="2793391" y="-1296133"/>
                <a:ext cx="45827" cy="43290"/>
              </a:xfrm>
              <a:custGeom>
                <a:avLst/>
                <a:gdLst>
                  <a:gd name="connsiteX0" fmla="*/ -2454 w 45827"/>
                  <a:gd name="connsiteY0" fmla="*/ 21928 h 43290"/>
                  <a:gd name="connsiteX1" fmla="*/ 12246 w 45827"/>
                  <a:gd name="connsiteY1" fmla="*/ 42836 h 43290"/>
                  <a:gd name="connsiteX2" fmla="*/ 16753 w 45827"/>
                  <a:gd name="connsiteY2" fmla="*/ 39661 h 43290"/>
                  <a:gd name="connsiteX3" fmla="*/ 6718 w 45827"/>
                  <a:gd name="connsiteY3" fmla="*/ 25372 h 43290"/>
                  <a:gd name="connsiteX4" fmla="*/ 16527 w 45827"/>
                  <a:gd name="connsiteY4" fmla="*/ 18483 h 43290"/>
                  <a:gd name="connsiteX5" fmla="*/ 24181 w 45827"/>
                  <a:gd name="connsiteY5" fmla="*/ 29370 h 43290"/>
                  <a:gd name="connsiteX6" fmla="*/ 28448 w 45827"/>
                  <a:gd name="connsiteY6" fmla="*/ 26379 h 43290"/>
                  <a:gd name="connsiteX7" fmla="*/ 20793 w 45827"/>
                  <a:gd name="connsiteY7" fmla="*/ 15492 h 43290"/>
                  <a:gd name="connsiteX8" fmla="*/ 29681 w 45827"/>
                  <a:gd name="connsiteY8" fmla="*/ 9241 h 43290"/>
                  <a:gd name="connsiteX9" fmla="*/ 39008 w 45827"/>
                  <a:gd name="connsiteY9" fmla="*/ 22523 h 43290"/>
                  <a:gd name="connsiteX10" fmla="*/ 43374 w 45827"/>
                  <a:gd name="connsiteY10" fmla="*/ 19447 h 43290"/>
                  <a:gd name="connsiteX11" fmla="*/ 29384 w 45827"/>
                  <a:gd name="connsiteY11" fmla="*/ -454 h 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827" h="43290">
                    <a:moveTo>
                      <a:pt x="-2454" y="21928"/>
                    </a:moveTo>
                    <a:lnTo>
                      <a:pt x="12246" y="42836"/>
                    </a:lnTo>
                    <a:lnTo>
                      <a:pt x="16753" y="39661"/>
                    </a:lnTo>
                    <a:lnTo>
                      <a:pt x="6718" y="25372"/>
                    </a:lnTo>
                    <a:lnTo>
                      <a:pt x="16527" y="18483"/>
                    </a:lnTo>
                    <a:lnTo>
                      <a:pt x="24181" y="29370"/>
                    </a:lnTo>
                    <a:lnTo>
                      <a:pt x="28448" y="26379"/>
                    </a:lnTo>
                    <a:lnTo>
                      <a:pt x="20793" y="15492"/>
                    </a:lnTo>
                    <a:lnTo>
                      <a:pt x="29681" y="9241"/>
                    </a:lnTo>
                    <a:lnTo>
                      <a:pt x="39008" y="22523"/>
                    </a:lnTo>
                    <a:lnTo>
                      <a:pt x="43374" y="19447"/>
                    </a:lnTo>
                    <a:lnTo>
                      <a:pt x="29384" y="-45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982E25DE-BC0E-495B-B7E2-520BD3B97D55}"/>
                  </a:ext>
                </a:extLst>
              </p:cNvPr>
              <p:cNvSpPr/>
              <p:nvPr/>
            </p:nvSpPr>
            <p:spPr>
              <a:xfrm>
                <a:off x="2814611" y="-1259420"/>
                <a:ext cx="44917" cy="42834"/>
              </a:xfrm>
              <a:custGeom>
                <a:avLst/>
                <a:gdLst>
                  <a:gd name="connsiteX0" fmla="*/ 4635 w 44917"/>
                  <a:gd name="connsiteY0" fmla="*/ 31494 h 42834"/>
                  <a:gd name="connsiteX1" fmla="*/ 15734 w 44917"/>
                  <a:gd name="connsiteY1" fmla="*/ 41941 h 42834"/>
                  <a:gd name="connsiteX2" fmla="*/ 31398 w 44917"/>
                  <a:gd name="connsiteY2" fmla="*/ 39900 h 42834"/>
                  <a:gd name="connsiteX3" fmla="*/ 41689 w 44917"/>
                  <a:gd name="connsiteY3" fmla="*/ 29453 h 42834"/>
                  <a:gd name="connsiteX4" fmla="*/ 39846 w 44917"/>
                  <a:gd name="connsiteY4" fmla="*/ 14895 h 42834"/>
                  <a:gd name="connsiteX5" fmla="*/ 32433 w 44917"/>
                  <a:gd name="connsiteY5" fmla="*/ -131 h 42834"/>
                  <a:gd name="connsiteX6" fmla="*/ -2466 w 44917"/>
                  <a:gd name="connsiteY6" fmla="*/ 17106 h 42834"/>
                  <a:gd name="connsiteX7" fmla="*/ 31228 w 44917"/>
                  <a:gd name="connsiteY7" fmla="*/ 9494 h 42834"/>
                  <a:gd name="connsiteX8" fmla="*/ 33397 w 44917"/>
                  <a:gd name="connsiteY8" fmla="*/ 13888 h 42834"/>
                  <a:gd name="connsiteX9" fmla="*/ 35679 w 44917"/>
                  <a:gd name="connsiteY9" fmla="*/ 20707 h 42834"/>
                  <a:gd name="connsiteX10" fmla="*/ 34375 w 44917"/>
                  <a:gd name="connsiteY10" fmla="*/ 26022 h 42834"/>
                  <a:gd name="connsiteX11" fmla="*/ 27174 w 44917"/>
                  <a:gd name="connsiteY11" fmla="*/ 32387 h 42834"/>
                  <a:gd name="connsiteX12" fmla="*/ 16146 w 44917"/>
                  <a:gd name="connsiteY12" fmla="*/ 34329 h 42834"/>
                  <a:gd name="connsiteX13" fmla="*/ 8746 w 44917"/>
                  <a:gd name="connsiteY13" fmla="*/ 27355 h 42834"/>
                  <a:gd name="connsiteX14" fmla="*/ 6067 w 44917"/>
                  <a:gd name="connsiteY14" fmla="*/ 21926 h 4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4917" h="42834">
                    <a:moveTo>
                      <a:pt x="4635" y="31494"/>
                    </a:moveTo>
                    <a:cubicBezTo>
                      <a:pt x="7343" y="36975"/>
                      <a:pt x="11042" y="40457"/>
                      <a:pt x="15734" y="41941"/>
                    </a:cubicBezTo>
                    <a:cubicBezTo>
                      <a:pt x="20426" y="43425"/>
                      <a:pt x="25657" y="42744"/>
                      <a:pt x="31398" y="39900"/>
                    </a:cubicBezTo>
                    <a:cubicBezTo>
                      <a:pt x="36813" y="37225"/>
                      <a:pt x="40243" y="33743"/>
                      <a:pt x="41689" y="29453"/>
                    </a:cubicBezTo>
                    <a:cubicBezTo>
                      <a:pt x="43135" y="25162"/>
                      <a:pt x="42525" y="20310"/>
                      <a:pt x="39846" y="14895"/>
                    </a:cubicBezTo>
                    <a:lnTo>
                      <a:pt x="32433" y="-131"/>
                    </a:lnTo>
                    <a:lnTo>
                      <a:pt x="-2466" y="17106"/>
                    </a:lnTo>
                    <a:close/>
                    <a:moveTo>
                      <a:pt x="31228" y="9494"/>
                    </a:moveTo>
                    <a:lnTo>
                      <a:pt x="33397" y="13888"/>
                    </a:lnTo>
                    <a:cubicBezTo>
                      <a:pt x="34559" y="16005"/>
                      <a:pt x="35339" y="18315"/>
                      <a:pt x="35679" y="20707"/>
                    </a:cubicBezTo>
                    <a:cubicBezTo>
                      <a:pt x="35792" y="22571"/>
                      <a:pt x="35339" y="24425"/>
                      <a:pt x="34375" y="26022"/>
                    </a:cubicBezTo>
                    <a:cubicBezTo>
                      <a:pt x="32674" y="28825"/>
                      <a:pt x="30165" y="31044"/>
                      <a:pt x="27174" y="32387"/>
                    </a:cubicBezTo>
                    <a:cubicBezTo>
                      <a:pt x="22865" y="34513"/>
                      <a:pt x="19193" y="35161"/>
                      <a:pt x="16146" y="34329"/>
                    </a:cubicBezTo>
                    <a:cubicBezTo>
                      <a:pt x="13098" y="33497"/>
                      <a:pt x="10632" y="31172"/>
                      <a:pt x="8746" y="27355"/>
                    </a:cubicBezTo>
                    <a:lnTo>
                      <a:pt x="6067" y="2192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F5D4F5E3-2601-40E8-9C33-A925C5DDF190}"/>
                  </a:ext>
                </a:extLst>
              </p:cNvPr>
              <p:cNvSpPr/>
              <p:nvPr/>
            </p:nvSpPr>
            <p:spPr>
              <a:xfrm rot="-1129199">
                <a:off x="2834757" y="-1204363"/>
                <a:ext cx="38924" cy="8093"/>
              </a:xfrm>
              <a:custGeom>
                <a:avLst/>
                <a:gdLst>
                  <a:gd name="connsiteX0" fmla="*/ -2476 w 38924"/>
                  <a:gd name="connsiteY0" fmla="*/ -153 h 8093"/>
                  <a:gd name="connsiteX1" fmla="*/ 36449 w 38924"/>
                  <a:gd name="connsiteY1" fmla="*/ -153 h 8093"/>
                  <a:gd name="connsiteX2" fmla="*/ 36449 w 38924"/>
                  <a:gd name="connsiteY2" fmla="*/ 7941 h 8093"/>
                  <a:gd name="connsiteX3" fmla="*/ -2476 w 38924"/>
                  <a:gd name="connsiteY3" fmla="*/ 7941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76" y="-153"/>
                    </a:moveTo>
                    <a:lnTo>
                      <a:pt x="36449" y="-153"/>
                    </a:lnTo>
                    <a:lnTo>
                      <a:pt x="36449" y="7941"/>
                    </a:lnTo>
                    <a:lnTo>
                      <a:pt x="-2476" y="794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57A00595-BF85-49B1-91AF-9D792C318112}"/>
                  </a:ext>
                </a:extLst>
              </p:cNvPr>
              <p:cNvSpPr/>
              <p:nvPr/>
            </p:nvSpPr>
            <p:spPr>
              <a:xfrm>
                <a:off x="2844028" y="-1181680"/>
                <a:ext cx="41889" cy="37403"/>
              </a:xfrm>
              <a:custGeom>
                <a:avLst/>
                <a:gdLst>
                  <a:gd name="connsiteX0" fmla="*/ 13999 w 41889"/>
                  <a:gd name="connsiteY0" fmla="*/ 374 h 37403"/>
                  <a:gd name="connsiteX1" fmla="*/ 363 w 41889"/>
                  <a:gd name="connsiteY1" fmla="*/ 8666 h 37403"/>
                  <a:gd name="connsiteX2" fmla="*/ -1848 w 41889"/>
                  <a:gd name="connsiteY2" fmla="*/ 24472 h 37403"/>
                  <a:gd name="connsiteX3" fmla="*/ 3368 w 41889"/>
                  <a:gd name="connsiteY3" fmla="*/ 37229 h 37403"/>
                  <a:gd name="connsiteX4" fmla="*/ 9208 w 41889"/>
                  <a:gd name="connsiteY4" fmla="*/ 36010 h 37403"/>
                  <a:gd name="connsiteX5" fmla="*/ 4020 w 41889"/>
                  <a:gd name="connsiteY5" fmla="*/ 25280 h 37403"/>
                  <a:gd name="connsiteX6" fmla="*/ 5849 w 41889"/>
                  <a:gd name="connsiteY6" fmla="*/ 14705 h 37403"/>
                  <a:gd name="connsiteX7" fmla="*/ 15885 w 41889"/>
                  <a:gd name="connsiteY7" fmla="*/ 8950 h 37403"/>
                  <a:gd name="connsiteX8" fmla="*/ 27409 w 41889"/>
                  <a:gd name="connsiteY8" fmla="*/ 9956 h 37403"/>
                  <a:gd name="connsiteX9" fmla="*/ 33178 w 41889"/>
                  <a:gd name="connsiteY9" fmla="*/ 18461 h 37403"/>
                  <a:gd name="connsiteX10" fmla="*/ 33178 w 41889"/>
                  <a:gd name="connsiteY10" fmla="*/ 30666 h 37403"/>
                  <a:gd name="connsiteX11" fmla="*/ 39387 w 41889"/>
                  <a:gd name="connsiteY11" fmla="*/ 29376 h 37403"/>
                  <a:gd name="connsiteX12" fmla="*/ 38267 w 41889"/>
                  <a:gd name="connsiteY12" fmla="*/ 16690 h 37403"/>
                  <a:gd name="connsiteX13" fmla="*/ 29961 w 41889"/>
                  <a:gd name="connsiteY13" fmla="*/ 2741 h 37403"/>
                  <a:gd name="connsiteX14" fmla="*/ 13999 w 41889"/>
                  <a:gd name="connsiteY14" fmla="*/ 374 h 3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889" h="37403">
                    <a:moveTo>
                      <a:pt x="13999" y="374"/>
                    </a:moveTo>
                    <a:cubicBezTo>
                      <a:pt x="7692" y="1688"/>
                      <a:pt x="3156" y="4452"/>
                      <a:pt x="363" y="8666"/>
                    </a:cubicBezTo>
                    <a:cubicBezTo>
                      <a:pt x="-2430" y="12881"/>
                      <a:pt x="-3167" y="18150"/>
                      <a:pt x="-1848" y="24472"/>
                    </a:cubicBezTo>
                    <a:cubicBezTo>
                      <a:pt x="-1026" y="29044"/>
                      <a:pt x="746" y="33392"/>
                      <a:pt x="3368" y="37229"/>
                    </a:cubicBezTo>
                    <a:lnTo>
                      <a:pt x="9208" y="36010"/>
                    </a:lnTo>
                    <a:cubicBezTo>
                      <a:pt x="6671" y="32886"/>
                      <a:pt x="4885" y="29212"/>
                      <a:pt x="4020" y="25280"/>
                    </a:cubicBezTo>
                    <a:cubicBezTo>
                      <a:pt x="3042" y="21658"/>
                      <a:pt x="3708" y="17790"/>
                      <a:pt x="5849" y="14705"/>
                    </a:cubicBezTo>
                    <a:cubicBezTo>
                      <a:pt x="7932" y="11870"/>
                      <a:pt x="11278" y="9900"/>
                      <a:pt x="15885" y="8950"/>
                    </a:cubicBezTo>
                    <a:cubicBezTo>
                      <a:pt x="20492" y="8000"/>
                      <a:pt x="24390" y="8312"/>
                      <a:pt x="27409" y="9956"/>
                    </a:cubicBezTo>
                    <a:cubicBezTo>
                      <a:pt x="30527" y="11761"/>
                      <a:pt x="32654" y="14894"/>
                      <a:pt x="33178" y="18461"/>
                    </a:cubicBezTo>
                    <a:cubicBezTo>
                      <a:pt x="33844" y="22503"/>
                      <a:pt x="33844" y="26625"/>
                      <a:pt x="33178" y="30666"/>
                    </a:cubicBezTo>
                    <a:lnTo>
                      <a:pt x="39387" y="29376"/>
                    </a:lnTo>
                    <a:cubicBezTo>
                      <a:pt x="39500" y="25118"/>
                      <a:pt x="39132" y="20861"/>
                      <a:pt x="38267" y="16690"/>
                    </a:cubicBezTo>
                    <a:cubicBezTo>
                      <a:pt x="36920" y="10179"/>
                      <a:pt x="34142" y="5530"/>
                      <a:pt x="29961" y="2741"/>
                    </a:cubicBezTo>
                    <a:cubicBezTo>
                      <a:pt x="25779" y="-47"/>
                      <a:pt x="20449" y="-835"/>
                      <a:pt x="13999" y="3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4FADD8A7-259D-4513-BCED-868B0C04604E}"/>
                  </a:ext>
                </a:extLst>
              </p:cNvPr>
              <p:cNvSpPr/>
              <p:nvPr/>
            </p:nvSpPr>
            <p:spPr>
              <a:xfrm rot="-285000">
                <a:off x="2849747" y="-1132636"/>
                <a:ext cx="38924" cy="8093"/>
              </a:xfrm>
              <a:custGeom>
                <a:avLst/>
                <a:gdLst>
                  <a:gd name="connsiteX0" fmla="*/ -2485 w 38924"/>
                  <a:gd name="connsiteY0" fmla="*/ -195 h 8093"/>
                  <a:gd name="connsiteX1" fmla="*/ 36440 w 38924"/>
                  <a:gd name="connsiteY1" fmla="*/ -195 h 8093"/>
                  <a:gd name="connsiteX2" fmla="*/ 36440 w 38924"/>
                  <a:gd name="connsiteY2" fmla="*/ 7899 h 8093"/>
                  <a:gd name="connsiteX3" fmla="*/ -2485 w 38924"/>
                  <a:gd name="connsiteY3" fmla="*/ 7899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85" y="-195"/>
                    </a:moveTo>
                    <a:lnTo>
                      <a:pt x="36440" y="-195"/>
                    </a:lnTo>
                    <a:lnTo>
                      <a:pt x="36440" y="7899"/>
                    </a:lnTo>
                    <a:lnTo>
                      <a:pt x="-2485" y="789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C7A6D6D7-F29C-4A43-8424-A3371F86218E}"/>
                  </a:ext>
                </a:extLst>
              </p:cNvPr>
              <p:cNvSpPr/>
              <p:nvPr/>
            </p:nvSpPr>
            <p:spPr>
              <a:xfrm>
                <a:off x="2849864" y="-1106826"/>
                <a:ext cx="40242" cy="33297"/>
              </a:xfrm>
              <a:custGeom>
                <a:avLst/>
                <a:gdLst>
                  <a:gd name="connsiteX0" fmla="*/ -2485 w 40242"/>
                  <a:gd name="connsiteY0" fmla="*/ 31076 h 33297"/>
                  <a:gd name="connsiteX1" fmla="*/ 36411 w 40242"/>
                  <a:gd name="connsiteY1" fmla="*/ 32734 h 33297"/>
                  <a:gd name="connsiteX2" fmla="*/ 36680 w 40242"/>
                  <a:gd name="connsiteY2" fmla="*/ 26242 h 33297"/>
                  <a:gd name="connsiteX3" fmla="*/ 10116 w 40242"/>
                  <a:gd name="connsiteY3" fmla="*/ 25108 h 33297"/>
                  <a:gd name="connsiteX4" fmla="*/ 37446 w 40242"/>
                  <a:gd name="connsiteY4" fmla="*/ 8212 h 33297"/>
                  <a:gd name="connsiteX5" fmla="*/ 37757 w 40242"/>
                  <a:gd name="connsiteY5" fmla="*/ 1096 h 33297"/>
                  <a:gd name="connsiteX6" fmla="*/ -1139 w 40242"/>
                  <a:gd name="connsiteY6" fmla="*/ -563 h 33297"/>
                  <a:gd name="connsiteX7" fmla="*/ -1422 w 40242"/>
                  <a:gd name="connsiteY7" fmla="*/ 5929 h 33297"/>
                  <a:gd name="connsiteX8" fmla="*/ 25156 w 40242"/>
                  <a:gd name="connsiteY8" fmla="*/ 7063 h 33297"/>
                  <a:gd name="connsiteX9" fmla="*/ -2174 w 40242"/>
                  <a:gd name="connsiteY9" fmla="*/ 23818 h 33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242" h="33297">
                    <a:moveTo>
                      <a:pt x="-2485" y="31076"/>
                    </a:moveTo>
                    <a:lnTo>
                      <a:pt x="36411" y="32734"/>
                    </a:lnTo>
                    <a:lnTo>
                      <a:pt x="36680" y="26242"/>
                    </a:lnTo>
                    <a:lnTo>
                      <a:pt x="10116" y="25108"/>
                    </a:lnTo>
                    <a:lnTo>
                      <a:pt x="37446" y="8212"/>
                    </a:lnTo>
                    <a:lnTo>
                      <a:pt x="37757" y="1096"/>
                    </a:lnTo>
                    <a:lnTo>
                      <a:pt x="-1139" y="-563"/>
                    </a:lnTo>
                    <a:lnTo>
                      <a:pt x="-1422" y="5929"/>
                    </a:lnTo>
                    <a:lnTo>
                      <a:pt x="25156" y="7063"/>
                    </a:lnTo>
                    <a:lnTo>
                      <a:pt x="-2174" y="238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815791E4-02C8-4756-8892-831C1EFFFE73}"/>
                  </a:ext>
                </a:extLst>
              </p:cNvPr>
              <p:cNvSpPr/>
              <p:nvPr/>
            </p:nvSpPr>
            <p:spPr>
              <a:xfrm>
                <a:off x="2842805" y="-1059892"/>
                <a:ext cx="43106" cy="31369"/>
              </a:xfrm>
              <a:custGeom>
                <a:avLst/>
                <a:gdLst>
                  <a:gd name="connsiteX0" fmla="*/ 2437 w 43106"/>
                  <a:gd name="connsiteY0" fmla="*/ -590 h 31369"/>
                  <a:gd name="connsiteX1" fmla="*/ -2482 w 43106"/>
                  <a:gd name="connsiteY1" fmla="*/ 24500 h 31369"/>
                  <a:gd name="connsiteX2" fmla="*/ 2933 w 43106"/>
                  <a:gd name="connsiteY2" fmla="*/ 25563 h 31369"/>
                  <a:gd name="connsiteX3" fmla="*/ 6292 w 43106"/>
                  <a:gd name="connsiteY3" fmla="*/ 8425 h 31369"/>
                  <a:gd name="connsiteX4" fmla="*/ 18058 w 43106"/>
                  <a:gd name="connsiteY4" fmla="*/ 10736 h 31369"/>
                  <a:gd name="connsiteX5" fmla="*/ 15506 w 43106"/>
                  <a:gd name="connsiteY5" fmla="*/ 23791 h 31369"/>
                  <a:gd name="connsiteX6" fmla="*/ 20609 w 43106"/>
                  <a:gd name="connsiteY6" fmla="*/ 24798 h 31369"/>
                  <a:gd name="connsiteX7" fmla="*/ 23175 w 43106"/>
                  <a:gd name="connsiteY7" fmla="*/ 11742 h 31369"/>
                  <a:gd name="connsiteX8" fmla="*/ 33834 w 43106"/>
                  <a:gd name="connsiteY8" fmla="*/ 13826 h 31369"/>
                  <a:gd name="connsiteX9" fmla="*/ 30702 w 43106"/>
                  <a:gd name="connsiteY9" fmla="*/ 29759 h 31369"/>
                  <a:gd name="connsiteX10" fmla="*/ 35947 w 43106"/>
                  <a:gd name="connsiteY10" fmla="*/ 30780 h 31369"/>
                  <a:gd name="connsiteX11" fmla="*/ 40624 w 43106"/>
                  <a:gd name="connsiteY11" fmla="*/ 6909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106" h="31369">
                    <a:moveTo>
                      <a:pt x="2437" y="-590"/>
                    </a:moveTo>
                    <a:lnTo>
                      <a:pt x="-2482" y="24500"/>
                    </a:lnTo>
                    <a:lnTo>
                      <a:pt x="2933" y="25563"/>
                    </a:lnTo>
                    <a:lnTo>
                      <a:pt x="6292" y="8425"/>
                    </a:lnTo>
                    <a:lnTo>
                      <a:pt x="18058" y="10736"/>
                    </a:lnTo>
                    <a:lnTo>
                      <a:pt x="15506" y="23791"/>
                    </a:lnTo>
                    <a:lnTo>
                      <a:pt x="20609" y="24798"/>
                    </a:lnTo>
                    <a:lnTo>
                      <a:pt x="23175" y="11742"/>
                    </a:lnTo>
                    <a:lnTo>
                      <a:pt x="33834" y="13826"/>
                    </a:lnTo>
                    <a:lnTo>
                      <a:pt x="30702" y="29759"/>
                    </a:lnTo>
                    <a:lnTo>
                      <a:pt x="35947" y="30780"/>
                    </a:lnTo>
                    <a:lnTo>
                      <a:pt x="40624" y="690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DB445C1-7EAE-474C-A849-A31F60EB1751}"/>
                </a:ext>
              </a:extLst>
            </p:cNvPr>
            <p:cNvSpPr txBox="1"/>
            <p:nvPr/>
          </p:nvSpPr>
          <p:spPr>
            <a:xfrm>
              <a:off x="8862600" y="402968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spc="200" baseline="0" dirty="0" err="1">
                  <a:solidFill>
                    <a:srgbClr val="07679C"/>
                  </a:solidFill>
                  <a:latin typeface="微软雅黑"/>
                  <a:ea typeface="微软雅黑"/>
                  <a:sym typeface="微软雅黑"/>
                  <a:rtl val="0"/>
                </a:rPr>
                <a:t>智慧医疗研究院</a:t>
              </a:r>
              <a:endParaRPr lang="en-US" sz="1800" spc="200" baseline="0" dirty="0">
                <a:solidFill>
                  <a:srgbClr val="07679C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F134101F-2F12-47D3-B5F4-914835F401D4}"/>
                </a:ext>
              </a:extLst>
            </p:cNvPr>
            <p:cNvSpPr txBox="1"/>
            <p:nvPr/>
          </p:nvSpPr>
          <p:spPr>
            <a:xfrm>
              <a:off x="8862600" y="662792"/>
              <a:ext cx="21600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00" spc="0" baseline="0" dirty="0">
                  <a:solidFill>
                    <a:srgbClr val="07679C"/>
                  </a:solidFill>
                  <a:latin typeface="Arial"/>
                  <a:cs typeface="Arial"/>
                  <a:sym typeface="Arial"/>
                  <a:rtl val="0"/>
                </a:rPr>
                <a:t>Institute for Artificial Intelligence in Medicine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3785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文本框 122">
            <a:extLst>
              <a:ext uri="{FF2B5EF4-FFF2-40B4-BE49-F238E27FC236}">
                <a16:creationId xmlns:a16="http://schemas.microsoft.com/office/drawing/2014/main" id="{68EB59F3-C08C-4451-987D-6F0F8B515E9F}"/>
              </a:ext>
            </a:extLst>
          </p:cNvPr>
          <p:cNvSpPr txBox="1"/>
          <p:nvPr userDrawn="1"/>
        </p:nvSpPr>
        <p:spPr>
          <a:xfrm>
            <a:off x="4256708" y="6376929"/>
            <a:ext cx="389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rPr>
              <a:t>源于临床  高于临床  赋能临床  回归临床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6FBD93-7562-4DC7-AFF8-7EFA14FAE8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9410" y="2488461"/>
            <a:ext cx="7793178" cy="798847"/>
          </a:xfrm>
        </p:spPr>
        <p:txBody>
          <a:bodyPr anchor="b">
            <a:noAutofit/>
          </a:bodyPr>
          <a:lstStyle>
            <a:lvl1pPr marL="0" algn="ctr" defTabSz="914354" rtl="0" eaLnBrk="1" latinLnBrk="0" hangingPunct="1">
              <a:defRPr lang="zh-CN" altLang="en-US" sz="4800" b="1" kern="12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r>
              <a:rPr lang="zh-CN" altLang="en-US" dirty="0"/>
              <a:t>感谢您的指导！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7D7647-0F3A-465D-82AF-335DD3871F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11206" y="3287308"/>
            <a:ext cx="7781382" cy="798847"/>
          </a:xfrm>
        </p:spPr>
        <p:txBody>
          <a:bodyPr anchor="ctr" anchorCtr="0">
            <a:normAutofit/>
          </a:bodyPr>
          <a:lstStyle>
            <a:lvl1pPr marL="0" indent="0" algn="ctr" defTabSz="914354" rtl="0" eaLnBrk="1" latinLnBrk="0" hangingPunct="1">
              <a:buNone/>
              <a:defRPr lang="zh-CN" altLang="en-US" sz="2000" b="0" kern="1200" spc="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 dirty="0"/>
              <a:t>Thank you for your support and guidance!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2E979-83DB-4069-B3CC-85843AAC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B7F3-024D-429A-ABCA-81F64A6B851E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4871D-8900-49DD-8B74-630E4CA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1FC461-6B90-4990-9426-1048735156D1}"/>
              </a:ext>
            </a:extLst>
          </p:cNvPr>
          <p:cNvSpPr/>
          <p:nvPr userDrawn="1"/>
        </p:nvSpPr>
        <p:spPr>
          <a:xfrm>
            <a:off x="2" y="2395959"/>
            <a:ext cx="439839" cy="2754774"/>
          </a:xfrm>
          <a:prstGeom prst="rect">
            <a:avLst/>
          </a:prstGeom>
          <a:gradFill>
            <a:gsLst>
              <a:gs pos="0">
                <a:srgbClr val="00679C"/>
              </a:gs>
              <a:gs pos="100000">
                <a:srgbClr val="2660AD"/>
              </a:gs>
            </a:gsLst>
            <a:lin ang="12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 descr="图片包含 游戏机, 猫&#10;&#10;描述已自动生成">
            <a:extLst>
              <a:ext uri="{FF2B5EF4-FFF2-40B4-BE49-F238E27FC236}">
                <a16:creationId xmlns:a16="http://schemas.microsoft.com/office/drawing/2014/main" id="{928DCFDE-B723-4B4F-B224-259692F4D0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8" t="67053" r="30179" b="26533"/>
          <a:stretch/>
        </p:blipFill>
        <p:spPr>
          <a:xfrm rot="16200000">
            <a:off x="-1157484" y="3553425"/>
            <a:ext cx="2754777" cy="439839"/>
          </a:xfrm>
          <a:prstGeom prst="rect">
            <a:avLst/>
          </a:prstGeom>
          <a:noFill/>
        </p:spPr>
      </p:pic>
      <p:sp>
        <p:nvSpPr>
          <p:cNvPr id="15" name="文本占位符 53">
            <a:extLst>
              <a:ext uri="{FF2B5EF4-FFF2-40B4-BE49-F238E27FC236}">
                <a16:creationId xmlns:a16="http://schemas.microsoft.com/office/drawing/2014/main" id="{3C4A6C52-D6FC-45F2-9783-68CD4632C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3315" y="4277241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报告人：张三</a:t>
            </a:r>
          </a:p>
        </p:txBody>
      </p:sp>
      <p:sp>
        <p:nvSpPr>
          <p:cNvPr id="16" name="文本占位符 53">
            <a:extLst>
              <a:ext uri="{FF2B5EF4-FFF2-40B4-BE49-F238E27FC236}">
                <a16:creationId xmlns:a16="http://schemas.microsoft.com/office/drawing/2014/main" id="{88F26EE6-CBF0-458F-B137-6DDA63B61E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3314" y="4803063"/>
            <a:ext cx="4065361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600" spc="200" dirty="0">
                <a:gradFill flip="none" rotWithShape="1">
                  <a:gsLst>
                    <a:gs pos="0">
                      <a:srgbClr val="2660AD"/>
                    </a:gs>
                    <a:gs pos="100000">
                      <a:srgbClr val="00679C"/>
                    </a:gs>
                  </a:gsLst>
                  <a:lin ang="162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lvl="0">
              <a:lnSpc>
                <a:spcPct val="150000"/>
              </a:lnSpc>
            </a:pPr>
            <a:r>
              <a:rPr lang="en-US" altLang="zh-CN" dirty="0"/>
              <a:t>&gt;&gt;</a:t>
            </a:r>
            <a:r>
              <a:rPr lang="zh-CN" altLang="en-US" dirty="0"/>
              <a:t>时间地点</a:t>
            </a:r>
          </a:p>
        </p:txBody>
      </p:sp>
      <p:pic>
        <p:nvPicPr>
          <p:cNvPr id="14" name="图片 13" descr="图片包含 游戏机&#10;&#10;描述已自动生成">
            <a:extLst>
              <a:ext uri="{FF2B5EF4-FFF2-40B4-BE49-F238E27FC236}">
                <a16:creationId xmlns:a16="http://schemas.microsoft.com/office/drawing/2014/main" id="{116DFF24-65E8-4435-8127-FD9AD51420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9196"/>
            <a:ext cx="2850764" cy="678754"/>
          </a:xfrm>
          <a:prstGeom prst="rect">
            <a:avLst/>
          </a:prstGeom>
        </p:spPr>
      </p:pic>
      <p:grpSp>
        <p:nvGrpSpPr>
          <p:cNvPr id="69" name="图形 17">
            <a:extLst>
              <a:ext uri="{FF2B5EF4-FFF2-40B4-BE49-F238E27FC236}">
                <a16:creationId xmlns:a16="http://schemas.microsoft.com/office/drawing/2014/main" id="{5AD64727-A1DA-4875-8CAC-A183D1801180}"/>
              </a:ext>
            </a:extLst>
          </p:cNvPr>
          <p:cNvGrpSpPr/>
          <p:nvPr userDrawn="1"/>
        </p:nvGrpSpPr>
        <p:grpSpPr>
          <a:xfrm>
            <a:off x="6000404" y="-49026"/>
            <a:ext cx="6956053" cy="6956051"/>
            <a:chOff x="2135054" y="-6957360"/>
            <a:chExt cx="4082401" cy="4082400"/>
          </a:xfrm>
          <a:solidFill>
            <a:srgbClr val="07679C">
              <a:alpha val="20000"/>
            </a:srgbClr>
          </a:solidFill>
        </p:grpSpPr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80681DFC-C4CF-444D-B336-869F3FB666FF}"/>
                </a:ext>
              </a:extLst>
            </p:cNvPr>
            <p:cNvSpPr/>
            <p:nvPr/>
          </p:nvSpPr>
          <p:spPr>
            <a:xfrm>
              <a:off x="2633363" y="-6458712"/>
              <a:ext cx="3085445" cy="3085103"/>
            </a:xfrm>
            <a:custGeom>
              <a:avLst/>
              <a:gdLst>
                <a:gd name="connsiteX0" fmla="*/ 1540772 w 3085445"/>
                <a:gd name="connsiteY0" fmla="*/ 3084445 h 3085103"/>
                <a:gd name="connsiteX1" fmla="*/ 3083325 w 3085445"/>
                <a:gd name="connsiteY1" fmla="*/ 1541894 h 3085103"/>
                <a:gd name="connsiteX2" fmla="*/ 1540772 w 3085445"/>
                <a:gd name="connsiteY2" fmla="*/ -658 h 3085103"/>
                <a:gd name="connsiteX3" fmla="*/ -2120 w 3085445"/>
                <a:gd name="connsiteY3" fmla="*/ 1541894 h 3085103"/>
                <a:gd name="connsiteX4" fmla="*/ 1540772 w 3085445"/>
                <a:gd name="connsiteY4" fmla="*/ 3084445 h 3085103"/>
                <a:gd name="connsiteX5" fmla="*/ 1540772 w 3085445"/>
                <a:gd name="connsiteY5" fmla="*/ 11759 h 3085103"/>
                <a:gd name="connsiteX6" fmla="*/ 3070991 w 3085445"/>
                <a:gd name="connsiteY6" fmla="*/ 1541894 h 3085103"/>
                <a:gd name="connsiteX7" fmla="*/ 1540772 w 3085445"/>
                <a:gd name="connsiteY7" fmla="*/ 3072028 h 3085103"/>
                <a:gd name="connsiteX8" fmla="*/ 9871 w 3085445"/>
                <a:gd name="connsiteY8" fmla="*/ 1541894 h 3085103"/>
                <a:gd name="connsiteX9" fmla="*/ 1540772 w 3085445"/>
                <a:gd name="connsiteY9" fmla="*/ 11759 h 3085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445" h="3085103">
                  <a:moveTo>
                    <a:pt x="1540772" y="3084445"/>
                  </a:moveTo>
                  <a:cubicBezTo>
                    <a:pt x="2391272" y="3084445"/>
                    <a:pt x="3083325" y="2392479"/>
                    <a:pt x="3083325" y="1541894"/>
                  </a:cubicBezTo>
                  <a:cubicBezTo>
                    <a:pt x="3083325" y="691309"/>
                    <a:pt x="2391272" y="-658"/>
                    <a:pt x="1540772" y="-658"/>
                  </a:cubicBezTo>
                  <a:cubicBezTo>
                    <a:pt x="690271" y="-658"/>
                    <a:pt x="-2120" y="691394"/>
                    <a:pt x="-2120" y="1541894"/>
                  </a:cubicBezTo>
                  <a:cubicBezTo>
                    <a:pt x="-2120" y="2392394"/>
                    <a:pt x="690271" y="3084445"/>
                    <a:pt x="1540772" y="3084445"/>
                  </a:cubicBezTo>
                  <a:close/>
                  <a:moveTo>
                    <a:pt x="1540772" y="11759"/>
                  </a:moveTo>
                  <a:cubicBezTo>
                    <a:pt x="2384553" y="11759"/>
                    <a:pt x="3070991" y="698112"/>
                    <a:pt x="3070991" y="1541894"/>
                  </a:cubicBezTo>
                  <a:cubicBezTo>
                    <a:pt x="3070991" y="2385675"/>
                    <a:pt x="2384127" y="3072028"/>
                    <a:pt x="1540772" y="3072028"/>
                  </a:cubicBezTo>
                  <a:cubicBezTo>
                    <a:pt x="697416" y="3072028"/>
                    <a:pt x="9871" y="2385675"/>
                    <a:pt x="9871" y="1541894"/>
                  </a:cubicBezTo>
                  <a:cubicBezTo>
                    <a:pt x="9871" y="698112"/>
                    <a:pt x="696650" y="11759"/>
                    <a:pt x="1540772" y="1175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62B3E1D8-B071-4F31-9C46-6A6E1F2AE81A}"/>
                </a:ext>
              </a:extLst>
            </p:cNvPr>
            <p:cNvSpPr/>
            <p:nvPr/>
          </p:nvSpPr>
          <p:spPr>
            <a:xfrm>
              <a:off x="2556562" y="-6535427"/>
              <a:ext cx="3238535" cy="3238534"/>
            </a:xfrm>
            <a:custGeom>
              <a:avLst/>
              <a:gdLst>
                <a:gd name="connsiteX0" fmla="*/ -2120 w 3238535"/>
                <a:gd name="connsiteY0" fmla="*/ 1618609 h 3238534"/>
                <a:gd name="connsiteX1" fmla="*/ 1617146 w 3238535"/>
                <a:gd name="connsiteY1" fmla="*/ 3237876 h 3238534"/>
                <a:gd name="connsiteX2" fmla="*/ 3236415 w 3238535"/>
                <a:gd name="connsiteY2" fmla="*/ 1618609 h 3238534"/>
                <a:gd name="connsiteX3" fmla="*/ 1617572 w 3238535"/>
                <a:gd name="connsiteY3" fmla="*/ -658 h 3238534"/>
                <a:gd name="connsiteX4" fmla="*/ -2120 w 3238535"/>
                <a:gd name="connsiteY4" fmla="*/ 1618609 h 3238534"/>
                <a:gd name="connsiteX5" fmla="*/ 1617572 w 3238535"/>
                <a:gd name="connsiteY5" fmla="*/ 36679 h 3238534"/>
                <a:gd name="connsiteX6" fmla="*/ 3199503 w 3238535"/>
                <a:gd name="connsiteY6" fmla="*/ 1618609 h 3238534"/>
                <a:gd name="connsiteX7" fmla="*/ 1617572 w 3238535"/>
                <a:gd name="connsiteY7" fmla="*/ 3200539 h 3238534"/>
                <a:gd name="connsiteX8" fmla="*/ 35642 w 3238535"/>
                <a:gd name="connsiteY8" fmla="*/ 1618609 h 3238534"/>
                <a:gd name="connsiteX9" fmla="*/ 1617572 w 3238535"/>
                <a:gd name="connsiteY9" fmla="*/ 36679 h 323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8535" h="3238534">
                  <a:moveTo>
                    <a:pt x="-2120" y="1618609"/>
                  </a:moveTo>
                  <a:cubicBezTo>
                    <a:pt x="-2120" y="2511634"/>
                    <a:pt x="724291" y="3237876"/>
                    <a:pt x="1617146" y="3237876"/>
                  </a:cubicBezTo>
                  <a:cubicBezTo>
                    <a:pt x="2510002" y="3237876"/>
                    <a:pt x="3236415" y="2511634"/>
                    <a:pt x="3236415" y="1618609"/>
                  </a:cubicBezTo>
                  <a:cubicBezTo>
                    <a:pt x="3236415" y="725584"/>
                    <a:pt x="2510002" y="-658"/>
                    <a:pt x="1617572" y="-658"/>
                  </a:cubicBezTo>
                  <a:cubicBezTo>
                    <a:pt x="725143" y="-658"/>
                    <a:pt x="-2120" y="725584"/>
                    <a:pt x="-2120" y="1618609"/>
                  </a:cubicBezTo>
                  <a:close/>
                  <a:moveTo>
                    <a:pt x="1617572" y="36679"/>
                  </a:moveTo>
                  <a:cubicBezTo>
                    <a:pt x="2490101" y="36679"/>
                    <a:pt x="3199503" y="746506"/>
                    <a:pt x="3199503" y="1618609"/>
                  </a:cubicBezTo>
                  <a:cubicBezTo>
                    <a:pt x="3199503" y="2490712"/>
                    <a:pt x="2489761" y="3200539"/>
                    <a:pt x="1617572" y="3200539"/>
                  </a:cubicBezTo>
                  <a:cubicBezTo>
                    <a:pt x="745384" y="3200539"/>
                    <a:pt x="35642" y="2490712"/>
                    <a:pt x="35642" y="1618609"/>
                  </a:cubicBezTo>
                  <a:cubicBezTo>
                    <a:pt x="35642" y="746506"/>
                    <a:pt x="744705" y="36679"/>
                    <a:pt x="1617572" y="3667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F17BE88A-26D5-44AF-A42A-A1B95F253885}"/>
                </a:ext>
              </a:extLst>
            </p:cNvPr>
            <p:cNvSpPr/>
            <p:nvPr/>
          </p:nvSpPr>
          <p:spPr>
            <a:xfrm>
              <a:off x="2135054" y="-6957360"/>
              <a:ext cx="4082401" cy="4082400"/>
            </a:xfrm>
            <a:custGeom>
              <a:avLst/>
              <a:gdLst>
                <a:gd name="connsiteX0" fmla="*/ 2039081 w 4082401"/>
                <a:gd name="connsiteY0" fmla="*/ -658 h 4082400"/>
                <a:gd name="connsiteX1" fmla="*/ -2120 w 4082401"/>
                <a:gd name="connsiteY1" fmla="*/ 2040542 h 4082400"/>
                <a:gd name="connsiteX2" fmla="*/ 2039081 w 4082401"/>
                <a:gd name="connsiteY2" fmla="*/ 4081742 h 4082400"/>
                <a:gd name="connsiteX3" fmla="*/ 4080281 w 4082401"/>
                <a:gd name="connsiteY3" fmla="*/ 2040542 h 4082400"/>
                <a:gd name="connsiteX4" fmla="*/ 2039081 w 4082401"/>
                <a:gd name="connsiteY4" fmla="*/ -658 h 4082400"/>
                <a:gd name="connsiteX5" fmla="*/ 2039081 w 4082401"/>
                <a:gd name="connsiteY5" fmla="*/ 4035134 h 4082400"/>
                <a:gd name="connsiteX6" fmla="*/ 44572 w 4082401"/>
                <a:gd name="connsiteY6" fmla="*/ 2040542 h 4082400"/>
                <a:gd name="connsiteX7" fmla="*/ 2039081 w 4082401"/>
                <a:gd name="connsiteY7" fmla="*/ 45949 h 4082400"/>
                <a:gd name="connsiteX8" fmla="*/ 4033248 w 4082401"/>
                <a:gd name="connsiteY8" fmla="*/ 2040542 h 4082400"/>
                <a:gd name="connsiteX9" fmla="*/ 2039081 w 4082401"/>
                <a:gd name="connsiteY9" fmla="*/ 4035134 h 40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82401" h="4082400">
                  <a:moveTo>
                    <a:pt x="2039081" y="-658"/>
                  </a:moveTo>
                  <a:cubicBezTo>
                    <a:pt x="913613" y="-658"/>
                    <a:pt x="-2120" y="914990"/>
                    <a:pt x="-2120" y="2040542"/>
                  </a:cubicBezTo>
                  <a:cubicBezTo>
                    <a:pt x="-2120" y="3166093"/>
                    <a:pt x="913613" y="4081742"/>
                    <a:pt x="2039081" y="4081742"/>
                  </a:cubicBezTo>
                  <a:cubicBezTo>
                    <a:pt x="3164548" y="4081742"/>
                    <a:pt x="4080281" y="3166093"/>
                    <a:pt x="4080281" y="2040542"/>
                  </a:cubicBezTo>
                  <a:cubicBezTo>
                    <a:pt x="4080281" y="914990"/>
                    <a:pt x="3164208" y="-658"/>
                    <a:pt x="2039081" y="-658"/>
                  </a:cubicBezTo>
                  <a:close/>
                  <a:moveTo>
                    <a:pt x="2039081" y="4035134"/>
                  </a:moveTo>
                  <a:cubicBezTo>
                    <a:pt x="939298" y="4035134"/>
                    <a:pt x="44572" y="3140323"/>
                    <a:pt x="44572" y="2040542"/>
                  </a:cubicBezTo>
                  <a:cubicBezTo>
                    <a:pt x="44572" y="940760"/>
                    <a:pt x="938872" y="45949"/>
                    <a:pt x="2039081" y="45949"/>
                  </a:cubicBezTo>
                  <a:cubicBezTo>
                    <a:pt x="3139289" y="45949"/>
                    <a:pt x="4033248" y="940760"/>
                    <a:pt x="4033248" y="2040542"/>
                  </a:cubicBezTo>
                  <a:cubicBezTo>
                    <a:pt x="4033248" y="3140323"/>
                    <a:pt x="3138522" y="4035134"/>
                    <a:pt x="2039081" y="403513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00330A2C-F8F8-4EB2-8619-E998CEDE5785}"/>
                </a:ext>
              </a:extLst>
            </p:cNvPr>
            <p:cNvSpPr/>
            <p:nvPr/>
          </p:nvSpPr>
          <p:spPr>
            <a:xfrm>
              <a:off x="2882898" y="-5377131"/>
              <a:ext cx="952134" cy="915223"/>
            </a:xfrm>
            <a:custGeom>
              <a:avLst/>
              <a:gdLst>
                <a:gd name="connsiteX0" fmla="*/ 222498 w 952134"/>
                <a:gd name="connsiteY0" fmla="*/ 914565 h 915223"/>
                <a:gd name="connsiteX1" fmla="*/ 301593 w 952134"/>
                <a:gd name="connsiteY1" fmla="*/ 693945 h 915223"/>
                <a:gd name="connsiteX2" fmla="*/ 602331 w 952134"/>
                <a:gd name="connsiteY2" fmla="*/ 693945 h 915223"/>
                <a:gd name="connsiteX3" fmla="*/ 602331 w 952134"/>
                <a:gd name="connsiteY3" fmla="*/ 691394 h 915223"/>
                <a:gd name="connsiteX4" fmla="*/ 714512 w 952134"/>
                <a:gd name="connsiteY4" fmla="*/ 759434 h 915223"/>
                <a:gd name="connsiteX5" fmla="*/ 668415 w 952134"/>
                <a:gd name="connsiteY5" fmla="*/ 914224 h 915223"/>
                <a:gd name="connsiteX6" fmla="*/ 770049 w 952134"/>
                <a:gd name="connsiteY6" fmla="*/ 914224 h 915223"/>
                <a:gd name="connsiteX7" fmla="*/ 885718 w 952134"/>
                <a:gd name="connsiteY7" fmla="*/ 875867 h 915223"/>
                <a:gd name="connsiteX8" fmla="*/ 898220 w 952134"/>
                <a:gd name="connsiteY8" fmla="*/ 914224 h 915223"/>
                <a:gd name="connsiteX9" fmla="*/ 950015 w 952134"/>
                <a:gd name="connsiteY9" fmla="*/ 914224 h 915223"/>
                <a:gd name="connsiteX10" fmla="*/ 794460 w 952134"/>
                <a:gd name="connsiteY10" fmla="*/ 735109 h 915223"/>
                <a:gd name="connsiteX11" fmla="*/ 835963 w 952134"/>
                <a:gd name="connsiteY11" fmla="*/ 559311 h 915223"/>
                <a:gd name="connsiteX12" fmla="*/ 699883 w 952134"/>
                <a:gd name="connsiteY12" fmla="*/ 443728 h 915223"/>
                <a:gd name="connsiteX13" fmla="*/ 740027 w 952134"/>
                <a:gd name="connsiteY13" fmla="*/ 269801 h 915223"/>
                <a:gd name="connsiteX14" fmla="*/ 602246 w 952134"/>
                <a:gd name="connsiteY14" fmla="*/ 156089 h 915223"/>
                <a:gd name="connsiteX15" fmla="*/ 649194 w 952134"/>
                <a:gd name="connsiteY15" fmla="*/ -658 h 915223"/>
                <a:gd name="connsiteX16" fmla="*/ 598164 w 952134"/>
                <a:gd name="connsiteY16" fmla="*/ -658 h 915223"/>
                <a:gd name="connsiteX17" fmla="*/ 601309 w 952134"/>
                <a:gd name="connsiteY17" fmla="*/ 10398 h 915223"/>
                <a:gd name="connsiteX18" fmla="*/ 539310 w 952134"/>
                <a:gd name="connsiteY18" fmla="*/ 30895 h 915223"/>
                <a:gd name="connsiteX19" fmla="*/ 550620 w 952134"/>
                <a:gd name="connsiteY19" fmla="*/ -658 h 915223"/>
                <a:gd name="connsiteX20" fmla="*/ 378564 w 952134"/>
                <a:gd name="connsiteY20" fmla="*/ -658 h 915223"/>
                <a:gd name="connsiteX21" fmla="*/ 320644 w 952134"/>
                <a:gd name="connsiteY21" fmla="*/ 39740 h 915223"/>
                <a:gd name="connsiteX22" fmla="*/ -2120 w 952134"/>
                <a:gd name="connsiteY22" fmla="*/ 914224 h 915223"/>
                <a:gd name="connsiteX23" fmla="*/ 704391 w 952134"/>
                <a:gd name="connsiteY23" fmla="*/ 702875 h 915223"/>
                <a:gd name="connsiteX24" fmla="*/ 771920 w 952134"/>
                <a:gd name="connsiteY24" fmla="*/ 680507 h 915223"/>
                <a:gd name="connsiteX25" fmla="*/ 746405 w 952134"/>
                <a:gd name="connsiteY25" fmla="*/ 718099 h 915223"/>
                <a:gd name="connsiteX26" fmla="*/ 704391 w 952134"/>
                <a:gd name="connsiteY26" fmla="*/ 702875 h 915223"/>
                <a:gd name="connsiteX27" fmla="*/ 869387 w 952134"/>
                <a:gd name="connsiteY27" fmla="*/ 846950 h 915223"/>
                <a:gd name="connsiteX28" fmla="*/ 715789 w 952134"/>
                <a:gd name="connsiteY28" fmla="*/ 897980 h 915223"/>
                <a:gd name="connsiteX29" fmla="*/ 715789 w 952134"/>
                <a:gd name="connsiteY29" fmla="*/ 870849 h 915223"/>
                <a:gd name="connsiteX30" fmla="*/ 850932 w 952134"/>
                <a:gd name="connsiteY30" fmla="*/ 826113 h 915223"/>
                <a:gd name="connsiteX31" fmla="*/ 869134 w 952134"/>
                <a:gd name="connsiteY31" fmla="*/ 846950 h 915223"/>
                <a:gd name="connsiteX32" fmla="*/ 827543 w 952134"/>
                <a:gd name="connsiteY32" fmla="*/ 807487 h 915223"/>
                <a:gd name="connsiteX33" fmla="*/ 723783 w 952134"/>
                <a:gd name="connsiteY33" fmla="*/ 841507 h 915223"/>
                <a:gd name="connsiteX34" fmla="*/ 763756 w 952134"/>
                <a:gd name="connsiteY34" fmla="*/ 776699 h 915223"/>
                <a:gd name="connsiteX35" fmla="*/ 827288 w 952134"/>
                <a:gd name="connsiteY35" fmla="*/ 807487 h 915223"/>
                <a:gd name="connsiteX36" fmla="*/ 787570 w 952134"/>
                <a:gd name="connsiteY36" fmla="*/ 649209 h 915223"/>
                <a:gd name="connsiteX37" fmla="*/ 672668 w 952134"/>
                <a:gd name="connsiteY37" fmla="*/ 687226 h 915223"/>
                <a:gd name="connsiteX38" fmla="*/ 645282 w 952134"/>
                <a:gd name="connsiteY38" fmla="*/ 664858 h 915223"/>
                <a:gd name="connsiteX39" fmla="*/ 794798 w 952134"/>
                <a:gd name="connsiteY39" fmla="*/ 615274 h 915223"/>
                <a:gd name="connsiteX40" fmla="*/ 787315 w 952134"/>
                <a:gd name="connsiteY40" fmla="*/ 649209 h 915223"/>
                <a:gd name="connsiteX41" fmla="*/ 789186 w 952134"/>
                <a:gd name="connsiteY41" fmla="*/ 575300 h 915223"/>
                <a:gd name="connsiteX42" fmla="*/ 792927 w 952134"/>
                <a:gd name="connsiteY42" fmla="*/ 589759 h 915223"/>
                <a:gd name="connsiteX43" fmla="*/ 631332 w 952134"/>
                <a:gd name="connsiteY43" fmla="*/ 643425 h 915223"/>
                <a:gd name="connsiteX44" fmla="*/ 625550 w 952134"/>
                <a:gd name="connsiteY44" fmla="*/ 629562 h 915223"/>
                <a:gd name="connsiteX45" fmla="*/ 621808 w 952134"/>
                <a:gd name="connsiteY45" fmla="*/ 615104 h 915223"/>
                <a:gd name="connsiteX46" fmla="*/ 783829 w 952134"/>
                <a:gd name="connsiteY46" fmla="*/ 561437 h 915223"/>
                <a:gd name="connsiteX47" fmla="*/ 788930 w 952134"/>
                <a:gd name="connsiteY47" fmla="*/ 575300 h 915223"/>
                <a:gd name="connsiteX48" fmla="*/ 769794 w 952134"/>
                <a:gd name="connsiteY48" fmla="*/ 539834 h 915223"/>
                <a:gd name="connsiteX49" fmla="*/ 619341 w 952134"/>
                <a:gd name="connsiteY49" fmla="*/ 589589 h 915223"/>
                <a:gd name="connsiteX50" fmla="*/ 626571 w 952134"/>
                <a:gd name="connsiteY50" fmla="*/ 555569 h 915223"/>
                <a:gd name="connsiteX51" fmla="*/ 743430 w 952134"/>
                <a:gd name="connsiteY51" fmla="*/ 516871 h 915223"/>
                <a:gd name="connsiteX52" fmla="*/ 769539 w 952134"/>
                <a:gd name="connsiteY52" fmla="*/ 539834 h 915223"/>
                <a:gd name="connsiteX53" fmla="*/ 605988 w 952134"/>
                <a:gd name="connsiteY53" fmla="*/ 414301 h 915223"/>
                <a:gd name="connsiteX54" fmla="*/ 676069 w 952134"/>
                <a:gd name="connsiteY54" fmla="*/ 391082 h 915223"/>
                <a:gd name="connsiteX55" fmla="*/ 649790 w 952134"/>
                <a:gd name="connsiteY55" fmla="*/ 429099 h 915223"/>
                <a:gd name="connsiteX56" fmla="*/ 605732 w 952134"/>
                <a:gd name="connsiteY56" fmla="*/ 414301 h 915223"/>
                <a:gd name="connsiteX57" fmla="*/ 712556 w 952134"/>
                <a:gd name="connsiteY57" fmla="*/ 501137 h 915223"/>
                <a:gd name="connsiteX58" fmla="*/ 642389 w 952134"/>
                <a:gd name="connsiteY58" fmla="*/ 524355 h 915223"/>
                <a:gd name="connsiteX59" fmla="*/ 668756 w 952134"/>
                <a:gd name="connsiteY59" fmla="*/ 486338 h 915223"/>
                <a:gd name="connsiteX60" fmla="*/ 712300 w 952134"/>
                <a:gd name="connsiteY60" fmla="*/ 501137 h 915223"/>
                <a:gd name="connsiteX61" fmla="*/ 691634 w 952134"/>
                <a:gd name="connsiteY61" fmla="*/ 359784 h 915223"/>
                <a:gd name="connsiteX62" fmla="*/ 574775 w 952134"/>
                <a:gd name="connsiteY62" fmla="*/ 398481 h 915223"/>
                <a:gd name="connsiteX63" fmla="*/ 548664 w 952134"/>
                <a:gd name="connsiteY63" fmla="*/ 375603 h 915223"/>
                <a:gd name="connsiteX64" fmla="*/ 698949 w 952134"/>
                <a:gd name="connsiteY64" fmla="*/ 325849 h 915223"/>
                <a:gd name="connsiteX65" fmla="*/ 691378 w 952134"/>
                <a:gd name="connsiteY65" fmla="*/ 359784 h 915223"/>
                <a:gd name="connsiteX66" fmla="*/ 693249 w 952134"/>
                <a:gd name="connsiteY66" fmla="*/ 285790 h 915223"/>
                <a:gd name="connsiteX67" fmla="*/ 696991 w 952134"/>
                <a:gd name="connsiteY67" fmla="*/ 300334 h 915223"/>
                <a:gd name="connsiteX68" fmla="*/ 535396 w 952134"/>
                <a:gd name="connsiteY68" fmla="*/ 354000 h 915223"/>
                <a:gd name="connsiteX69" fmla="*/ 529698 w 952134"/>
                <a:gd name="connsiteY69" fmla="*/ 340137 h 915223"/>
                <a:gd name="connsiteX70" fmla="*/ 526041 w 952134"/>
                <a:gd name="connsiteY70" fmla="*/ 325594 h 915223"/>
                <a:gd name="connsiteX71" fmla="*/ 687636 w 952134"/>
                <a:gd name="connsiteY71" fmla="*/ 272012 h 915223"/>
                <a:gd name="connsiteX72" fmla="*/ 692994 w 952134"/>
                <a:gd name="connsiteY72" fmla="*/ 285790 h 915223"/>
                <a:gd name="connsiteX73" fmla="*/ 672668 w 952134"/>
                <a:gd name="connsiteY73" fmla="*/ 250749 h 915223"/>
                <a:gd name="connsiteX74" fmla="*/ 523745 w 952134"/>
                <a:gd name="connsiteY74" fmla="*/ 300079 h 915223"/>
                <a:gd name="connsiteX75" fmla="*/ 530975 w 952134"/>
                <a:gd name="connsiteY75" fmla="*/ 266059 h 915223"/>
                <a:gd name="connsiteX76" fmla="*/ 644686 w 952134"/>
                <a:gd name="connsiteY76" fmla="*/ 228381 h 915223"/>
                <a:gd name="connsiteX77" fmla="*/ 672412 w 952134"/>
                <a:gd name="connsiteY77" fmla="*/ 250749 h 915223"/>
                <a:gd name="connsiteX78" fmla="*/ 612451 w 952134"/>
                <a:gd name="connsiteY78" fmla="*/ 212987 h 915223"/>
                <a:gd name="connsiteX79" fmla="*/ 546538 w 952134"/>
                <a:gd name="connsiteY79" fmla="*/ 234845 h 915223"/>
                <a:gd name="connsiteX80" fmla="*/ 572053 w 952134"/>
                <a:gd name="connsiteY80" fmla="*/ 198274 h 915223"/>
                <a:gd name="connsiteX81" fmla="*/ 612196 w 952134"/>
                <a:gd name="connsiteY81" fmla="*/ 212987 h 915223"/>
                <a:gd name="connsiteX82" fmla="*/ 528593 w 952134"/>
                <a:gd name="connsiteY82" fmla="*/ 60578 h 915223"/>
                <a:gd name="connsiteX83" fmla="*/ 603691 w 952134"/>
                <a:gd name="connsiteY83" fmla="*/ 35658 h 915223"/>
                <a:gd name="connsiteX84" fmla="*/ 596974 w 952134"/>
                <a:gd name="connsiteY84" fmla="*/ 69678 h 915223"/>
                <a:gd name="connsiteX85" fmla="*/ 515751 w 952134"/>
                <a:gd name="connsiteY85" fmla="*/ 96554 h 915223"/>
                <a:gd name="connsiteX86" fmla="*/ 580983 w 952134"/>
                <a:gd name="connsiteY86" fmla="*/ 100891 h 915223"/>
                <a:gd name="connsiteX87" fmla="*/ 553598 w 952134"/>
                <a:gd name="connsiteY87" fmla="*/ 139419 h 915223"/>
                <a:gd name="connsiteX88" fmla="*/ 513284 w 952134"/>
                <a:gd name="connsiteY88" fmla="*/ 123259 h 915223"/>
                <a:gd name="connsiteX89" fmla="*/ 490661 w 952134"/>
                <a:gd name="connsiteY89" fmla="*/ 166380 h 915223"/>
                <a:gd name="connsiteX90" fmla="*/ 522723 w 952134"/>
                <a:gd name="connsiteY90" fmla="*/ 180583 h 915223"/>
                <a:gd name="connsiteX91" fmla="*/ 481986 w 952134"/>
                <a:gd name="connsiteY91" fmla="*/ 355361 h 915223"/>
                <a:gd name="connsiteX92" fmla="*/ 618066 w 952134"/>
                <a:gd name="connsiteY92" fmla="*/ 470944 h 915223"/>
                <a:gd name="connsiteX93" fmla="*/ 578517 w 952134"/>
                <a:gd name="connsiteY93" fmla="*/ 542896 h 915223"/>
                <a:gd name="connsiteX94" fmla="*/ 355686 w 952134"/>
                <a:gd name="connsiteY94" fmla="*/ 542896 h 91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952134" h="915223">
                  <a:moveTo>
                    <a:pt x="222498" y="914565"/>
                  </a:moveTo>
                  <a:lnTo>
                    <a:pt x="301593" y="693945"/>
                  </a:lnTo>
                  <a:lnTo>
                    <a:pt x="602331" y="693945"/>
                  </a:lnTo>
                  <a:lnTo>
                    <a:pt x="602331" y="691394"/>
                  </a:lnTo>
                  <a:cubicBezTo>
                    <a:pt x="630483" y="727114"/>
                    <a:pt x="671986" y="744805"/>
                    <a:pt x="714512" y="759434"/>
                  </a:cubicBezTo>
                  <a:cubicBezTo>
                    <a:pt x="683043" y="803319"/>
                    <a:pt x="656083" y="852989"/>
                    <a:pt x="668415" y="914224"/>
                  </a:cubicBezTo>
                  <a:lnTo>
                    <a:pt x="770049" y="914224"/>
                  </a:lnTo>
                  <a:lnTo>
                    <a:pt x="885718" y="875867"/>
                  </a:lnTo>
                  <a:cubicBezTo>
                    <a:pt x="891161" y="888191"/>
                    <a:pt x="895413" y="901042"/>
                    <a:pt x="898220" y="914224"/>
                  </a:cubicBezTo>
                  <a:lnTo>
                    <a:pt x="950015" y="914224"/>
                  </a:lnTo>
                  <a:cubicBezTo>
                    <a:pt x="926032" y="800768"/>
                    <a:pt x="859182" y="760284"/>
                    <a:pt x="794460" y="735109"/>
                  </a:cubicBezTo>
                  <a:cubicBezTo>
                    <a:pt x="829584" y="686375"/>
                    <a:pt x="859607" y="630753"/>
                    <a:pt x="835963" y="559311"/>
                  </a:cubicBezTo>
                  <a:cubicBezTo>
                    <a:pt x="812319" y="487869"/>
                    <a:pt x="756443" y="461929"/>
                    <a:pt x="699883" y="443728"/>
                  </a:cubicBezTo>
                  <a:cubicBezTo>
                    <a:pt x="734414" y="395419"/>
                    <a:pt x="763415" y="340307"/>
                    <a:pt x="740027" y="269801"/>
                  </a:cubicBezTo>
                  <a:cubicBezTo>
                    <a:pt x="717404" y="201761"/>
                    <a:pt x="660676" y="176246"/>
                    <a:pt x="602246" y="156089"/>
                  </a:cubicBezTo>
                  <a:cubicBezTo>
                    <a:pt x="635840" y="107270"/>
                    <a:pt x="661781" y="53008"/>
                    <a:pt x="649194" y="-658"/>
                  </a:cubicBezTo>
                  <a:lnTo>
                    <a:pt x="598164" y="-658"/>
                  </a:lnTo>
                  <a:cubicBezTo>
                    <a:pt x="599439" y="2973"/>
                    <a:pt x="600460" y="6664"/>
                    <a:pt x="601309" y="10398"/>
                  </a:cubicBezTo>
                  <a:lnTo>
                    <a:pt x="539310" y="30895"/>
                  </a:lnTo>
                  <a:lnTo>
                    <a:pt x="550620" y="-658"/>
                  </a:lnTo>
                  <a:lnTo>
                    <a:pt x="378564" y="-658"/>
                  </a:lnTo>
                  <a:cubicBezTo>
                    <a:pt x="352708" y="-650"/>
                    <a:pt x="329575" y="15476"/>
                    <a:pt x="320644" y="39740"/>
                  </a:cubicBezTo>
                  <a:lnTo>
                    <a:pt x="-2120" y="914224"/>
                  </a:lnTo>
                  <a:close/>
                  <a:moveTo>
                    <a:pt x="704391" y="702875"/>
                  </a:moveTo>
                  <a:lnTo>
                    <a:pt x="771920" y="680507"/>
                  </a:lnTo>
                  <a:cubicBezTo>
                    <a:pt x="764096" y="693469"/>
                    <a:pt x="755591" y="706014"/>
                    <a:pt x="746405" y="718099"/>
                  </a:cubicBezTo>
                  <a:cubicBezTo>
                    <a:pt x="731011" y="713081"/>
                    <a:pt x="717063" y="708149"/>
                    <a:pt x="704391" y="702875"/>
                  </a:cubicBezTo>
                  <a:close/>
                  <a:moveTo>
                    <a:pt x="869387" y="846950"/>
                  </a:moveTo>
                  <a:lnTo>
                    <a:pt x="715789" y="897980"/>
                  </a:lnTo>
                  <a:cubicBezTo>
                    <a:pt x="714512" y="888982"/>
                    <a:pt x="714512" y="879847"/>
                    <a:pt x="715789" y="870849"/>
                  </a:cubicBezTo>
                  <a:lnTo>
                    <a:pt x="850932" y="826113"/>
                  </a:lnTo>
                  <a:cubicBezTo>
                    <a:pt x="857651" y="832474"/>
                    <a:pt x="863690" y="839449"/>
                    <a:pt x="869134" y="846950"/>
                  </a:cubicBezTo>
                  <a:close/>
                  <a:moveTo>
                    <a:pt x="827543" y="807487"/>
                  </a:moveTo>
                  <a:lnTo>
                    <a:pt x="723783" y="841507"/>
                  </a:lnTo>
                  <a:cubicBezTo>
                    <a:pt x="734414" y="818339"/>
                    <a:pt x="747767" y="796566"/>
                    <a:pt x="763756" y="776699"/>
                  </a:cubicBezTo>
                  <a:cubicBezTo>
                    <a:pt x="786040" y="784549"/>
                    <a:pt x="807302" y="794874"/>
                    <a:pt x="827288" y="807487"/>
                  </a:cubicBezTo>
                  <a:close/>
                  <a:moveTo>
                    <a:pt x="787570" y="649209"/>
                  </a:moveTo>
                  <a:lnTo>
                    <a:pt x="672668" y="687226"/>
                  </a:lnTo>
                  <a:cubicBezTo>
                    <a:pt x="662462" y="681196"/>
                    <a:pt x="653191" y="673661"/>
                    <a:pt x="645282" y="664858"/>
                  </a:cubicBezTo>
                  <a:lnTo>
                    <a:pt x="794798" y="615274"/>
                  </a:lnTo>
                  <a:cubicBezTo>
                    <a:pt x="794034" y="626900"/>
                    <a:pt x="791567" y="638348"/>
                    <a:pt x="787315" y="649209"/>
                  </a:cubicBezTo>
                  <a:close/>
                  <a:moveTo>
                    <a:pt x="789186" y="575300"/>
                  </a:moveTo>
                  <a:cubicBezTo>
                    <a:pt x="790716" y="580038"/>
                    <a:pt x="791993" y="584868"/>
                    <a:pt x="792927" y="589759"/>
                  </a:cubicBezTo>
                  <a:lnTo>
                    <a:pt x="631332" y="643425"/>
                  </a:lnTo>
                  <a:cubicBezTo>
                    <a:pt x="629036" y="638969"/>
                    <a:pt x="627080" y="634333"/>
                    <a:pt x="625550" y="629562"/>
                  </a:cubicBezTo>
                  <a:cubicBezTo>
                    <a:pt x="624019" y="624825"/>
                    <a:pt x="622742" y="619994"/>
                    <a:pt x="621808" y="615104"/>
                  </a:cubicBezTo>
                  <a:lnTo>
                    <a:pt x="783829" y="561437"/>
                  </a:lnTo>
                  <a:cubicBezTo>
                    <a:pt x="785870" y="565928"/>
                    <a:pt x="787570" y="570563"/>
                    <a:pt x="788930" y="575300"/>
                  </a:cubicBezTo>
                  <a:close/>
                  <a:moveTo>
                    <a:pt x="769794" y="539834"/>
                  </a:moveTo>
                  <a:lnTo>
                    <a:pt x="619341" y="589589"/>
                  </a:lnTo>
                  <a:cubicBezTo>
                    <a:pt x="620022" y="577945"/>
                    <a:pt x="622404" y="566472"/>
                    <a:pt x="626571" y="555569"/>
                  </a:cubicBezTo>
                  <a:lnTo>
                    <a:pt x="743430" y="516871"/>
                  </a:lnTo>
                  <a:cubicBezTo>
                    <a:pt x="753295" y="523114"/>
                    <a:pt x="762055" y="530862"/>
                    <a:pt x="769539" y="539834"/>
                  </a:cubicBezTo>
                  <a:close/>
                  <a:moveTo>
                    <a:pt x="605988" y="414301"/>
                  </a:moveTo>
                  <a:lnTo>
                    <a:pt x="676069" y="391082"/>
                  </a:lnTo>
                  <a:cubicBezTo>
                    <a:pt x="668415" y="403669"/>
                    <a:pt x="659059" y="416172"/>
                    <a:pt x="649790" y="429099"/>
                  </a:cubicBezTo>
                  <a:cubicBezTo>
                    <a:pt x="634055" y="424507"/>
                    <a:pt x="619341" y="419829"/>
                    <a:pt x="605732" y="414301"/>
                  </a:cubicBezTo>
                  <a:close/>
                  <a:moveTo>
                    <a:pt x="712556" y="501137"/>
                  </a:moveTo>
                  <a:lnTo>
                    <a:pt x="642389" y="524355"/>
                  </a:lnTo>
                  <a:cubicBezTo>
                    <a:pt x="650045" y="511768"/>
                    <a:pt x="659399" y="498840"/>
                    <a:pt x="668756" y="486338"/>
                  </a:cubicBezTo>
                  <a:cubicBezTo>
                    <a:pt x="683895" y="490846"/>
                    <a:pt x="698608" y="495608"/>
                    <a:pt x="712300" y="501137"/>
                  </a:cubicBezTo>
                  <a:close/>
                  <a:moveTo>
                    <a:pt x="691634" y="359784"/>
                  </a:moveTo>
                  <a:lnTo>
                    <a:pt x="574775" y="398481"/>
                  </a:lnTo>
                  <a:cubicBezTo>
                    <a:pt x="564910" y="392239"/>
                    <a:pt x="556149" y="384525"/>
                    <a:pt x="548664" y="375603"/>
                  </a:cubicBezTo>
                  <a:lnTo>
                    <a:pt x="698949" y="325849"/>
                  </a:lnTo>
                  <a:cubicBezTo>
                    <a:pt x="698183" y="337483"/>
                    <a:pt x="695631" y="348923"/>
                    <a:pt x="691378" y="359784"/>
                  </a:cubicBezTo>
                  <a:close/>
                  <a:moveTo>
                    <a:pt x="693249" y="285790"/>
                  </a:moveTo>
                  <a:cubicBezTo>
                    <a:pt x="694864" y="290544"/>
                    <a:pt x="696056" y="295401"/>
                    <a:pt x="696991" y="300334"/>
                  </a:cubicBezTo>
                  <a:lnTo>
                    <a:pt x="535396" y="354000"/>
                  </a:lnTo>
                  <a:cubicBezTo>
                    <a:pt x="533269" y="349476"/>
                    <a:pt x="531399" y="344849"/>
                    <a:pt x="529698" y="340137"/>
                  </a:cubicBezTo>
                  <a:cubicBezTo>
                    <a:pt x="528168" y="335366"/>
                    <a:pt x="526976" y="330509"/>
                    <a:pt x="526041" y="325594"/>
                  </a:cubicBezTo>
                  <a:lnTo>
                    <a:pt x="687636" y="272012"/>
                  </a:lnTo>
                  <a:cubicBezTo>
                    <a:pt x="689763" y="276460"/>
                    <a:pt x="691548" y="281070"/>
                    <a:pt x="692994" y="285790"/>
                  </a:cubicBezTo>
                  <a:close/>
                  <a:moveTo>
                    <a:pt x="672668" y="250749"/>
                  </a:moveTo>
                  <a:lnTo>
                    <a:pt x="523745" y="300079"/>
                  </a:lnTo>
                  <a:cubicBezTo>
                    <a:pt x="524426" y="288435"/>
                    <a:pt x="526808" y="276953"/>
                    <a:pt x="530975" y="266059"/>
                  </a:cubicBezTo>
                  <a:lnTo>
                    <a:pt x="644686" y="228381"/>
                  </a:lnTo>
                  <a:cubicBezTo>
                    <a:pt x="654976" y="234420"/>
                    <a:pt x="664333" y="241964"/>
                    <a:pt x="672412" y="250749"/>
                  </a:cubicBezTo>
                  <a:close/>
                  <a:moveTo>
                    <a:pt x="612451" y="212987"/>
                  </a:moveTo>
                  <a:lnTo>
                    <a:pt x="546538" y="234845"/>
                  </a:lnTo>
                  <a:cubicBezTo>
                    <a:pt x="553853" y="222768"/>
                    <a:pt x="562528" y="210691"/>
                    <a:pt x="572053" y="198274"/>
                  </a:cubicBezTo>
                  <a:cubicBezTo>
                    <a:pt x="585747" y="203121"/>
                    <a:pt x="599439" y="207799"/>
                    <a:pt x="612196" y="212987"/>
                  </a:cubicBezTo>
                  <a:close/>
                  <a:moveTo>
                    <a:pt x="528593" y="60578"/>
                  </a:moveTo>
                  <a:lnTo>
                    <a:pt x="603691" y="35658"/>
                  </a:lnTo>
                  <a:cubicBezTo>
                    <a:pt x="603353" y="47293"/>
                    <a:pt x="601141" y="58792"/>
                    <a:pt x="596974" y="69678"/>
                  </a:cubicBezTo>
                  <a:lnTo>
                    <a:pt x="515751" y="96554"/>
                  </a:lnTo>
                  <a:close/>
                  <a:moveTo>
                    <a:pt x="580983" y="100891"/>
                  </a:moveTo>
                  <a:cubicBezTo>
                    <a:pt x="573074" y="113479"/>
                    <a:pt x="563973" y="126406"/>
                    <a:pt x="553598" y="139419"/>
                  </a:cubicBezTo>
                  <a:cubicBezTo>
                    <a:pt x="539904" y="134724"/>
                    <a:pt x="526467" y="129332"/>
                    <a:pt x="513284" y="123259"/>
                  </a:cubicBezTo>
                  <a:close/>
                  <a:moveTo>
                    <a:pt x="490661" y="166380"/>
                  </a:moveTo>
                  <a:cubicBezTo>
                    <a:pt x="501207" y="171653"/>
                    <a:pt x="511924" y="176331"/>
                    <a:pt x="522723" y="180583"/>
                  </a:cubicBezTo>
                  <a:cubicBezTo>
                    <a:pt x="487939" y="229062"/>
                    <a:pt x="458427" y="284429"/>
                    <a:pt x="481986" y="355361"/>
                  </a:cubicBezTo>
                  <a:cubicBezTo>
                    <a:pt x="505545" y="426293"/>
                    <a:pt x="561421" y="452828"/>
                    <a:pt x="618066" y="470944"/>
                  </a:cubicBezTo>
                  <a:cubicBezTo>
                    <a:pt x="601480" y="492904"/>
                    <a:pt x="588213" y="517135"/>
                    <a:pt x="578517" y="542896"/>
                  </a:cubicBezTo>
                  <a:lnTo>
                    <a:pt x="355686" y="542896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D896BB00-A678-407C-B922-97BA89ABCC81}"/>
                </a:ext>
              </a:extLst>
            </p:cNvPr>
            <p:cNvSpPr/>
            <p:nvPr/>
          </p:nvSpPr>
          <p:spPr>
            <a:xfrm>
              <a:off x="3998381" y="-5377046"/>
              <a:ext cx="1470634" cy="1233735"/>
            </a:xfrm>
            <a:custGeom>
              <a:avLst/>
              <a:gdLst>
                <a:gd name="connsiteX0" fmla="*/ 307751 w 1470634"/>
                <a:gd name="connsiteY0" fmla="*/ 1010671 h 1233735"/>
                <a:gd name="connsiteX1" fmla="*/ 214622 w 1470634"/>
                <a:gd name="connsiteY1" fmla="*/ 1157638 h 1233735"/>
                <a:gd name="connsiteX2" fmla="*/ 61532 w 1470634"/>
                <a:gd name="connsiteY2" fmla="*/ 1157638 h 1233735"/>
                <a:gd name="connsiteX3" fmla="*/ 9736 w 1470634"/>
                <a:gd name="connsiteY3" fmla="*/ 1155426 h 1233735"/>
                <a:gd name="connsiteX4" fmla="*/ 7524 w 1470634"/>
                <a:gd name="connsiteY4" fmla="*/ 1207222 h 1233735"/>
                <a:gd name="connsiteX5" fmla="*/ 59320 w 1470634"/>
                <a:gd name="connsiteY5" fmla="*/ 1209433 h 1233735"/>
                <a:gd name="connsiteX6" fmla="*/ 61532 w 1470634"/>
                <a:gd name="connsiteY6" fmla="*/ 1207222 h 1233735"/>
                <a:gd name="connsiteX7" fmla="*/ 242857 w 1470634"/>
                <a:gd name="connsiteY7" fmla="*/ 1206711 h 1233735"/>
                <a:gd name="connsiteX8" fmla="*/ 308007 w 1470634"/>
                <a:gd name="connsiteY8" fmla="*/ 1094275 h 1233735"/>
                <a:gd name="connsiteX9" fmla="*/ 391016 w 1470634"/>
                <a:gd name="connsiteY9" fmla="*/ 1233077 h 1233735"/>
                <a:gd name="connsiteX10" fmla="*/ 432860 w 1470634"/>
                <a:gd name="connsiteY10" fmla="*/ 1233077 h 1233735"/>
                <a:gd name="connsiteX11" fmla="*/ 758091 w 1470634"/>
                <a:gd name="connsiteY11" fmla="*/ 222088 h 1233735"/>
                <a:gd name="connsiteX12" fmla="*/ 940352 w 1470634"/>
                <a:gd name="connsiteY12" fmla="*/ 914905 h 1233735"/>
                <a:gd name="connsiteX13" fmla="*/ 1073712 w 1470634"/>
                <a:gd name="connsiteY13" fmla="*/ 914905 h 1233735"/>
                <a:gd name="connsiteX14" fmla="*/ 1241516 w 1470634"/>
                <a:gd name="connsiteY14" fmla="*/ 393293 h 1233735"/>
                <a:gd name="connsiteX15" fmla="*/ 1241516 w 1470634"/>
                <a:gd name="connsiteY15" fmla="*/ 914905 h 1233735"/>
                <a:gd name="connsiteX16" fmla="*/ 1468514 w 1470634"/>
                <a:gd name="connsiteY16" fmla="*/ 914905 h 1233735"/>
                <a:gd name="connsiteX17" fmla="*/ 1468514 w 1470634"/>
                <a:gd name="connsiteY17" fmla="*/ 61428 h 1233735"/>
                <a:gd name="connsiteX18" fmla="*/ 1421226 w 1470634"/>
                <a:gd name="connsiteY18" fmla="*/ 1383 h 1233735"/>
                <a:gd name="connsiteX19" fmla="*/ 1421226 w 1470634"/>
                <a:gd name="connsiteY19" fmla="*/ 766833 h 1233735"/>
                <a:gd name="connsiteX20" fmla="*/ 1429731 w 1470634"/>
                <a:gd name="connsiteY20" fmla="*/ 781461 h 1233735"/>
                <a:gd name="connsiteX21" fmla="*/ 1412806 w 1470634"/>
                <a:gd name="connsiteY21" fmla="*/ 798574 h 1233735"/>
                <a:gd name="connsiteX22" fmla="*/ 1395711 w 1470634"/>
                <a:gd name="connsiteY22" fmla="*/ 781666 h 1233735"/>
                <a:gd name="connsiteX23" fmla="*/ 1404216 w 1470634"/>
                <a:gd name="connsiteY23" fmla="*/ 766833 h 1233735"/>
                <a:gd name="connsiteX24" fmla="*/ 1404216 w 1470634"/>
                <a:gd name="connsiteY24" fmla="*/ -403 h 1233735"/>
                <a:gd name="connsiteX25" fmla="*/ 1362797 w 1470634"/>
                <a:gd name="connsiteY25" fmla="*/ -403 h 1233735"/>
                <a:gd name="connsiteX26" fmla="*/ 1362797 w 1470634"/>
                <a:gd name="connsiteY26" fmla="*/ 766408 h 1233735"/>
                <a:gd name="connsiteX27" fmla="*/ 1369006 w 1470634"/>
                <a:gd name="connsiteY27" fmla="*/ 789643 h 1233735"/>
                <a:gd name="connsiteX28" fmla="*/ 1345787 w 1470634"/>
                <a:gd name="connsiteY28" fmla="*/ 795869 h 1233735"/>
                <a:gd name="connsiteX29" fmla="*/ 1337282 w 1470634"/>
                <a:gd name="connsiteY29" fmla="*/ 781036 h 1233735"/>
                <a:gd name="connsiteX30" fmla="*/ 1345787 w 1470634"/>
                <a:gd name="connsiteY30" fmla="*/ 766408 h 1233735"/>
                <a:gd name="connsiteX31" fmla="*/ 1345787 w 1470634"/>
                <a:gd name="connsiteY31" fmla="*/ -403 h 1233735"/>
                <a:gd name="connsiteX32" fmla="*/ 1304367 w 1470634"/>
                <a:gd name="connsiteY32" fmla="*/ -403 h 1233735"/>
                <a:gd name="connsiteX33" fmla="*/ 1304367 w 1470634"/>
                <a:gd name="connsiteY33" fmla="*/ 766408 h 1233735"/>
                <a:gd name="connsiteX34" fmla="*/ 1310575 w 1470634"/>
                <a:gd name="connsiteY34" fmla="*/ 789643 h 1233735"/>
                <a:gd name="connsiteX35" fmla="*/ 1287357 w 1470634"/>
                <a:gd name="connsiteY35" fmla="*/ 795869 h 1233735"/>
                <a:gd name="connsiteX36" fmla="*/ 1278852 w 1470634"/>
                <a:gd name="connsiteY36" fmla="*/ 781036 h 1233735"/>
                <a:gd name="connsiteX37" fmla="*/ 1287357 w 1470634"/>
                <a:gd name="connsiteY37" fmla="*/ 766408 h 1233735"/>
                <a:gd name="connsiteX38" fmla="*/ 1287357 w 1470634"/>
                <a:gd name="connsiteY38" fmla="*/ -403 h 1233735"/>
                <a:gd name="connsiteX39" fmla="*/ 1240069 w 1470634"/>
                <a:gd name="connsiteY39" fmla="*/ -403 h 1233735"/>
                <a:gd name="connsiteX40" fmla="*/ 1240069 w 1470634"/>
                <a:gd name="connsiteY40" fmla="*/ 447 h 1233735"/>
                <a:gd name="connsiteX41" fmla="*/ 1238113 w 1470634"/>
                <a:gd name="connsiteY41" fmla="*/ -658 h 1233735"/>
                <a:gd name="connsiteX42" fmla="*/ 1021746 w 1470634"/>
                <a:gd name="connsiteY42" fmla="*/ 671917 h 1233735"/>
                <a:gd name="connsiteX43" fmla="*/ 837103 w 1470634"/>
                <a:gd name="connsiteY43" fmla="*/ 22 h 1233735"/>
                <a:gd name="connsiteX44" fmla="*/ 741336 w 1470634"/>
                <a:gd name="connsiteY44" fmla="*/ 22 h 1233735"/>
                <a:gd name="connsiteX45" fmla="*/ 384126 w 1470634"/>
                <a:gd name="connsiteY45" fmla="*/ 1135780 h 123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70634" h="1233735">
                  <a:moveTo>
                    <a:pt x="307751" y="1010671"/>
                  </a:moveTo>
                  <a:lnTo>
                    <a:pt x="214622" y="1157638"/>
                  </a:lnTo>
                  <a:lnTo>
                    <a:pt x="61532" y="1157638"/>
                  </a:lnTo>
                  <a:cubicBezTo>
                    <a:pt x="47838" y="1142729"/>
                    <a:pt x="24619" y="1141733"/>
                    <a:pt x="9736" y="1155426"/>
                  </a:cubicBezTo>
                  <a:cubicBezTo>
                    <a:pt x="-5148" y="1169120"/>
                    <a:pt x="-6168" y="1192313"/>
                    <a:pt x="7524" y="1207222"/>
                  </a:cubicBezTo>
                  <a:cubicBezTo>
                    <a:pt x="21218" y="1222131"/>
                    <a:pt x="44437" y="1223126"/>
                    <a:pt x="59320" y="1209433"/>
                  </a:cubicBezTo>
                  <a:cubicBezTo>
                    <a:pt x="60085" y="1208727"/>
                    <a:pt x="60851" y="1207987"/>
                    <a:pt x="61532" y="1207222"/>
                  </a:cubicBezTo>
                  <a:lnTo>
                    <a:pt x="242857" y="1206711"/>
                  </a:lnTo>
                  <a:lnTo>
                    <a:pt x="308007" y="1094275"/>
                  </a:lnTo>
                  <a:lnTo>
                    <a:pt x="391016" y="1233077"/>
                  </a:lnTo>
                  <a:lnTo>
                    <a:pt x="432860" y="1233077"/>
                  </a:lnTo>
                  <a:lnTo>
                    <a:pt x="758091" y="222088"/>
                  </a:lnTo>
                  <a:lnTo>
                    <a:pt x="940352" y="914905"/>
                  </a:lnTo>
                  <a:lnTo>
                    <a:pt x="1073712" y="914905"/>
                  </a:lnTo>
                  <a:lnTo>
                    <a:pt x="1241516" y="393293"/>
                  </a:lnTo>
                  <a:lnTo>
                    <a:pt x="1241516" y="914905"/>
                  </a:lnTo>
                  <a:lnTo>
                    <a:pt x="1468514" y="914905"/>
                  </a:lnTo>
                  <a:lnTo>
                    <a:pt x="1468514" y="61428"/>
                  </a:lnTo>
                  <a:cubicBezTo>
                    <a:pt x="1468514" y="32902"/>
                    <a:pt x="1448952" y="8093"/>
                    <a:pt x="1421226" y="1383"/>
                  </a:cubicBezTo>
                  <a:lnTo>
                    <a:pt x="1421226" y="766833"/>
                  </a:lnTo>
                  <a:cubicBezTo>
                    <a:pt x="1426415" y="769852"/>
                    <a:pt x="1429731" y="775423"/>
                    <a:pt x="1429731" y="781461"/>
                  </a:cubicBezTo>
                  <a:cubicBezTo>
                    <a:pt x="1429816" y="790860"/>
                    <a:pt x="1422247" y="798514"/>
                    <a:pt x="1412806" y="798574"/>
                  </a:cubicBezTo>
                  <a:cubicBezTo>
                    <a:pt x="1403452" y="798633"/>
                    <a:pt x="1395796" y="791064"/>
                    <a:pt x="1395711" y="781666"/>
                  </a:cubicBezTo>
                  <a:cubicBezTo>
                    <a:pt x="1395711" y="775551"/>
                    <a:pt x="1398944" y="769886"/>
                    <a:pt x="1404216" y="766833"/>
                  </a:cubicBezTo>
                  <a:lnTo>
                    <a:pt x="1404216" y="-403"/>
                  </a:lnTo>
                  <a:lnTo>
                    <a:pt x="1362797" y="-403"/>
                  </a:lnTo>
                  <a:lnTo>
                    <a:pt x="1362797" y="766408"/>
                  </a:lnTo>
                  <a:cubicBezTo>
                    <a:pt x="1370962" y="771102"/>
                    <a:pt x="1373684" y="781504"/>
                    <a:pt x="1369006" y="789643"/>
                  </a:cubicBezTo>
                  <a:cubicBezTo>
                    <a:pt x="1364328" y="797783"/>
                    <a:pt x="1353952" y="800564"/>
                    <a:pt x="1345787" y="795869"/>
                  </a:cubicBezTo>
                  <a:cubicBezTo>
                    <a:pt x="1340513" y="792816"/>
                    <a:pt x="1337282" y="787151"/>
                    <a:pt x="1337282" y="781036"/>
                  </a:cubicBezTo>
                  <a:cubicBezTo>
                    <a:pt x="1337282" y="774998"/>
                    <a:pt x="1340513" y="769427"/>
                    <a:pt x="1345787" y="766408"/>
                  </a:cubicBezTo>
                  <a:lnTo>
                    <a:pt x="1345787" y="-403"/>
                  </a:lnTo>
                  <a:lnTo>
                    <a:pt x="1304367" y="-403"/>
                  </a:lnTo>
                  <a:lnTo>
                    <a:pt x="1304367" y="766408"/>
                  </a:lnTo>
                  <a:cubicBezTo>
                    <a:pt x="1312531" y="771102"/>
                    <a:pt x="1315254" y="781504"/>
                    <a:pt x="1310575" y="789643"/>
                  </a:cubicBezTo>
                  <a:cubicBezTo>
                    <a:pt x="1305897" y="797783"/>
                    <a:pt x="1295521" y="800564"/>
                    <a:pt x="1287357" y="795869"/>
                  </a:cubicBezTo>
                  <a:cubicBezTo>
                    <a:pt x="1282085" y="792816"/>
                    <a:pt x="1278852" y="787151"/>
                    <a:pt x="1278852" y="781036"/>
                  </a:cubicBezTo>
                  <a:cubicBezTo>
                    <a:pt x="1278852" y="774998"/>
                    <a:pt x="1282085" y="769427"/>
                    <a:pt x="1287357" y="766408"/>
                  </a:cubicBezTo>
                  <a:lnTo>
                    <a:pt x="1287357" y="-403"/>
                  </a:lnTo>
                  <a:lnTo>
                    <a:pt x="1240069" y="-403"/>
                  </a:lnTo>
                  <a:lnTo>
                    <a:pt x="1240069" y="447"/>
                  </a:lnTo>
                  <a:lnTo>
                    <a:pt x="1238113" y="-658"/>
                  </a:lnTo>
                  <a:lnTo>
                    <a:pt x="1021746" y="671917"/>
                  </a:lnTo>
                  <a:lnTo>
                    <a:pt x="837103" y="22"/>
                  </a:lnTo>
                  <a:lnTo>
                    <a:pt x="741336" y="22"/>
                  </a:lnTo>
                  <a:lnTo>
                    <a:pt x="384126" y="113578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C8FCA9B8-647E-406F-8A54-C290CF5B6DB6}"/>
                </a:ext>
              </a:extLst>
            </p:cNvPr>
            <p:cNvSpPr/>
            <p:nvPr/>
          </p:nvSpPr>
          <p:spPr>
            <a:xfrm>
              <a:off x="4092309" y="-5561860"/>
              <a:ext cx="176734" cy="60300"/>
            </a:xfrm>
            <a:custGeom>
              <a:avLst/>
              <a:gdLst>
                <a:gd name="connsiteX0" fmla="*/ 117546 w 176734"/>
                <a:gd name="connsiteY0" fmla="*/ -658 h 60300"/>
                <a:gd name="connsiteX1" fmla="*/ 109041 w 176734"/>
                <a:gd name="connsiteY1" fmla="*/ -658 h 60300"/>
                <a:gd name="connsiteX2" fmla="*/ -588 w 176734"/>
                <a:gd name="connsiteY2" fmla="*/ 20009 h 60300"/>
                <a:gd name="connsiteX3" fmla="*/ -2120 w 176734"/>
                <a:gd name="connsiteY3" fmla="*/ 45013 h 60300"/>
                <a:gd name="connsiteX4" fmla="*/ -2120 w 176734"/>
                <a:gd name="connsiteY4" fmla="*/ 45013 h 60300"/>
                <a:gd name="connsiteX5" fmla="*/ 43042 w 176734"/>
                <a:gd name="connsiteY5" fmla="*/ 59642 h 60300"/>
                <a:gd name="connsiteX6" fmla="*/ 43042 w 176734"/>
                <a:gd name="connsiteY6" fmla="*/ 59642 h 60300"/>
                <a:gd name="connsiteX7" fmla="*/ 60478 w 176734"/>
                <a:gd name="connsiteY7" fmla="*/ 32426 h 60300"/>
                <a:gd name="connsiteX8" fmla="*/ 80040 w 176734"/>
                <a:gd name="connsiteY8" fmla="*/ 33532 h 60300"/>
                <a:gd name="connsiteX9" fmla="*/ 98324 w 176734"/>
                <a:gd name="connsiteY9" fmla="*/ 32511 h 60300"/>
                <a:gd name="connsiteX10" fmla="*/ 115760 w 176734"/>
                <a:gd name="connsiteY10" fmla="*/ 59642 h 60300"/>
                <a:gd name="connsiteX11" fmla="*/ 115760 w 176734"/>
                <a:gd name="connsiteY11" fmla="*/ 59642 h 60300"/>
                <a:gd name="connsiteX12" fmla="*/ 160922 w 176734"/>
                <a:gd name="connsiteY12" fmla="*/ 45013 h 60300"/>
                <a:gd name="connsiteX13" fmla="*/ 160922 w 176734"/>
                <a:gd name="connsiteY13" fmla="*/ 45013 h 60300"/>
                <a:gd name="connsiteX14" fmla="*/ 159051 w 176734"/>
                <a:gd name="connsiteY14" fmla="*/ 13120 h 60300"/>
                <a:gd name="connsiteX15" fmla="*/ 174614 w 176734"/>
                <a:gd name="connsiteY15" fmla="*/ 3169 h 60300"/>
                <a:gd name="connsiteX16" fmla="*/ 117546 w 176734"/>
                <a:gd name="connsiteY16" fmla="*/ -658 h 6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734" h="60300">
                  <a:moveTo>
                    <a:pt x="117546" y="-658"/>
                  </a:moveTo>
                  <a:lnTo>
                    <a:pt x="109041" y="-658"/>
                  </a:lnTo>
                  <a:cubicBezTo>
                    <a:pt x="59288" y="-658"/>
                    <a:pt x="23991" y="7847"/>
                    <a:pt x="-588" y="20009"/>
                  </a:cubicBezTo>
                  <a:lnTo>
                    <a:pt x="-2120" y="45013"/>
                  </a:lnTo>
                  <a:lnTo>
                    <a:pt x="-2120" y="45013"/>
                  </a:lnTo>
                  <a:lnTo>
                    <a:pt x="43042" y="59642"/>
                  </a:lnTo>
                  <a:lnTo>
                    <a:pt x="43042" y="59642"/>
                  </a:lnTo>
                  <a:lnTo>
                    <a:pt x="60478" y="32426"/>
                  </a:lnTo>
                  <a:cubicBezTo>
                    <a:pt x="66941" y="33183"/>
                    <a:pt x="73491" y="33549"/>
                    <a:pt x="80040" y="33532"/>
                  </a:cubicBezTo>
                  <a:cubicBezTo>
                    <a:pt x="86163" y="33532"/>
                    <a:pt x="92286" y="33192"/>
                    <a:pt x="98324" y="32511"/>
                  </a:cubicBezTo>
                  <a:lnTo>
                    <a:pt x="115760" y="59642"/>
                  </a:lnTo>
                  <a:lnTo>
                    <a:pt x="115760" y="59642"/>
                  </a:lnTo>
                  <a:lnTo>
                    <a:pt x="160922" y="45013"/>
                  </a:lnTo>
                  <a:lnTo>
                    <a:pt x="160922" y="45013"/>
                  </a:lnTo>
                  <a:lnTo>
                    <a:pt x="159051" y="13120"/>
                  </a:lnTo>
                  <a:cubicBezTo>
                    <a:pt x="164408" y="10092"/>
                    <a:pt x="169597" y="6775"/>
                    <a:pt x="174614" y="3169"/>
                  </a:cubicBezTo>
                  <a:cubicBezTo>
                    <a:pt x="153181" y="1213"/>
                    <a:pt x="136171" y="107"/>
                    <a:pt x="117546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E84F981B-CD64-4A69-9ADB-C846E833D8C1}"/>
                </a:ext>
              </a:extLst>
            </p:cNvPr>
            <p:cNvSpPr/>
            <p:nvPr/>
          </p:nvSpPr>
          <p:spPr>
            <a:xfrm>
              <a:off x="3983532" y="-5879862"/>
              <a:ext cx="380769" cy="217047"/>
            </a:xfrm>
            <a:custGeom>
              <a:avLst/>
              <a:gdLst>
                <a:gd name="connsiteX0" fmla="*/ 102745 w 380769"/>
                <a:gd name="connsiteY0" fmla="*/ 176246 h 217047"/>
                <a:gd name="connsiteX1" fmla="*/ 204296 w 380769"/>
                <a:gd name="connsiteY1" fmla="*/ 108937 h 217047"/>
                <a:gd name="connsiteX2" fmla="*/ 262044 w 380769"/>
                <a:gd name="connsiteY2" fmla="*/ 150731 h 217047"/>
                <a:gd name="connsiteX3" fmla="*/ 296745 w 380769"/>
                <a:gd name="connsiteY3" fmla="*/ 149200 h 217047"/>
                <a:gd name="connsiteX4" fmla="*/ 308568 w 380769"/>
                <a:gd name="connsiteY4" fmla="*/ 149200 h 217047"/>
                <a:gd name="connsiteX5" fmla="*/ 363084 w 380769"/>
                <a:gd name="connsiteY5" fmla="*/ 170122 h 217047"/>
                <a:gd name="connsiteX6" fmla="*/ 378649 w 380769"/>
                <a:gd name="connsiteY6" fmla="*/ 178627 h 217047"/>
                <a:gd name="connsiteX7" fmla="*/ 378649 w 380769"/>
                <a:gd name="connsiteY7" fmla="*/ 164339 h 217047"/>
                <a:gd name="connsiteX8" fmla="*/ 378649 w 380769"/>
                <a:gd name="connsiteY8" fmla="*/ 164339 h 217047"/>
                <a:gd name="connsiteX9" fmla="*/ 348115 w 380769"/>
                <a:gd name="connsiteY9" fmla="*/ 156344 h 217047"/>
                <a:gd name="connsiteX10" fmla="*/ 336124 w 380769"/>
                <a:gd name="connsiteY10" fmla="*/ 119602 h 217047"/>
                <a:gd name="connsiteX11" fmla="*/ 356195 w 380769"/>
                <a:gd name="connsiteY11" fmla="*/ 95193 h 217047"/>
                <a:gd name="connsiteX12" fmla="*/ 356195 w 380769"/>
                <a:gd name="connsiteY12" fmla="*/ 95193 h 217047"/>
                <a:gd name="connsiteX13" fmla="*/ 328298 w 380769"/>
                <a:gd name="connsiteY13" fmla="*/ 56750 h 217047"/>
                <a:gd name="connsiteX14" fmla="*/ 328298 w 380769"/>
                <a:gd name="connsiteY14" fmla="*/ 56750 h 217047"/>
                <a:gd name="connsiteX15" fmla="*/ 298701 w 380769"/>
                <a:gd name="connsiteY15" fmla="*/ 68402 h 217047"/>
                <a:gd name="connsiteX16" fmla="*/ 267488 w 380769"/>
                <a:gd name="connsiteY16" fmla="*/ 45864 h 217047"/>
                <a:gd name="connsiteX17" fmla="*/ 269444 w 380769"/>
                <a:gd name="connsiteY17" fmla="*/ 13970 h 217047"/>
                <a:gd name="connsiteX18" fmla="*/ 224282 w 380769"/>
                <a:gd name="connsiteY18" fmla="*/ -658 h 217047"/>
                <a:gd name="connsiteX19" fmla="*/ 224282 w 380769"/>
                <a:gd name="connsiteY19" fmla="*/ -658 h 217047"/>
                <a:gd name="connsiteX20" fmla="*/ 207272 w 380769"/>
                <a:gd name="connsiteY20" fmla="*/ 26473 h 217047"/>
                <a:gd name="connsiteX21" fmla="*/ 188902 w 380769"/>
                <a:gd name="connsiteY21" fmla="*/ 25452 h 217047"/>
                <a:gd name="connsiteX22" fmla="*/ 169255 w 380769"/>
                <a:gd name="connsiteY22" fmla="*/ 26643 h 217047"/>
                <a:gd name="connsiteX23" fmla="*/ 152245 w 380769"/>
                <a:gd name="connsiteY23" fmla="*/ -658 h 217047"/>
                <a:gd name="connsiteX24" fmla="*/ 152245 w 380769"/>
                <a:gd name="connsiteY24" fmla="*/ -658 h 217047"/>
                <a:gd name="connsiteX25" fmla="*/ 107083 w 380769"/>
                <a:gd name="connsiteY25" fmla="*/ 13970 h 217047"/>
                <a:gd name="connsiteX26" fmla="*/ 109039 w 380769"/>
                <a:gd name="connsiteY26" fmla="*/ 46544 h 217047"/>
                <a:gd name="connsiteX27" fmla="*/ 78763 w 380769"/>
                <a:gd name="connsiteY27" fmla="*/ 68743 h 217047"/>
                <a:gd name="connsiteX28" fmla="*/ 48229 w 380769"/>
                <a:gd name="connsiteY28" fmla="*/ 56750 h 217047"/>
                <a:gd name="connsiteX29" fmla="*/ 20332 w 380769"/>
                <a:gd name="connsiteY29" fmla="*/ 95193 h 217047"/>
                <a:gd name="connsiteX30" fmla="*/ 20332 w 380769"/>
                <a:gd name="connsiteY30" fmla="*/ 95193 h 217047"/>
                <a:gd name="connsiteX31" fmla="*/ 41254 w 380769"/>
                <a:gd name="connsiteY31" fmla="*/ 120708 h 217047"/>
                <a:gd name="connsiteX32" fmla="*/ 29774 w 380769"/>
                <a:gd name="connsiteY32" fmla="*/ 156259 h 217047"/>
                <a:gd name="connsiteX33" fmla="*/ -2120 w 380769"/>
                <a:gd name="connsiteY33" fmla="*/ 164764 h 217047"/>
                <a:gd name="connsiteX34" fmla="*/ -2120 w 380769"/>
                <a:gd name="connsiteY34" fmla="*/ 212307 h 217047"/>
                <a:gd name="connsiteX35" fmla="*/ 13698 w 380769"/>
                <a:gd name="connsiteY35" fmla="*/ 216389 h 217047"/>
                <a:gd name="connsiteX36" fmla="*/ 102745 w 380769"/>
                <a:gd name="connsiteY36" fmla="*/ 176246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80769" h="217047">
                  <a:moveTo>
                    <a:pt x="102745" y="176246"/>
                  </a:moveTo>
                  <a:cubicBezTo>
                    <a:pt x="112187" y="129613"/>
                    <a:pt x="157687" y="99480"/>
                    <a:pt x="204296" y="108937"/>
                  </a:cubicBezTo>
                  <a:cubicBezTo>
                    <a:pt x="228705" y="113878"/>
                    <a:pt x="249712" y="129120"/>
                    <a:pt x="262044" y="150731"/>
                  </a:cubicBezTo>
                  <a:cubicBezTo>
                    <a:pt x="273101" y="149795"/>
                    <a:pt x="284498" y="149200"/>
                    <a:pt x="296745" y="149200"/>
                  </a:cubicBezTo>
                  <a:cubicBezTo>
                    <a:pt x="300657" y="149200"/>
                    <a:pt x="304569" y="149200"/>
                    <a:pt x="308568" y="149200"/>
                  </a:cubicBezTo>
                  <a:cubicBezTo>
                    <a:pt x="328979" y="149880"/>
                    <a:pt x="347094" y="160596"/>
                    <a:pt x="363084" y="170122"/>
                  </a:cubicBezTo>
                  <a:cubicBezTo>
                    <a:pt x="368271" y="173184"/>
                    <a:pt x="373630" y="176331"/>
                    <a:pt x="378649" y="178627"/>
                  </a:cubicBezTo>
                  <a:lnTo>
                    <a:pt x="378649" y="164339"/>
                  </a:lnTo>
                  <a:lnTo>
                    <a:pt x="378649" y="164339"/>
                  </a:lnTo>
                  <a:lnTo>
                    <a:pt x="348115" y="156344"/>
                  </a:lnTo>
                  <a:cubicBezTo>
                    <a:pt x="345563" y="143663"/>
                    <a:pt x="341566" y="131331"/>
                    <a:pt x="336124" y="119602"/>
                  </a:cubicBezTo>
                  <a:lnTo>
                    <a:pt x="356195" y="95193"/>
                  </a:lnTo>
                  <a:lnTo>
                    <a:pt x="356195" y="95193"/>
                  </a:lnTo>
                  <a:lnTo>
                    <a:pt x="328298" y="56750"/>
                  </a:lnTo>
                  <a:lnTo>
                    <a:pt x="328298" y="56750"/>
                  </a:lnTo>
                  <a:lnTo>
                    <a:pt x="298701" y="68402"/>
                  </a:lnTo>
                  <a:cubicBezTo>
                    <a:pt x="289176" y="59685"/>
                    <a:pt x="278715" y="52124"/>
                    <a:pt x="267488" y="45864"/>
                  </a:cubicBezTo>
                  <a:lnTo>
                    <a:pt x="269444" y="13970"/>
                  </a:lnTo>
                  <a:lnTo>
                    <a:pt x="224282" y="-658"/>
                  </a:lnTo>
                  <a:lnTo>
                    <a:pt x="224282" y="-658"/>
                  </a:lnTo>
                  <a:lnTo>
                    <a:pt x="207272" y="26473"/>
                  </a:lnTo>
                  <a:cubicBezTo>
                    <a:pt x="201149" y="25792"/>
                    <a:pt x="195025" y="25452"/>
                    <a:pt x="188902" y="25452"/>
                  </a:cubicBezTo>
                  <a:cubicBezTo>
                    <a:pt x="182353" y="25418"/>
                    <a:pt x="175804" y="25818"/>
                    <a:pt x="169255" y="26643"/>
                  </a:cubicBezTo>
                  <a:lnTo>
                    <a:pt x="152245" y="-658"/>
                  </a:lnTo>
                  <a:lnTo>
                    <a:pt x="152245" y="-658"/>
                  </a:lnTo>
                  <a:lnTo>
                    <a:pt x="107083" y="13970"/>
                  </a:lnTo>
                  <a:lnTo>
                    <a:pt x="109039" y="46544"/>
                  </a:lnTo>
                  <a:cubicBezTo>
                    <a:pt x="98152" y="52770"/>
                    <a:pt x="87947" y="60212"/>
                    <a:pt x="78763" y="68743"/>
                  </a:cubicBezTo>
                  <a:lnTo>
                    <a:pt x="48229" y="56750"/>
                  </a:lnTo>
                  <a:lnTo>
                    <a:pt x="20332" y="95193"/>
                  </a:lnTo>
                  <a:lnTo>
                    <a:pt x="20332" y="95193"/>
                  </a:lnTo>
                  <a:lnTo>
                    <a:pt x="41254" y="120708"/>
                  </a:lnTo>
                  <a:cubicBezTo>
                    <a:pt x="36067" y="132079"/>
                    <a:pt x="32238" y="144003"/>
                    <a:pt x="29774" y="156259"/>
                  </a:cubicBezTo>
                  <a:lnTo>
                    <a:pt x="-2120" y="164764"/>
                  </a:lnTo>
                  <a:lnTo>
                    <a:pt x="-2120" y="212307"/>
                  </a:lnTo>
                  <a:lnTo>
                    <a:pt x="13698" y="216389"/>
                  </a:lnTo>
                  <a:cubicBezTo>
                    <a:pt x="41169" y="198605"/>
                    <a:pt x="71192" y="185074"/>
                    <a:pt x="102745" y="17624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C0C67E9D-A5DC-40A4-B151-5EF3620ABFCF}"/>
                </a:ext>
              </a:extLst>
            </p:cNvPr>
            <p:cNvSpPr/>
            <p:nvPr/>
          </p:nvSpPr>
          <p:spPr>
            <a:xfrm>
              <a:off x="3901287" y="-5706957"/>
              <a:ext cx="606662" cy="1245049"/>
            </a:xfrm>
            <a:custGeom>
              <a:avLst/>
              <a:gdLst>
                <a:gd name="connsiteX0" fmla="*/ 87778 w 606662"/>
                <a:gd name="connsiteY0" fmla="*/ 465248 h 1245049"/>
                <a:gd name="connsiteX1" fmla="*/ 158541 w 606662"/>
                <a:gd name="connsiteY1" fmla="*/ 519425 h 1245049"/>
                <a:gd name="connsiteX2" fmla="*/ 158541 w 606662"/>
                <a:gd name="connsiteY2" fmla="*/ 864813 h 1245049"/>
                <a:gd name="connsiteX3" fmla="*/ -1099 w 606662"/>
                <a:gd name="connsiteY3" fmla="*/ 1054985 h 1245049"/>
                <a:gd name="connsiteX4" fmla="*/ 56140 w 606662"/>
                <a:gd name="connsiteY4" fmla="*/ 1186132 h 1245049"/>
                <a:gd name="connsiteX5" fmla="*/ 158200 w 606662"/>
                <a:gd name="connsiteY5" fmla="*/ 1237927 h 1245049"/>
                <a:gd name="connsiteX6" fmla="*/ 158200 w 606662"/>
                <a:gd name="connsiteY6" fmla="*/ 1244391 h 1245049"/>
                <a:gd name="connsiteX7" fmla="*/ 385113 w 606662"/>
                <a:gd name="connsiteY7" fmla="*/ 1244391 h 1245049"/>
                <a:gd name="connsiteX8" fmla="*/ 385113 w 606662"/>
                <a:gd name="connsiteY8" fmla="*/ 1214623 h 1245049"/>
                <a:gd name="connsiteX9" fmla="*/ 416328 w 606662"/>
                <a:gd name="connsiteY9" fmla="*/ 1200080 h 1245049"/>
                <a:gd name="connsiteX10" fmla="*/ 509883 w 606662"/>
                <a:gd name="connsiteY10" fmla="*/ 1088069 h 1245049"/>
                <a:gd name="connsiteX11" fmla="*/ 440566 w 606662"/>
                <a:gd name="connsiteY11" fmla="*/ 1005145 h 1245049"/>
                <a:gd name="connsiteX12" fmla="*/ 392088 w 606662"/>
                <a:gd name="connsiteY12" fmla="*/ 1001148 h 1245049"/>
                <a:gd name="connsiteX13" fmla="*/ 392088 w 606662"/>
                <a:gd name="connsiteY13" fmla="*/ 1047245 h 1245049"/>
                <a:gd name="connsiteX14" fmla="*/ 399233 w 606662"/>
                <a:gd name="connsiteY14" fmla="*/ 1101677 h 1245049"/>
                <a:gd name="connsiteX15" fmla="*/ 384943 w 606662"/>
                <a:gd name="connsiteY15" fmla="*/ 1108736 h 1245049"/>
                <a:gd name="connsiteX16" fmla="*/ 384943 w 606662"/>
                <a:gd name="connsiteY16" fmla="*/ 1092832 h 1245049"/>
                <a:gd name="connsiteX17" fmla="*/ 385368 w 606662"/>
                <a:gd name="connsiteY17" fmla="*/ 1092832 h 1245049"/>
                <a:gd name="connsiteX18" fmla="*/ 385368 w 606662"/>
                <a:gd name="connsiteY18" fmla="*/ 892709 h 1245049"/>
                <a:gd name="connsiteX19" fmla="*/ 538969 w 606662"/>
                <a:gd name="connsiteY19" fmla="*/ 693182 h 1245049"/>
                <a:gd name="connsiteX20" fmla="*/ 384943 w 606662"/>
                <a:gd name="connsiteY20" fmla="*/ 500799 h 1245049"/>
                <a:gd name="connsiteX21" fmla="*/ 384943 w 606662"/>
                <a:gd name="connsiteY21" fmla="*/ 329508 h 1245049"/>
                <a:gd name="connsiteX22" fmla="*/ 158030 w 606662"/>
                <a:gd name="connsiteY22" fmla="*/ 329508 h 1245049"/>
                <a:gd name="connsiteX23" fmla="*/ 158030 w 606662"/>
                <a:gd name="connsiteY23" fmla="*/ 380538 h 1245049"/>
                <a:gd name="connsiteX24" fmla="*/ 107425 w 606662"/>
                <a:gd name="connsiteY24" fmla="*/ 268697 h 1245049"/>
                <a:gd name="connsiteX25" fmla="*/ 299128 w 606662"/>
                <a:gd name="connsiteY25" fmla="*/ 122156 h 1245049"/>
                <a:gd name="connsiteX26" fmla="*/ 308398 w 606662"/>
                <a:gd name="connsiteY26" fmla="*/ 122156 h 1245049"/>
                <a:gd name="connsiteX27" fmla="*/ 374907 w 606662"/>
                <a:gd name="connsiteY27" fmla="*/ 126834 h 1245049"/>
                <a:gd name="connsiteX28" fmla="*/ 502482 w 606662"/>
                <a:gd name="connsiteY28" fmla="*/ 116968 h 1245049"/>
                <a:gd name="connsiteX29" fmla="*/ 514644 w 606662"/>
                <a:gd name="connsiteY29" fmla="*/ 110674 h 1245049"/>
                <a:gd name="connsiteX30" fmla="*/ 581664 w 606662"/>
                <a:gd name="connsiteY30" fmla="*/ 171655 h 1245049"/>
                <a:gd name="connsiteX31" fmla="*/ 580728 w 606662"/>
                <a:gd name="connsiteY31" fmla="*/ 139421 h 1245049"/>
                <a:gd name="connsiteX32" fmla="*/ 604542 w 606662"/>
                <a:gd name="connsiteY32" fmla="*/ 143929 h 1245049"/>
                <a:gd name="connsiteX33" fmla="*/ 533271 w 606662"/>
                <a:gd name="connsiteY33" fmla="*/ 92899 h 1245049"/>
                <a:gd name="connsiteX34" fmla="*/ 530294 w 606662"/>
                <a:gd name="connsiteY34" fmla="*/ 51820 h 1245049"/>
                <a:gd name="connsiteX35" fmla="*/ 474330 w 606662"/>
                <a:gd name="connsiteY35" fmla="*/ 34810 h 1245049"/>
                <a:gd name="connsiteX36" fmla="*/ 389706 w 606662"/>
                <a:gd name="connsiteY36" fmla="*/ -486 h 1245049"/>
                <a:gd name="connsiteX37" fmla="*/ 244695 w 606662"/>
                <a:gd name="connsiteY37" fmla="*/ 15078 h 1245049"/>
                <a:gd name="connsiteX38" fmla="*/ 235341 w 606662"/>
                <a:gd name="connsiteY38" fmla="*/ 16184 h 1245049"/>
                <a:gd name="connsiteX39" fmla="*/ -2120 w 606662"/>
                <a:gd name="connsiteY39" fmla="*/ 269122 h 1245049"/>
                <a:gd name="connsiteX40" fmla="*/ 87778 w 606662"/>
                <a:gd name="connsiteY40" fmla="*/ 465248 h 1245049"/>
                <a:gd name="connsiteX41" fmla="*/ 158541 w 606662"/>
                <a:gd name="connsiteY41" fmla="*/ 1123705 h 1245049"/>
                <a:gd name="connsiteX42" fmla="*/ 133536 w 606662"/>
                <a:gd name="connsiteY42" fmla="*/ 1105674 h 1245049"/>
                <a:gd name="connsiteX43" fmla="*/ 110571 w 606662"/>
                <a:gd name="connsiteY43" fmla="*/ 1054644 h 1245049"/>
                <a:gd name="connsiteX44" fmla="*/ 158541 w 606662"/>
                <a:gd name="connsiteY44" fmla="*/ 989496 h 1245049"/>
                <a:gd name="connsiteX45" fmla="*/ 385453 w 606662"/>
                <a:gd name="connsiteY45" fmla="*/ 627693 h 1245049"/>
                <a:gd name="connsiteX46" fmla="*/ 427978 w 606662"/>
                <a:gd name="connsiteY46" fmla="*/ 693182 h 1245049"/>
                <a:gd name="connsiteX47" fmla="*/ 386049 w 606662"/>
                <a:gd name="connsiteY47" fmla="*/ 763858 h 1245049"/>
                <a:gd name="connsiteX48" fmla="*/ 386049 w 606662"/>
                <a:gd name="connsiteY48" fmla="*/ 715465 h 1245049"/>
                <a:gd name="connsiteX49" fmla="*/ 385624 w 606662"/>
                <a:gd name="connsiteY49" fmla="*/ 715465 h 124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06662" h="1245049">
                  <a:moveTo>
                    <a:pt x="87778" y="465248"/>
                  </a:moveTo>
                  <a:cubicBezTo>
                    <a:pt x="109467" y="485643"/>
                    <a:pt x="133196" y="503792"/>
                    <a:pt x="158541" y="519425"/>
                  </a:cubicBezTo>
                  <a:lnTo>
                    <a:pt x="158541" y="864813"/>
                  </a:lnTo>
                  <a:cubicBezTo>
                    <a:pt x="74851" y="902575"/>
                    <a:pt x="-1099" y="955901"/>
                    <a:pt x="-1099" y="1054985"/>
                  </a:cubicBezTo>
                  <a:cubicBezTo>
                    <a:pt x="-1354" y="1104815"/>
                    <a:pt x="19398" y="1152452"/>
                    <a:pt x="56140" y="1186132"/>
                  </a:cubicBezTo>
                  <a:cubicBezTo>
                    <a:pt x="84547" y="1212778"/>
                    <a:pt x="119927" y="1230749"/>
                    <a:pt x="158200" y="1237927"/>
                  </a:cubicBezTo>
                  <a:lnTo>
                    <a:pt x="158200" y="1244391"/>
                  </a:lnTo>
                  <a:lnTo>
                    <a:pt x="385113" y="1244391"/>
                  </a:lnTo>
                  <a:lnTo>
                    <a:pt x="385113" y="1214623"/>
                  </a:lnTo>
                  <a:cubicBezTo>
                    <a:pt x="395914" y="1210635"/>
                    <a:pt x="406375" y="1205770"/>
                    <a:pt x="416328" y="1200080"/>
                  </a:cubicBezTo>
                  <a:cubicBezTo>
                    <a:pt x="449837" y="1179838"/>
                    <a:pt x="506905" y="1137228"/>
                    <a:pt x="509883" y="1088069"/>
                  </a:cubicBezTo>
                  <a:cubicBezTo>
                    <a:pt x="513199" y="1036018"/>
                    <a:pt x="471693" y="1010844"/>
                    <a:pt x="440566" y="1005145"/>
                  </a:cubicBezTo>
                  <a:cubicBezTo>
                    <a:pt x="424577" y="1002551"/>
                    <a:pt x="408331" y="1001216"/>
                    <a:pt x="392088" y="1001148"/>
                  </a:cubicBezTo>
                  <a:lnTo>
                    <a:pt x="392088" y="1047245"/>
                  </a:lnTo>
                  <a:cubicBezTo>
                    <a:pt x="422789" y="1045969"/>
                    <a:pt x="455875" y="1071569"/>
                    <a:pt x="399233" y="1101677"/>
                  </a:cubicBezTo>
                  <a:cubicBezTo>
                    <a:pt x="394554" y="1104144"/>
                    <a:pt x="389791" y="1106440"/>
                    <a:pt x="384943" y="1108736"/>
                  </a:cubicBezTo>
                  <a:lnTo>
                    <a:pt x="384943" y="1092832"/>
                  </a:lnTo>
                  <a:lnTo>
                    <a:pt x="385368" y="1092832"/>
                  </a:lnTo>
                  <a:lnTo>
                    <a:pt x="385368" y="892709"/>
                  </a:lnTo>
                  <a:cubicBezTo>
                    <a:pt x="467696" y="852821"/>
                    <a:pt x="538969" y="795837"/>
                    <a:pt x="538969" y="693182"/>
                  </a:cubicBezTo>
                  <a:cubicBezTo>
                    <a:pt x="538969" y="592227"/>
                    <a:pt x="465910" y="538476"/>
                    <a:pt x="384943" y="500799"/>
                  </a:cubicBezTo>
                  <a:lnTo>
                    <a:pt x="384943" y="329508"/>
                  </a:lnTo>
                  <a:lnTo>
                    <a:pt x="158030" y="329508"/>
                  </a:lnTo>
                  <a:lnTo>
                    <a:pt x="158030" y="380538"/>
                  </a:lnTo>
                  <a:cubicBezTo>
                    <a:pt x="127751" y="350260"/>
                    <a:pt x="107425" y="313263"/>
                    <a:pt x="107425" y="268697"/>
                  </a:cubicBezTo>
                  <a:cubicBezTo>
                    <a:pt x="107425" y="171995"/>
                    <a:pt x="171892" y="122666"/>
                    <a:pt x="299128" y="122156"/>
                  </a:cubicBezTo>
                  <a:lnTo>
                    <a:pt x="308398" y="122156"/>
                  </a:lnTo>
                  <a:cubicBezTo>
                    <a:pt x="328045" y="122922"/>
                    <a:pt x="347351" y="124197"/>
                    <a:pt x="374907" y="126834"/>
                  </a:cubicBezTo>
                  <a:cubicBezTo>
                    <a:pt x="415476" y="130831"/>
                    <a:pt x="462339" y="133638"/>
                    <a:pt x="502482" y="116968"/>
                  </a:cubicBezTo>
                  <a:cubicBezTo>
                    <a:pt x="506650" y="115165"/>
                    <a:pt x="510732" y="113056"/>
                    <a:pt x="514644" y="110674"/>
                  </a:cubicBezTo>
                  <a:cubicBezTo>
                    <a:pt x="539650" y="125813"/>
                    <a:pt x="567545" y="146821"/>
                    <a:pt x="581664" y="171655"/>
                  </a:cubicBezTo>
                  <a:lnTo>
                    <a:pt x="580728" y="139421"/>
                  </a:lnTo>
                  <a:lnTo>
                    <a:pt x="604542" y="143929"/>
                  </a:lnTo>
                  <a:cubicBezTo>
                    <a:pt x="604542" y="143929"/>
                    <a:pt x="575796" y="101829"/>
                    <a:pt x="533271" y="92899"/>
                  </a:cubicBezTo>
                  <a:cubicBezTo>
                    <a:pt x="541351" y="80022"/>
                    <a:pt x="540159" y="63404"/>
                    <a:pt x="530294" y="51820"/>
                  </a:cubicBezTo>
                  <a:cubicBezTo>
                    <a:pt x="518303" y="35405"/>
                    <a:pt x="489810" y="36085"/>
                    <a:pt x="474330" y="34810"/>
                  </a:cubicBezTo>
                  <a:cubicBezTo>
                    <a:pt x="446095" y="32088"/>
                    <a:pt x="418113" y="790"/>
                    <a:pt x="389706" y="-486"/>
                  </a:cubicBezTo>
                  <a:cubicBezTo>
                    <a:pt x="332723" y="-2272"/>
                    <a:pt x="291047" y="10315"/>
                    <a:pt x="244695" y="15078"/>
                  </a:cubicBezTo>
                  <a:lnTo>
                    <a:pt x="235341" y="16184"/>
                  </a:lnTo>
                  <a:cubicBezTo>
                    <a:pt x="147143" y="26730"/>
                    <a:pt x="-2120" y="91793"/>
                    <a:pt x="-2120" y="269122"/>
                  </a:cubicBezTo>
                  <a:cubicBezTo>
                    <a:pt x="-1694" y="342351"/>
                    <a:pt x="28414" y="408434"/>
                    <a:pt x="87778" y="465248"/>
                  </a:cubicBezTo>
                  <a:close/>
                  <a:moveTo>
                    <a:pt x="158541" y="1123705"/>
                  </a:moveTo>
                  <a:cubicBezTo>
                    <a:pt x="149440" y="1118848"/>
                    <a:pt x="141020" y="1112785"/>
                    <a:pt x="133536" y="1105674"/>
                  </a:cubicBezTo>
                  <a:cubicBezTo>
                    <a:pt x="118821" y="1092806"/>
                    <a:pt x="110486" y="1074180"/>
                    <a:pt x="110571" y="1054644"/>
                  </a:cubicBezTo>
                  <a:cubicBezTo>
                    <a:pt x="110571" y="1028449"/>
                    <a:pt x="127581" y="1008377"/>
                    <a:pt x="158541" y="989496"/>
                  </a:cubicBezTo>
                  <a:close/>
                  <a:moveTo>
                    <a:pt x="385453" y="627693"/>
                  </a:moveTo>
                  <a:cubicBezTo>
                    <a:pt x="414455" y="647085"/>
                    <a:pt x="427978" y="666901"/>
                    <a:pt x="427978" y="693182"/>
                  </a:cubicBezTo>
                  <a:cubicBezTo>
                    <a:pt x="427978" y="721844"/>
                    <a:pt x="412839" y="744212"/>
                    <a:pt x="386049" y="763858"/>
                  </a:cubicBezTo>
                  <a:lnTo>
                    <a:pt x="386049" y="715465"/>
                  </a:lnTo>
                  <a:lnTo>
                    <a:pt x="385624" y="7154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D525AC7A-AFA7-4232-BDC4-564E3EA3EDD3}"/>
                </a:ext>
              </a:extLst>
            </p:cNvPr>
            <p:cNvSpPr/>
            <p:nvPr/>
          </p:nvSpPr>
          <p:spPr>
            <a:xfrm>
              <a:off x="2703444" y="-3949057"/>
              <a:ext cx="154620" cy="152664"/>
            </a:xfrm>
            <a:custGeom>
              <a:avLst/>
              <a:gdLst>
                <a:gd name="connsiteX0" fmla="*/ -2120 w 154620"/>
                <a:gd name="connsiteY0" fmla="*/ 63895 h 152664"/>
                <a:gd name="connsiteX1" fmla="*/ 58264 w 154620"/>
                <a:gd name="connsiteY1" fmla="*/ 152007 h 152664"/>
                <a:gd name="connsiteX2" fmla="*/ 152500 w 154620"/>
                <a:gd name="connsiteY2" fmla="*/ 87454 h 152664"/>
                <a:gd name="connsiteX3" fmla="*/ 92114 w 154620"/>
                <a:gd name="connsiteY3" fmla="*/ -658 h 152664"/>
                <a:gd name="connsiteX4" fmla="*/ 63453 w 154620"/>
                <a:gd name="connsiteY4" fmla="*/ 111608 h 152664"/>
                <a:gd name="connsiteX5" fmla="*/ 37427 w 154620"/>
                <a:gd name="connsiteY5" fmla="*/ 73676 h 152664"/>
                <a:gd name="connsiteX6" fmla="*/ 86672 w 154620"/>
                <a:gd name="connsiteY6" fmla="*/ 39656 h 152664"/>
                <a:gd name="connsiteX7" fmla="*/ 112697 w 154620"/>
                <a:gd name="connsiteY7" fmla="*/ 77503 h 152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620" h="152664">
                  <a:moveTo>
                    <a:pt x="-2120" y="63895"/>
                  </a:moveTo>
                  <a:lnTo>
                    <a:pt x="58264" y="152007"/>
                  </a:lnTo>
                  <a:lnTo>
                    <a:pt x="152500" y="87454"/>
                  </a:lnTo>
                  <a:lnTo>
                    <a:pt x="92114" y="-658"/>
                  </a:lnTo>
                  <a:close/>
                  <a:moveTo>
                    <a:pt x="63453" y="111608"/>
                  </a:moveTo>
                  <a:lnTo>
                    <a:pt x="37427" y="73676"/>
                  </a:lnTo>
                  <a:lnTo>
                    <a:pt x="86672" y="39656"/>
                  </a:lnTo>
                  <a:lnTo>
                    <a:pt x="112697" y="775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552E3908-58F5-4C98-92B6-E6753848C5EA}"/>
                </a:ext>
              </a:extLst>
            </p:cNvPr>
            <p:cNvSpPr/>
            <p:nvPr/>
          </p:nvSpPr>
          <p:spPr>
            <a:xfrm>
              <a:off x="2519820" y="-4059792"/>
              <a:ext cx="269352" cy="326421"/>
            </a:xfrm>
            <a:custGeom>
              <a:avLst/>
              <a:gdLst>
                <a:gd name="connsiteX0" fmla="*/ 177166 w 269352"/>
                <a:gd name="connsiteY0" fmla="*/ 163573 h 326421"/>
                <a:gd name="connsiteX1" fmla="*/ 173422 w 269352"/>
                <a:gd name="connsiteY1" fmla="*/ 98510 h 326421"/>
                <a:gd name="connsiteX2" fmla="*/ 176144 w 269352"/>
                <a:gd name="connsiteY2" fmla="*/ 97745 h 326421"/>
                <a:gd name="connsiteX3" fmla="*/ 209400 w 269352"/>
                <a:gd name="connsiteY3" fmla="*/ 146223 h 326421"/>
                <a:gd name="connsiteX4" fmla="*/ 232789 w 269352"/>
                <a:gd name="connsiteY4" fmla="*/ 130149 h 326421"/>
                <a:gd name="connsiteX5" fmla="*/ 203107 w 269352"/>
                <a:gd name="connsiteY5" fmla="*/ 86858 h 326421"/>
                <a:gd name="connsiteX6" fmla="*/ 221051 w 269352"/>
                <a:gd name="connsiteY6" fmla="*/ 77162 h 326421"/>
                <a:gd name="connsiteX7" fmla="*/ 244780 w 269352"/>
                <a:gd name="connsiteY7" fmla="*/ 111863 h 326421"/>
                <a:gd name="connsiteX8" fmla="*/ 267233 w 269352"/>
                <a:gd name="connsiteY8" fmla="*/ 96469 h 326421"/>
                <a:gd name="connsiteX9" fmla="*/ 221817 w 269352"/>
                <a:gd name="connsiteY9" fmla="*/ 30300 h 326421"/>
                <a:gd name="connsiteX10" fmla="*/ 238316 w 269352"/>
                <a:gd name="connsiteY10" fmla="*/ 26983 h 326421"/>
                <a:gd name="connsiteX11" fmla="*/ 227685 w 269352"/>
                <a:gd name="connsiteY11" fmla="*/ 277 h 326421"/>
                <a:gd name="connsiteX12" fmla="*/ 165173 w 269352"/>
                <a:gd name="connsiteY12" fmla="*/ -658 h 326421"/>
                <a:gd name="connsiteX13" fmla="*/ 158370 w 269352"/>
                <a:gd name="connsiteY13" fmla="*/ 21710 h 326421"/>
                <a:gd name="connsiteX14" fmla="*/ 150970 w 269352"/>
                <a:gd name="connsiteY14" fmla="*/ 10823 h 326421"/>
                <a:gd name="connsiteX15" fmla="*/ 127581 w 269352"/>
                <a:gd name="connsiteY15" fmla="*/ 26898 h 326421"/>
                <a:gd name="connsiteX16" fmla="*/ 157774 w 269352"/>
                <a:gd name="connsiteY16" fmla="*/ 70869 h 326421"/>
                <a:gd name="connsiteX17" fmla="*/ 84375 w 269352"/>
                <a:gd name="connsiteY17" fmla="*/ 48841 h 326421"/>
                <a:gd name="connsiteX18" fmla="*/ 75276 w 269352"/>
                <a:gd name="connsiteY18" fmla="*/ 80394 h 326421"/>
                <a:gd name="connsiteX19" fmla="*/ 98069 w 269352"/>
                <a:gd name="connsiteY19" fmla="*/ 91961 h 326421"/>
                <a:gd name="connsiteX20" fmla="*/ -2120 w 269352"/>
                <a:gd name="connsiteY20" fmla="*/ 160512 h 326421"/>
                <a:gd name="connsiteX21" fmla="*/ 15571 w 269352"/>
                <a:gd name="connsiteY21" fmla="*/ 186027 h 326421"/>
                <a:gd name="connsiteX22" fmla="*/ 24670 w 269352"/>
                <a:gd name="connsiteY22" fmla="*/ 179818 h 326421"/>
                <a:gd name="connsiteX23" fmla="*/ 102577 w 269352"/>
                <a:gd name="connsiteY23" fmla="*/ 293444 h 326421"/>
                <a:gd name="connsiteX24" fmla="*/ 93476 w 269352"/>
                <a:gd name="connsiteY24" fmla="*/ 299738 h 326421"/>
                <a:gd name="connsiteX25" fmla="*/ 111422 w 269352"/>
                <a:gd name="connsiteY25" fmla="*/ 325764 h 326421"/>
                <a:gd name="connsiteX26" fmla="*/ 217480 w 269352"/>
                <a:gd name="connsiteY26" fmla="*/ 253131 h 326421"/>
                <a:gd name="connsiteX27" fmla="*/ 152671 w 269352"/>
                <a:gd name="connsiteY27" fmla="*/ 158640 h 326421"/>
                <a:gd name="connsiteX28" fmla="*/ 190858 w 269352"/>
                <a:gd name="connsiteY28" fmla="*/ 33107 h 326421"/>
                <a:gd name="connsiteX29" fmla="*/ 204467 w 269352"/>
                <a:gd name="connsiteY29" fmla="*/ 53008 h 326421"/>
                <a:gd name="connsiteX30" fmla="*/ 186265 w 269352"/>
                <a:gd name="connsiteY30" fmla="*/ 62279 h 326421"/>
                <a:gd name="connsiteX31" fmla="*/ 164323 w 269352"/>
                <a:gd name="connsiteY31" fmla="*/ 30300 h 326421"/>
                <a:gd name="connsiteX32" fmla="*/ 190858 w 269352"/>
                <a:gd name="connsiteY32" fmla="*/ 32681 h 326421"/>
                <a:gd name="connsiteX33" fmla="*/ 148759 w 269352"/>
                <a:gd name="connsiteY33" fmla="*/ 103103 h 326421"/>
                <a:gd name="connsiteX34" fmla="*/ 147313 w 269352"/>
                <a:gd name="connsiteY34" fmla="*/ 151156 h 326421"/>
                <a:gd name="connsiteX35" fmla="*/ 109890 w 269352"/>
                <a:gd name="connsiteY35" fmla="*/ 96469 h 326421"/>
                <a:gd name="connsiteX36" fmla="*/ 148929 w 269352"/>
                <a:gd name="connsiteY36" fmla="*/ 102677 h 326421"/>
                <a:gd name="connsiteX37" fmla="*/ 125285 w 269352"/>
                <a:gd name="connsiteY37" fmla="*/ 278306 h 326421"/>
                <a:gd name="connsiteX38" fmla="*/ 47294 w 269352"/>
                <a:gd name="connsiteY38" fmla="*/ 164594 h 326421"/>
                <a:gd name="connsiteX39" fmla="*/ 61582 w 269352"/>
                <a:gd name="connsiteY39" fmla="*/ 154813 h 326421"/>
                <a:gd name="connsiteX40" fmla="*/ 139572 w 269352"/>
                <a:gd name="connsiteY40" fmla="*/ 268525 h 326421"/>
                <a:gd name="connsiteX41" fmla="*/ 176996 w 269352"/>
                <a:gd name="connsiteY41" fmla="*/ 242925 h 326421"/>
                <a:gd name="connsiteX42" fmla="*/ 161686 w 269352"/>
                <a:gd name="connsiteY42" fmla="*/ 253386 h 326421"/>
                <a:gd name="connsiteX43" fmla="*/ 83781 w 269352"/>
                <a:gd name="connsiteY43" fmla="*/ 139674 h 326421"/>
                <a:gd name="connsiteX44" fmla="*/ 99003 w 269352"/>
                <a:gd name="connsiteY44" fmla="*/ 129213 h 326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9352" h="326421">
                  <a:moveTo>
                    <a:pt x="177166" y="163573"/>
                  </a:moveTo>
                  <a:cubicBezTo>
                    <a:pt x="177760" y="141817"/>
                    <a:pt x="176485" y="120053"/>
                    <a:pt x="173422" y="98510"/>
                  </a:cubicBezTo>
                  <a:lnTo>
                    <a:pt x="176144" y="97745"/>
                  </a:lnTo>
                  <a:lnTo>
                    <a:pt x="209400" y="146223"/>
                  </a:lnTo>
                  <a:lnTo>
                    <a:pt x="232789" y="130149"/>
                  </a:lnTo>
                  <a:lnTo>
                    <a:pt x="203107" y="86858"/>
                  </a:lnTo>
                  <a:cubicBezTo>
                    <a:pt x="209060" y="83881"/>
                    <a:pt x="214757" y="80649"/>
                    <a:pt x="221051" y="77162"/>
                  </a:cubicBezTo>
                  <a:lnTo>
                    <a:pt x="244780" y="111863"/>
                  </a:lnTo>
                  <a:lnTo>
                    <a:pt x="267233" y="96469"/>
                  </a:lnTo>
                  <a:lnTo>
                    <a:pt x="221817" y="30300"/>
                  </a:lnTo>
                  <a:cubicBezTo>
                    <a:pt x="227089" y="29534"/>
                    <a:pt x="232704" y="28259"/>
                    <a:pt x="238316" y="26983"/>
                  </a:cubicBezTo>
                  <a:lnTo>
                    <a:pt x="227685" y="277"/>
                  </a:lnTo>
                  <a:cubicBezTo>
                    <a:pt x="207019" y="4249"/>
                    <a:pt x="185756" y="3934"/>
                    <a:pt x="165173" y="-658"/>
                  </a:cubicBezTo>
                  <a:lnTo>
                    <a:pt x="158370" y="21710"/>
                  </a:lnTo>
                  <a:lnTo>
                    <a:pt x="150970" y="10823"/>
                  </a:lnTo>
                  <a:lnTo>
                    <a:pt x="127581" y="26898"/>
                  </a:lnTo>
                  <a:lnTo>
                    <a:pt x="157774" y="70869"/>
                  </a:lnTo>
                  <a:cubicBezTo>
                    <a:pt x="137276" y="73760"/>
                    <a:pt x="112697" y="66361"/>
                    <a:pt x="84375" y="48841"/>
                  </a:cubicBezTo>
                  <a:lnTo>
                    <a:pt x="75276" y="80394"/>
                  </a:lnTo>
                  <a:cubicBezTo>
                    <a:pt x="82845" y="84562"/>
                    <a:pt x="90584" y="88389"/>
                    <a:pt x="98069" y="91961"/>
                  </a:cubicBezTo>
                  <a:lnTo>
                    <a:pt x="-2120" y="160512"/>
                  </a:lnTo>
                  <a:lnTo>
                    <a:pt x="15571" y="186027"/>
                  </a:lnTo>
                  <a:lnTo>
                    <a:pt x="24670" y="179818"/>
                  </a:lnTo>
                  <a:lnTo>
                    <a:pt x="102577" y="293444"/>
                  </a:lnTo>
                  <a:lnTo>
                    <a:pt x="93476" y="299738"/>
                  </a:lnTo>
                  <a:lnTo>
                    <a:pt x="111422" y="325764"/>
                  </a:lnTo>
                  <a:lnTo>
                    <a:pt x="217480" y="253131"/>
                  </a:lnTo>
                  <a:lnTo>
                    <a:pt x="152671" y="158640"/>
                  </a:lnTo>
                  <a:close/>
                  <a:moveTo>
                    <a:pt x="190858" y="33107"/>
                  </a:moveTo>
                  <a:lnTo>
                    <a:pt x="204467" y="53008"/>
                  </a:lnTo>
                  <a:cubicBezTo>
                    <a:pt x="198258" y="56580"/>
                    <a:pt x="192305" y="59557"/>
                    <a:pt x="186265" y="62279"/>
                  </a:cubicBezTo>
                  <a:lnTo>
                    <a:pt x="164323" y="30300"/>
                  </a:lnTo>
                  <a:cubicBezTo>
                    <a:pt x="173084" y="31865"/>
                    <a:pt x="181927" y="32664"/>
                    <a:pt x="190858" y="32681"/>
                  </a:cubicBezTo>
                  <a:close/>
                  <a:moveTo>
                    <a:pt x="148759" y="103103"/>
                  </a:moveTo>
                  <a:cubicBezTo>
                    <a:pt x="149610" y="119135"/>
                    <a:pt x="149099" y="135209"/>
                    <a:pt x="147313" y="151156"/>
                  </a:cubicBezTo>
                  <a:lnTo>
                    <a:pt x="109890" y="96469"/>
                  </a:lnTo>
                  <a:cubicBezTo>
                    <a:pt x="122477" y="100670"/>
                    <a:pt x="135661" y="102763"/>
                    <a:pt x="148929" y="102677"/>
                  </a:cubicBezTo>
                  <a:close/>
                  <a:moveTo>
                    <a:pt x="125285" y="278306"/>
                  </a:moveTo>
                  <a:lnTo>
                    <a:pt x="47294" y="164594"/>
                  </a:lnTo>
                  <a:lnTo>
                    <a:pt x="61582" y="154813"/>
                  </a:lnTo>
                  <a:lnTo>
                    <a:pt x="139572" y="268525"/>
                  </a:lnTo>
                  <a:close/>
                  <a:moveTo>
                    <a:pt x="176996" y="242925"/>
                  </a:moveTo>
                  <a:lnTo>
                    <a:pt x="161686" y="253386"/>
                  </a:lnTo>
                  <a:lnTo>
                    <a:pt x="83781" y="139674"/>
                  </a:lnTo>
                  <a:lnTo>
                    <a:pt x="99003" y="12921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EBB975B7-DDBF-4B47-8264-F83379D80967}"/>
                </a:ext>
              </a:extLst>
            </p:cNvPr>
            <p:cNvSpPr/>
            <p:nvPr/>
          </p:nvSpPr>
          <p:spPr>
            <a:xfrm>
              <a:off x="2963696" y="-3648320"/>
              <a:ext cx="296996" cy="283131"/>
            </a:xfrm>
            <a:custGeom>
              <a:avLst/>
              <a:gdLst>
                <a:gd name="connsiteX0" fmla="*/ 267488 w 296996"/>
                <a:gd name="connsiteY0" fmla="*/ 106930 h 283131"/>
                <a:gd name="connsiteX1" fmla="*/ 243165 w 296996"/>
                <a:gd name="connsiteY1" fmla="*/ 88559 h 283131"/>
                <a:gd name="connsiteX2" fmla="*/ 234660 w 296996"/>
                <a:gd name="connsiteY2" fmla="*/ 99531 h 283131"/>
                <a:gd name="connsiteX3" fmla="*/ 201406 w 296996"/>
                <a:gd name="connsiteY3" fmla="*/ 74016 h 283131"/>
                <a:gd name="connsiteX4" fmla="*/ 188393 w 296996"/>
                <a:gd name="connsiteY4" fmla="*/ 91026 h 283131"/>
                <a:gd name="connsiteX5" fmla="*/ 221732 w 296996"/>
                <a:gd name="connsiteY5" fmla="*/ 116541 h 283131"/>
                <a:gd name="connsiteX6" fmla="*/ 215268 w 296996"/>
                <a:gd name="connsiteY6" fmla="*/ 125046 h 283131"/>
                <a:gd name="connsiteX7" fmla="*/ 185756 w 296996"/>
                <a:gd name="connsiteY7" fmla="*/ 102763 h 283131"/>
                <a:gd name="connsiteX8" fmla="*/ 172828 w 296996"/>
                <a:gd name="connsiteY8" fmla="*/ 119773 h 283131"/>
                <a:gd name="connsiteX9" fmla="*/ 202255 w 296996"/>
                <a:gd name="connsiteY9" fmla="*/ 142140 h 283131"/>
                <a:gd name="connsiteX10" fmla="*/ 195621 w 296996"/>
                <a:gd name="connsiteY10" fmla="*/ 150645 h 283131"/>
                <a:gd name="connsiteX11" fmla="*/ 161176 w 296996"/>
                <a:gd name="connsiteY11" fmla="*/ 124535 h 283131"/>
                <a:gd name="connsiteX12" fmla="*/ 148165 w 296996"/>
                <a:gd name="connsiteY12" fmla="*/ 141545 h 283131"/>
                <a:gd name="connsiteX13" fmla="*/ 182693 w 296996"/>
                <a:gd name="connsiteY13" fmla="*/ 167655 h 283131"/>
                <a:gd name="connsiteX14" fmla="*/ 175465 w 296996"/>
                <a:gd name="connsiteY14" fmla="*/ 177181 h 283131"/>
                <a:gd name="connsiteX15" fmla="*/ 102747 w 296996"/>
                <a:gd name="connsiteY15" fmla="*/ 122069 h 283131"/>
                <a:gd name="connsiteX16" fmla="*/ 109892 w 296996"/>
                <a:gd name="connsiteY16" fmla="*/ 112543 h 283131"/>
                <a:gd name="connsiteX17" fmla="*/ 141275 w 296996"/>
                <a:gd name="connsiteY17" fmla="*/ 136272 h 283131"/>
                <a:gd name="connsiteX18" fmla="*/ 154288 w 296996"/>
                <a:gd name="connsiteY18" fmla="*/ 119262 h 283131"/>
                <a:gd name="connsiteX19" fmla="*/ 122820 w 296996"/>
                <a:gd name="connsiteY19" fmla="*/ 95533 h 283131"/>
                <a:gd name="connsiteX20" fmla="*/ 129537 w 296996"/>
                <a:gd name="connsiteY20" fmla="*/ 87028 h 283131"/>
                <a:gd name="connsiteX21" fmla="*/ 157604 w 296996"/>
                <a:gd name="connsiteY21" fmla="*/ 108291 h 283131"/>
                <a:gd name="connsiteX22" fmla="*/ 170532 w 296996"/>
                <a:gd name="connsiteY22" fmla="*/ 91281 h 283131"/>
                <a:gd name="connsiteX23" fmla="*/ 142465 w 296996"/>
                <a:gd name="connsiteY23" fmla="*/ 70103 h 283131"/>
                <a:gd name="connsiteX24" fmla="*/ 148929 w 296996"/>
                <a:gd name="connsiteY24" fmla="*/ 61598 h 283131"/>
                <a:gd name="connsiteX25" fmla="*/ 180567 w 296996"/>
                <a:gd name="connsiteY25" fmla="*/ 85497 h 283131"/>
                <a:gd name="connsiteX26" fmla="*/ 193495 w 296996"/>
                <a:gd name="connsiteY26" fmla="*/ 68487 h 283131"/>
                <a:gd name="connsiteX27" fmla="*/ 161857 w 296996"/>
                <a:gd name="connsiteY27" fmla="*/ 44503 h 283131"/>
                <a:gd name="connsiteX28" fmla="*/ 170362 w 296996"/>
                <a:gd name="connsiteY28" fmla="*/ 33617 h 283131"/>
                <a:gd name="connsiteX29" fmla="*/ 146038 w 296996"/>
                <a:gd name="connsiteY29" fmla="*/ 15246 h 283131"/>
                <a:gd name="connsiteX30" fmla="*/ 137533 w 296996"/>
                <a:gd name="connsiteY30" fmla="*/ 26132 h 283131"/>
                <a:gd name="connsiteX31" fmla="*/ 102066 w 296996"/>
                <a:gd name="connsiteY31" fmla="*/ -658 h 283131"/>
                <a:gd name="connsiteX32" fmla="*/ 89138 w 296996"/>
                <a:gd name="connsiteY32" fmla="*/ 16352 h 283131"/>
                <a:gd name="connsiteX33" fmla="*/ 124606 w 296996"/>
                <a:gd name="connsiteY33" fmla="*/ 43142 h 283131"/>
                <a:gd name="connsiteX34" fmla="*/ 118142 w 296996"/>
                <a:gd name="connsiteY34" fmla="*/ 51647 h 283131"/>
                <a:gd name="connsiteX35" fmla="*/ 86927 w 296996"/>
                <a:gd name="connsiteY35" fmla="*/ 28003 h 283131"/>
                <a:gd name="connsiteX36" fmla="*/ 73999 w 296996"/>
                <a:gd name="connsiteY36" fmla="*/ 45013 h 283131"/>
                <a:gd name="connsiteX37" fmla="*/ 105129 w 296996"/>
                <a:gd name="connsiteY37" fmla="*/ 68572 h 283131"/>
                <a:gd name="connsiteX38" fmla="*/ 98495 w 296996"/>
                <a:gd name="connsiteY38" fmla="*/ 77077 h 283131"/>
                <a:gd name="connsiteX39" fmla="*/ 58522 w 296996"/>
                <a:gd name="connsiteY39" fmla="*/ 46799 h 283131"/>
                <a:gd name="connsiteX40" fmla="*/ 45594 w 296996"/>
                <a:gd name="connsiteY40" fmla="*/ 63809 h 283131"/>
                <a:gd name="connsiteX41" fmla="*/ 85567 w 296996"/>
                <a:gd name="connsiteY41" fmla="*/ 94002 h 283131"/>
                <a:gd name="connsiteX42" fmla="*/ 78337 w 296996"/>
                <a:gd name="connsiteY42" fmla="*/ 103528 h 283131"/>
                <a:gd name="connsiteX43" fmla="*/ 52822 w 296996"/>
                <a:gd name="connsiteY43" fmla="*/ 84477 h 283131"/>
                <a:gd name="connsiteX44" fmla="*/ 39470 w 296996"/>
                <a:gd name="connsiteY44" fmla="*/ 102082 h 283131"/>
                <a:gd name="connsiteX45" fmla="*/ 184056 w 296996"/>
                <a:gd name="connsiteY45" fmla="*/ 211286 h 283131"/>
                <a:gd name="connsiteX46" fmla="*/ 177251 w 296996"/>
                <a:gd name="connsiteY46" fmla="*/ 220387 h 283131"/>
                <a:gd name="connsiteX47" fmla="*/ 41171 w 296996"/>
                <a:gd name="connsiteY47" fmla="*/ 117816 h 283131"/>
                <a:gd name="connsiteX48" fmla="*/ 28754 w 296996"/>
                <a:gd name="connsiteY48" fmla="*/ 134231 h 283131"/>
                <a:gd name="connsiteX49" fmla="*/ 165345 w 296996"/>
                <a:gd name="connsiteY49" fmla="*/ 237567 h 283131"/>
                <a:gd name="connsiteX50" fmla="*/ 158455 w 296996"/>
                <a:gd name="connsiteY50" fmla="*/ 246582 h 283131"/>
                <a:gd name="connsiteX51" fmla="*/ 11233 w 296996"/>
                <a:gd name="connsiteY51" fmla="*/ 135251 h 283131"/>
                <a:gd name="connsiteX52" fmla="*/ -2120 w 296996"/>
                <a:gd name="connsiteY52" fmla="*/ 152857 h 283131"/>
                <a:gd name="connsiteX53" fmla="*/ 82930 w 296996"/>
                <a:gd name="connsiteY53" fmla="*/ 216985 h 283131"/>
                <a:gd name="connsiteX54" fmla="*/ 65920 w 296996"/>
                <a:gd name="connsiteY54" fmla="*/ 215539 h 283131"/>
                <a:gd name="connsiteX55" fmla="*/ 71958 w 296996"/>
                <a:gd name="connsiteY55" fmla="*/ 258064 h 283131"/>
                <a:gd name="connsiteX56" fmla="*/ 97899 w 296996"/>
                <a:gd name="connsiteY56" fmla="*/ 258999 h 283131"/>
                <a:gd name="connsiteX57" fmla="*/ 91690 w 296996"/>
                <a:gd name="connsiteY57" fmla="*/ 223618 h 283131"/>
                <a:gd name="connsiteX58" fmla="*/ 169512 w 296996"/>
                <a:gd name="connsiteY58" fmla="*/ 282473 h 283131"/>
                <a:gd name="connsiteX59" fmla="*/ 222158 w 296996"/>
                <a:gd name="connsiteY59" fmla="*/ 212732 h 283131"/>
                <a:gd name="connsiteX60" fmla="*/ 200555 w 296996"/>
                <a:gd name="connsiteY60" fmla="*/ 196318 h 283131"/>
                <a:gd name="connsiteX61" fmla="*/ 207700 w 296996"/>
                <a:gd name="connsiteY61" fmla="*/ 186877 h 283131"/>
                <a:gd name="connsiteX62" fmla="*/ 246226 w 296996"/>
                <a:gd name="connsiteY62" fmla="*/ 215964 h 283131"/>
                <a:gd name="connsiteX63" fmla="*/ 259238 w 296996"/>
                <a:gd name="connsiteY63" fmla="*/ 198954 h 283131"/>
                <a:gd name="connsiteX64" fmla="*/ 220627 w 296996"/>
                <a:gd name="connsiteY64" fmla="*/ 169782 h 283131"/>
                <a:gd name="connsiteX65" fmla="*/ 227345 w 296996"/>
                <a:gd name="connsiteY65" fmla="*/ 161277 h 283131"/>
                <a:gd name="connsiteX66" fmla="*/ 257538 w 296996"/>
                <a:gd name="connsiteY66" fmla="*/ 184155 h 283131"/>
                <a:gd name="connsiteX67" fmla="*/ 270466 w 296996"/>
                <a:gd name="connsiteY67" fmla="*/ 167145 h 283131"/>
                <a:gd name="connsiteX68" fmla="*/ 240272 w 296996"/>
                <a:gd name="connsiteY68" fmla="*/ 144267 h 283131"/>
                <a:gd name="connsiteX69" fmla="*/ 246736 w 296996"/>
                <a:gd name="connsiteY69" fmla="*/ 135762 h 283131"/>
                <a:gd name="connsiteX70" fmla="*/ 281948 w 296996"/>
                <a:gd name="connsiteY70" fmla="*/ 162468 h 283131"/>
                <a:gd name="connsiteX71" fmla="*/ 294876 w 296996"/>
                <a:gd name="connsiteY71" fmla="*/ 145458 h 283131"/>
                <a:gd name="connsiteX72" fmla="*/ 259664 w 296996"/>
                <a:gd name="connsiteY72" fmla="*/ 118837 h 28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96996" h="283131">
                  <a:moveTo>
                    <a:pt x="267488" y="106930"/>
                  </a:moveTo>
                  <a:lnTo>
                    <a:pt x="243165" y="88559"/>
                  </a:lnTo>
                  <a:lnTo>
                    <a:pt x="234660" y="99531"/>
                  </a:lnTo>
                  <a:lnTo>
                    <a:pt x="201406" y="74016"/>
                  </a:lnTo>
                  <a:lnTo>
                    <a:pt x="188393" y="91026"/>
                  </a:lnTo>
                  <a:lnTo>
                    <a:pt x="221732" y="116541"/>
                  </a:lnTo>
                  <a:lnTo>
                    <a:pt x="215268" y="125046"/>
                  </a:lnTo>
                  <a:lnTo>
                    <a:pt x="185756" y="102763"/>
                  </a:lnTo>
                  <a:lnTo>
                    <a:pt x="172828" y="119773"/>
                  </a:lnTo>
                  <a:lnTo>
                    <a:pt x="202255" y="142140"/>
                  </a:lnTo>
                  <a:lnTo>
                    <a:pt x="195621" y="150645"/>
                  </a:lnTo>
                  <a:lnTo>
                    <a:pt x="161176" y="124535"/>
                  </a:lnTo>
                  <a:lnTo>
                    <a:pt x="148165" y="141545"/>
                  </a:lnTo>
                  <a:lnTo>
                    <a:pt x="182693" y="167655"/>
                  </a:lnTo>
                  <a:lnTo>
                    <a:pt x="175465" y="177181"/>
                  </a:lnTo>
                  <a:lnTo>
                    <a:pt x="102747" y="122069"/>
                  </a:lnTo>
                  <a:lnTo>
                    <a:pt x="109892" y="112543"/>
                  </a:lnTo>
                  <a:lnTo>
                    <a:pt x="141275" y="136272"/>
                  </a:lnTo>
                  <a:lnTo>
                    <a:pt x="154288" y="119262"/>
                  </a:lnTo>
                  <a:lnTo>
                    <a:pt x="122820" y="95533"/>
                  </a:lnTo>
                  <a:lnTo>
                    <a:pt x="129537" y="87028"/>
                  </a:lnTo>
                  <a:lnTo>
                    <a:pt x="157604" y="108291"/>
                  </a:lnTo>
                  <a:lnTo>
                    <a:pt x="170532" y="91281"/>
                  </a:lnTo>
                  <a:lnTo>
                    <a:pt x="142465" y="70103"/>
                  </a:lnTo>
                  <a:lnTo>
                    <a:pt x="148929" y="61598"/>
                  </a:lnTo>
                  <a:lnTo>
                    <a:pt x="180567" y="85497"/>
                  </a:lnTo>
                  <a:lnTo>
                    <a:pt x="193495" y="68487"/>
                  </a:lnTo>
                  <a:lnTo>
                    <a:pt x="161857" y="44503"/>
                  </a:lnTo>
                  <a:lnTo>
                    <a:pt x="170362" y="33617"/>
                  </a:lnTo>
                  <a:lnTo>
                    <a:pt x="146038" y="15246"/>
                  </a:lnTo>
                  <a:lnTo>
                    <a:pt x="137533" y="26132"/>
                  </a:lnTo>
                  <a:lnTo>
                    <a:pt x="102066" y="-658"/>
                  </a:lnTo>
                  <a:lnTo>
                    <a:pt x="89138" y="16352"/>
                  </a:lnTo>
                  <a:lnTo>
                    <a:pt x="124606" y="43142"/>
                  </a:lnTo>
                  <a:lnTo>
                    <a:pt x="118142" y="51647"/>
                  </a:lnTo>
                  <a:lnTo>
                    <a:pt x="86927" y="28003"/>
                  </a:lnTo>
                  <a:lnTo>
                    <a:pt x="73999" y="45013"/>
                  </a:lnTo>
                  <a:lnTo>
                    <a:pt x="105129" y="68572"/>
                  </a:lnTo>
                  <a:lnTo>
                    <a:pt x="98495" y="77077"/>
                  </a:lnTo>
                  <a:lnTo>
                    <a:pt x="58522" y="46799"/>
                  </a:lnTo>
                  <a:lnTo>
                    <a:pt x="45594" y="63809"/>
                  </a:lnTo>
                  <a:lnTo>
                    <a:pt x="85567" y="94002"/>
                  </a:lnTo>
                  <a:lnTo>
                    <a:pt x="78337" y="103528"/>
                  </a:lnTo>
                  <a:lnTo>
                    <a:pt x="52822" y="84477"/>
                  </a:lnTo>
                  <a:lnTo>
                    <a:pt x="39470" y="102082"/>
                  </a:lnTo>
                  <a:lnTo>
                    <a:pt x="184056" y="211286"/>
                  </a:lnTo>
                  <a:lnTo>
                    <a:pt x="177251" y="220387"/>
                  </a:lnTo>
                  <a:lnTo>
                    <a:pt x="41171" y="117816"/>
                  </a:lnTo>
                  <a:lnTo>
                    <a:pt x="28754" y="134231"/>
                  </a:lnTo>
                  <a:lnTo>
                    <a:pt x="165345" y="237567"/>
                  </a:lnTo>
                  <a:lnTo>
                    <a:pt x="158455" y="246582"/>
                  </a:lnTo>
                  <a:lnTo>
                    <a:pt x="11233" y="135251"/>
                  </a:lnTo>
                  <a:lnTo>
                    <a:pt x="-2120" y="152857"/>
                  </a:lnTo>
                  <a:lnTo>
                    <a:pt x="82930" y="216985"/>
                  </a:lnTo>
                  <a:lnTo>
                    <a:pt x="65920" y="215539"/>
                  </a:lnTo>
                  <a:cubicBezTo>
                    <a:pt x="68897" y="229564"/>
                    <a:pt x="70939" y="243767"/>
                    <a:pt x="71958" y="258064"/>
                  </a:cubicBezTo>
                  <a:lnTo>
                    <a:pt x="97899" y="258999"/>
                  </a:lnTo>
                  <a:cubicBezTo>
                    <a:pt x="96794" y="247058"/>
                    <a:pt x="94753" y="235219"/>
                    <a:pt x="91690" y="223618"/>
                  </a:cubicBezTo>
                  <a:lnTo>
                    <a:pt x="169512" y="282473"/>
                  </a:lnTo>
                  <a:lnTo>
                    <a:pt x="222158" y="212732"/>
                  </a:lnTo>
                  <a:lnTo>
                    <a:pt x="200555" y="196318"/>
                  </a:lnTo>
                  <a:lnTo>
                    <a:pt x="207700" y="186877"/>
                  </a:lnTo>
                  <a:lnTo>
                    <a:pt x="246226" y="215964"/>
                  </a:lnTo>
                  <a:lnTo>
                    <a:pt x="259238" y="198954"/>
                  </a:lnTo>
                  <a:lnTo>
                    <a:pt x="220627" y="169782"/>
                  </a:lnTo>
                  <a:lnTo>
                    <a:pt x="227345" y="161277"/>
                  </a:lnTo>
                  <a:lnTo>
                    <a:pt x="257538" y="184155"/>
                  </a:lnTo>
                  <a:lnTo>
                    <a:pt x="270466" y="167145"/>
                  </a:lnTo>
                  <a:lnTo>
                    <a:pt x="240272" y="144267"/>
                  </a:lnTo>
                  <a:lnTo>
                    <a:pt x="246736" y="135762"/>
                  </a:lnTo>
                  <a:lnTo>
                    <a:pt x="281948" y="162468"/>
                  </a:lnTo>
                  <a:lnTo>
                    <a:pt x="294876" y="145458"/>
                  </a:lnTo>
                  <a:lnTo>
                    <a:pt x="259664" y="11883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28C9FCF4-EE5E-48E1-87E5-3D39F252D435}"/>
                </a:ext>
              </a:extLst>
            </p:cNvPr>
            <p:cNvSpPr/>
            <p:nvPr/>
          </p:nvSpPr>
          <p:spPr>
            <a:xfrm>
              <a:off x="3104624" y="-3365699"/>
              <a:ext cx="28570" cy="62171"/>
            </a:xfrm>
            <a:custGeom>
              <a:avLst/>
              <a:gdLst>
                <a:gd name="connsiteX0" fmla="*/ -2120 w 28570"/>
                <a:gd name="connsiteY0" fmla="*/ -658 h 62171"/>
                <a:gd name="connsiteX1" fmla="*/ -1524 w 28570"/>
                <a:gd name="connsiteY1" fmla="*/ 60408 h 62171"/>
                <a:gd name="connsiteX2" fmla="*/ 26117 w 28570"/>
                <a:gd name="connsiteY2" fmla="*/ 61513 h 62171"/>
                <a:gd name="connsiteX3" fmla="*/ 23735 w 28570"/>
                <a:gd name="connsiteY3" fmla="*/ 1978 h 6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0" h="62171">
                  <a:moveTo>
                    <a:pt x="-2120" y="-658"/>
                  </a:moveTo>
                  <a:cubicBezTo>
                    <a:pt x="-334" y="19652"/>
                    <a:pt x="-164" y="40072"/>
                    <a:pt x="-1524" y="60408"/>
                  </a:cubicBezTo>
                  <a:lnTo>
                    <a:pt x="26117" y="61513"/>
                  </a:lnTo>
                  <a:cubicBezTo>
                    <a:pt x="26966" y="41637"/>
                    <a:pt x="26202" y="21718"/>
                    <a:pt x="23735" y="19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E53C0C17-6A0C-4647-9D30-34CA19E138F4}"/>
                </a:ext>
              </a:extLst>
            </p:cNvPr>
            <p:cNvSpPr/>
            <p:nvPr/>
          </p:nvSpPr>
          <p:spPr>
            <a:xfrm>
              <a:off x="2912410" y="-3486725"/>
              <a:ext cx="63449" cy="49584"/>
            </a:xfrm>
            <a:custGeom>
              <a:avLst/>
              <a:gdLst>
                <a:gd name="connsiteX0" fmla="*/ 43468 w 63449"/>
                <a:gd name="connsiteY0" fmla="*/ -658 h 49584"/>
                <a:gd name="connsiteX1" fmla="*/ -2120 w 63449"/>
                <a:gd name="connsiteY1" fmla="*/ 21625 h 49584"/>
                <a:gd name="connsiteX2" fmla="*/ 8258 w 63449"/>
                <a:gd name="connsiteY2" fmla="*/ 48926 h 49584"/>
                <a:gd name="connsiteX3" fmla="*/ 61329 w 63449"/>
                <a:gd name="connsiteY3" fmla="*/ 20264 h 4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49" h="49584">
                  <a:moveTo>
                    <a:pt x="43468" y="-658"/>
                  </a:moveTo>
                  <a:cubicBezTo>
                    <a:pt x="29774" y="9471"/>
                    <a:pt x="14296" y="17023"/>
                    <a:pt x="-2120" y="21625"/>
                  </a:cubicBezTo>
                  <a:lnTo>
                    <a:pt x="8258" y="48926"/>
                  </a:lnTo>
                  <a:cubicBezTo>
                    <a:pt x="27477" y="42428"/>
                    <a:pt x="45338" y="32741"/>
                    <a:pt x="61329" y="20264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C6391E06-4F1B-42AA-A56A-22BA63308448}"/>
                </a:ext>
              </a:extLst>
            </p:cNvPr>
            <p:cNvSpPr/>
            <p:nvPr/>
          </p:nvSpPr>
          <p:spPr>
            <a:xfrm>
              <a:off x="2964656" y="-3462315"/>
              <a:ext cx="135119" cy="126299"/>
            </a:xfrm>
            <a:custGeom>
              <a:avLst/>
              <a:gdLst>
                <a:gd name="connsiteX0" fmla="*/ 97534 w 135119"/>
                <a:gd name="connsiteY0" fmla="*/ 93407 h 126299"/>
                <a:gd name="connsiteX1" fmla="*/ 87243 w 135119"/>
                <a:gd name="connsiteY1" fmla="*/ 90175 h 126299"/>
                <a:gd name="connsiteX2" fmla="*/ 34427 w 135119"/>
                <a:gd name="connsiteY2" fmla="*/ 50202 h 126299"/>
                <a:gd name="connsiteX3" fmla="*/ 31365 w 135119"/>
                <a:gd name="connsiteY3" fmla="*/ 40438 h 126299"/>
                <a:gd name="connsiteX4" fmla="*/ 32640 w 135119"/>
                <a:gd name="connsiteY4" fmla="*/ 38720 h 126299"/>
                <a:gd name="connsiteX5" fmla="*/ 48630 w 135119"/>
                <a:gd name="connsiteY5" fmla="*/ 17542 h 126299"/>
                <a:gd name="connsiteX6" fmla="*/ 24645 w 135119"/>
                <a:gd name="connsiteY6" fmla="*/ -658 h 126299"/>
                <a:gd name="connsiteX7" fmla="*/ 4660 w 135119"/>
                <a:gd name="connsiteY7" fmla="*/ 25792 h 126299"/>
                <a:gd name="connsiteX8" fmla="*/ 12228 w 135119"/>
                <a:gd name="connsiteY8" fmla="*/ 66276 h 126299"/>
                <a:gd name="connsiteX9" fmla="*/ 76186 w 135119"/>
                <a:gd name="connsiteY9" fmla="*/ 114669 h 126299"/>
                <a:gd name="connsiteX10" fmla="*/ 100086 w 135119"/>
                <a:gd name="connsiteY10" fmla="*/ 125641 h 126299"/>
                <a:gd name="connsiteX11" fmla="*/ 132999 w 135119"/>
                <a:gd name="connsiteY11" fmla="*/ 102337 h 126299"/>
                <a:gd name="connsiteX12" fmla="*/ 115989 w 135119"/>
                <a:gd name="connsiteY12" fmla="*/ 78098 h 126299"/>
                <a:gd name="connsiteX13" fmla="*/ 97534 w 135119"/>
                <a:gd name="connsiteY13" fmla="*/ 93407 h 12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119" h="126299">
                  <a:moveTo>
                    <a:pt x="97534" y="93407"/>
                  </a:moveTo>
                  <a:cubicBezTo>
                    <a:pt x="93792" y="93926"/>
                    <a:pt x="90048" y="92744"/>
                    <a:pt x="87243" y="90175"/>
                  </a:cubicBezTo>
                  <a:lnTo>
                    <a:pt x="34427" y="50202"/>
                  </a:lnTo>
                  <a:cubicBezTo>
                    <a:pt x="30854" y="48347"/>
                    <a:pt x="29494" y="43976"/>
                    <a:pt x="31365" y="40438"/>
                  </a:cubicBezTo>
                  <a:cubicBezTo>
                    <a:pt x="31705" y="39808"/>
                    <a:pt x="32131" y="39230"/>
                    <a:pt x="32640" y="38720"/>
                  </a:cubicBezTo>
                  <a:lnTo>
                    <a:pt x="48630" y="17542"/>
                  </a:lnTo>
                  <a:lnTo>
                    <a:pt x="24645" y="-658"/>
                  </a:lnTo>
                  <a:lnTo>
                    <a:pt x="4660" y="25792"/>
                  </a:lnTo>
                  <a:cubicBezTo>
                    <a:pt x="-6482" y="40591"/>
                    <a:pt x="-3845" y="54029"/>
                    <a:pt x="12228" y="66276"/>
                  </a:cubicBezTo>
                  <a:lnTo>
                    <a:pt x="76186" y="114669"/>
                  </a:lnTo>
                  <a:cubicBezTo>
                    <a:pt x="82991" y="120470"/>
                    <a:pt x="91240" y="124263"/>
                    <a:pt x="100086" y="125641"/>
                  </a:cubicBezTo>
                  <a:cubicBezTo>
                    <a:pt x="107058" y="125641"/>
                    <a:pt x="118200" y="118071"/>
                    <a:pt x="132999" y="102337"/>
                  </a:cubicBezTo>
                  <a:lnTo>
                    <a:pt x="115989" y="78098"/>
                  </a:lnTo>
                  <a:cubicBezTo>
                    <a:pt x="107399" y="87453"/>
                    <a:pt x="101276" y="92556"/>
                    <a:pt x="97534" y="93407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AE03C4AF-5583-473F-B479-0A2A396FA864}"/>
                </a:ext>
              </a:extLst>
            </p:cNvPr>
            <p:cNvSpPr/>
            <p:nvPr/>
          </p:nvSpPr>
          <p:spPr>
            <a:xfrm>
              <a:off x="3452733" y="-3365869"/>
              <a:ext cx="309157" cy="322679"/>
            </a:xfrm>
            <a:custGeom>
              <a:avLst/>
              <a:gdLst>
                <a:gd name="connsiteX0" fmla="*/ 234830 w 309157"/>
                <a:gd name="connsiteY0" fmla="*/ 321676 h 322679"/>
                <a:gd name="connsiteX1" fmla="*/ 244270 w 309157"/>
                <a:gd name="connsiteY1" fmla="*/ 293354 h 322679"/>
                <a:gd name="connsiteX2" fmla="*/ 35982 w 309157"/>
                <a:gd name="connsiteY2" fmla="*/ 223869 h 322679"/>
                <a:gd name="connsiteX3" fmla="*/ 98410 w 309157"/>
                <a:gd name="connsiteY3" fmla="*/ 36503 h 322679"/>
                <a:gd name="connsiteX4" fmla="*/ 297681 w 309157"/>
                <a:gd name="connsiteY4" fmla="*/ 102927 h 322679"/>
                <a:gd name="connsiteX5" fmla="*/ 307038 w 309157"/>
                <a:gd name="connsiteY5" fmla="*/ 74946 h 322679"/>
                <a:gd name="connsiteX6" fmla="*/ 79188 w 309157"/>
                <a:gd name="connsiteY6" fmla="*/ -1003 h 322679"/>
                <a:gd name="connsiteX7" fmla="*/ -2120 w 309157"/>
                <a:gd name="connsiteY7" fmla="*/ 242665 h 322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9157" h="322679">
                  <a:moveTo>
                    <a:pt x="234830" y="321676"/>
                  </a:moveTo>
                  <a:lnTo>
                    <a:pt x="244270" y="293354"/>
                  </a:lnTo>
                  <a:lnTo>
                    <a:pt x="35982" y="223869"/>
                  </a:lnTo>
                  <a:lnTo>
                    <a:pt x="98410" y="36503"/>
                  </a:lnTo>
                  <a:lnTo>
                    <a:pt x="297681" y="102927"/>
                  </a:lnTo>
                  <a:lnTo>
                    <a:pt x="307038" y="74946"/>
                  </a:lnTo>
                  <a:lnTo>
                    <a:pt x="79188" y="-1003"/>
                  </a:lnTo>
                  <a:lnTo>
                    <a:pt x="-2120" y="24266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C9EC8095-C2CB-4FD3-A0BD-C6F29804EADE}"/>
                </a:ext>
              </a:extLst>
            </p:cNvPr>
            <p:cNvSpPr/>
            <p:nvPr/>
          </p:nvSpPr>
          <p:spPr>
            <a:xfrm>
              <a:off x="3614924" y="-3168127"/>
              <a:ext cx="79352" cy="84029"/>
            </a:xfrm>
            <a:custGeom>
              <a:avLst/>
              <a:gdLst>
                <a:gd name="connsiteX0" fmla="*/ -2120 w 79352"/>
                <a:gd name="connsiteY0" fmla="*/ 16267 h 84029"/>
                <a:gd name="connsiteX1" fmla="*/ 52907 w 79352"/>
                <a:gd name="connsiteY1" fmla="*/ 83371 h 84029"/>
                <a:gd name="connsiteX2" fmla="*/ 77232 w 79352"/>
                <a:gd name="connsiteY2" fmla="*/ 64065 h 84029"/>
                <a:gd name="connsiteX3" fmla="*/ 19909 w 79352"/>
                <a:gd name="connsiteY3" fmla="*/ -658 h 8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52" h="84029">
                  <a:moveTo>
                    <a:pt x="-2120" y="16267"/>
                  </a:moveTo>
                  <a:cubicBezTo>
                    <a:pt x="19142" y="36092"/>
                    <a:pt x="37598" y="58664"/>
                    <a:pt x="52907" y="83371"/>
                  </a:cubicBezTo>
                  <a:lnTo>
                    <a:pt x="77232" y="64065"/>
                  </a:lnTo>
                  <a:cubicBezTo>
                    <a:pt x="60731" y="40336"/>
                    <a:pt x="41426" y="18614"/>
                    <a:pt x="19909" y="-65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FA84A33F-6748-4216-B723-BD4FE30E5770}"/>
                </a:ext>
              </a:extLst>
            </p:cNvPr>
            <p:cNvSpPr/>
            <p:nvPr/>
          </p:nvSpPr>
          <p:spPr>
            <a:xfrm>
              <a:off x="3510993" y="-3308800"/>
              <a:ext cx="211265" cy="174755"/>
            </a:xfrm>
            <a:custGeom>
              <a:avLst/>
              <a:gdLst>
                <a:gd name="connsiteX0" fmla="*/ 142720 w 211265"/>
                <a:gd name="connsiteY0" fmla="*/ 73165 h 174755"/>
                <a:gd name="connsiteX1" fmla="*/ 200129 w 211265"/>
                <a:gd name="connsiteY1" fmla="*/ 92302 h 174755"/>
                <a:gd name="connsiteX2" fmla="*/ 209145 w 211265"/>
                <a:gd name="connsiteY2" fmla="*/ 65426 h 174755"/>
                <a:gd name="connsiteX3" fmla="*/ 103256 w 211265"/>
                <a:gd name="connsiteY3" fmla="*/ 30130 h 174755"/>
                <a:gd name="connsiteX4" fmla="*/ 114653 w 211265"/>
                <a:gd name="connsiteY4" fmla="*/ 15671 h 174755"/>
                <a:gd name="connsiteX5" fmla="*/ 90243 w 211265"/>
                <a:gd name="connsiteY5" fmla="*/ -658 h 174755"/>
                <a:gd name="connsiteX6" fmla="*/ 32666 w 211265"/>
                <a:gd name="connsiteY6" fmla="*/ 44673 h 174755"/>
                <a:gd name="connsiteX7" fmla="*/ 47803 w 211265"/>
                <a:gd name="connsiteY7" fmla="*/ 72060 h 174755"/>
                <a:gd name="connsiteX8" fmla="*/ 80463 w 211265"/>
                <a:gd name="connsiteY8" fmla="*/ 52413 h 174755"/>
                <a:gd name="connsiteX9" fmla="*/ 114483 w 211265"/>
                <a:gd name="connsiteY9" fmla="*/ 63725 h 174755"/>
                <a:gd name="connsiteX10" fmla="*/ 110827 w 211265"/>
                <a:gd name="connsiteY10" fmla="*/ 74781 h 174755"/>
                <a:gd name="connsiteX11" fmla="*/ 102915 w 211265"/>
                <a:gd name="connsiteY11" fmla="*/ 91791 h 174755"/>
                <a:gd name="connsiteX12" fmla="*/ 25862 w 211265"/>
                <a:gd name="connsiteY12" fmla="*/ 66276 h 174755"/>
                <a:gd name="connsiteX13" fmla="*/ 16676 w 211265"/>
                <a:gd name="connsiteY13" fmla="*/ 94002 h 174755"/>
                <a:gd name="connsiteX14" fmla="*/ 85737 w 211265"/>
                <a:gd name="connsiteY14" fmla="*/ 117051 h 174755"/>
                <a:gd name="connsiteX15" fmla="*/ 72980 w 211265"/>
                <a:gd name="connsiteY15" fmla="*/ 128788 h 174755"/>
                <a:gd name="connsiteX16" fmla="*/ -2120 w 211265"/>
                <a:gd name="connsiteY16" fmla="*/ 143757 h 174755"/>
                <a:gd name="connsiteX17" fmla="*/ 5704 w 211265"/>
                <a:gd name="connsiteY17" fmla="*/ 174034 h 174755"/>
                <a:gd name="connsiteX18" fmla="*/ 88713 w 211265"/>
                <a:gd name="connsiteY18" fmla="*/ 155153 h 174755"/>
                <a:gd name="connsiteX19" fmla="*/ 116524 w 211265"/>
                <a:gd name="connsiteY19" fmla="*/ 127342 h 174755"/>
                <a:gd name="connsiteX20" fmla="*/ 198088 w 211265"/>
                <a:gd name="connsiteY20" fmla="*/ 154473 h 174755"/>
                <a:gd name="connsiteX21" fmla="*/ 207357 w 211265"/>
                <a:gd name="connsiteY21" fmla="*/ 126747 h 174755"/>
                <a:gd name="connsiteX22" fmla="*/ 131493 w 211265"/>
                <a:gd name="connsiteY22" fmla="*/ 101232 h 174755"/>
                <a:gd name="connsiteX23" fmla="*/ 139147 w 211265"/>
                <a:gd name="connsiteY23" fmla="*/ 84222 h 17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1265" h="174755">
                  <a:moveTo>
                    <a:pt x="142720" y="73165"/>
                  </a:moveTo>
                  <a:lnTo>
                    <a:pt x="200129" y="92302"/>
                  </a:lnTo>
                  <a:lnTo>
                    <a:pt x="209145" y="65426"/>
                  </a:lnTo>
                  <a:lnTo>
                    <a:pt x="103256" y="30130"/>
                  </a:lnTo>
                  <a:cubicBezTo>
                    <a:pt x="106915" y="25707"/>
                    <a:pt x="110741" y="20944"/>
                    <a:pt x="114653" y="15671"/>
                  </a:cubicBezTo>
                  <a:lnTo>
                    <a:pt x="90243" y="-658"/>
                  </a:lnTo>
                  <a:cubicBezTo>
                    <a:pt x="75191" y="19048"/>
                    <a:pt x="55374" y="34638"/>
                    <a:pt x="32666" y="44673"/>
                  </a:cubicBezTo>
                  <a:lnTo>
                    <a:pt x="47803" y="72060"/>
                  </a:lnTo>
                  <a:cubicBezTo>
                    <a:pt x="59541" y="67127"/>
                    <a:pt x="70598" y="60510"/>
                    <a:pt x="80463" y="52413"/>
                  </a:cubicBezTo>
                  <a:lnTo>
                    <a:pt x="114483" y="63725"/>
                  </a:lnTo>
                  <a:lnTo>
                    <a:pt x="110827" y="74781"/>
                  </a:lnTo>
                  <a:cubicBezTo>
                    <a:pt x="108530" y="80607"/>
                    <a:pt x="105893" y="86288"/>
                    <a:pt x="102915" y="91791"/>
                  </a:cubicBezTo>
                  <a:lnTo>
                    <a:pt x="25862" y="66276"/>
                  </a:lnTo>
                  <a:lnTo>
                    <a:pt x="16676" y="94002"/>
                  </a:lnTo>
                  <a:lnTo>
                    <a:pt x="85737" y="117051"/>
                  </a:lnTo>
                  <a:cubicBezTo>
                    <a:pt x="81823" y="121338"/>
                    <a:pt x="77571" y="125258"/>
                    <a:pt x="72980" y="128788"/>
                  </a:cubicBezTo>
                  <a:cubicBezTo>
                    <a:pt x="57159" y="139589"/>
                    <a:pt x="32240" y="144437"/>
                    <a:pt x="-2120" y="143757"/>
                  </a:cubicBezTo>
                  <a:lnTo>
                    <a:pt x="5704" y="174034"/>
                  </a:lnTo>
                  <a:cubicBezTo>
                    <a:pt x="41001" y="174800"/>
                    <a:pt x="68557" y="168506"/>
                    <a:pt x="88713" y="155153"/>
                  </a:cubicBezTo>
                  <a:cubicBezTo>
                    <a:pt x="99429" y="147431"/>
                    <a:pt x="108785" y="138041"/>
                    <a:pt x="116524" y="127342"/>
                  </a:cubicBezTo>
                  <a:lnTo>
                    <a:pt x="198088" y="154473"/>
                  </a:lnTo>
                  <a:lnTo>
                    <a:pt x="207357" y="126747"/>
                  </a:lnTo>
                  <a:lnTo>
                    <a:pt x="131493" y="101232"/>
                  </a:lnTo>
                  <a:cubicBezTo>
                    <a:pt x="134215" y="95788"/>
                    <a:pt x="136767" y="90090"/>
                    <a:pt x="139147" y="84222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45F37F85-2ABC-4607-9CBD-4CD889341118}"/>
                </a:ext>
              </a:extLst>
            </p:cNvPr>
            <p:cNvSpPr/>
            <p:nvPr/>
          </p:nvSpPr>
          <p:spPr>
            <a:xfrm>
              <a:off x="4136537" y="-3181140"/>
              <a:ext cx="160403" cy="205310"/>
            </a:xfrm>
            <a:custGeom>
              <a:avLst/>
              <a:gdLst>
                <a:gd name="connsiteX0" fmla="*/ 158283 w 160403"/>
                <a:gd name="connsiteY0" fmla="*/ -658 h 205310"/>
                <a:gd name="connsiteX1" fmla="*/ -2120 w 160403"/>
                <a:gd name="connsiteY1" fmla="*/ 1893 h 205310"/>
                <a:gd name="connsiteX2" fmla="*/ -2120 w 160403"/>
                <a:gd name="connsiteY2" fmla="*/ 31150 h 205310"/>
                <a:gd name="connsiteX3" fmla="*/ 116950 w 160403"/>
                <a:gd name="connsiteY3" fmla="*/ 29194 h 205310"/>
                <a:gd name="connsiteX4" fmla="*/ 66939 w 160403"/>
                <a:gd name="connsiteY4" fmla="*/ 64915 h 205310"/>
                <a:gd name="connsiteX5" fmla="*/ 66939 w 160403"/>
                <a:gd name="connsiteY5" fmla="*/ 162553 h 205310"/>
                <a:gd name="connsiteX6" fmla="*/ 55374 w 160403"/>
                <a:gd name="connsiteY6" fmla="*/ 177666 h 205310"/>
                <a:gd name="connsiteX7" fmla="*/ 52056 w 160403"/>
                <a:gd name="connsiteY7" fmla="*/ 177692 h 205310"/>
                <a:gd name="connsiteX8" fmla="*/ 19566 w 160403"/>
                <a:gd name="connsiteY8" fmla="*/ 177266 h 205310"/>
                <a:gd name="connsiteX9" fmla="*/ 27137 w 160403"/>
                <a:gd name="connsiteY9" fmla="*/ 204653 h 205310"/>
                <a:gd name="connsiteX10" fmla="*/ 64387 w 160403"/>
                <a:gd name="connsiteY10" fmla="*/ 204057 h 205310"/>
                <a:gd name="connsiteX11" fmla="*/ 97729 w 160403"/>
                <a:gd name="connsiteY11" fmla="*/ 171313 h 205310"/>
                <a:gd name="connsiteX12" fmla="*/ 97729 w 160403"/>
                <a:gd name="connsiteY12" fmla="*/ 79119 h 205310"/>
                <a:gd name="connsiteX13" fmla="*/ 158198 w 160403"/>
                <a:gd name="connsiteY13" fmla="*/ 28599 h 2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03" h="205310">
                  <a:moveTo>
                    <a:pt x="158283" y="-658"/>
                  </a:moveTo>
                  <a:lnTo>
                    <a:pt x="-2120" y="1893"/>
                  </a:lnTo>
                  <a:lnTo>
                    <a:pt x="-2120" y="31150"/>
                  </a:lnTo>
                  <a:lnTo>
                    <a:pt x="116950" y="29194"/>
                  </a:lnTo>
                  <a:cubicBezTo>
                    <a:pt x="101385" y="42547"/>
                    <a:pt x="84630" y="54496"/>
                    <a:pt x="66939" y="64915"/>
                  </a:cubicBezTo>
                  <a:lnTo>
                    <a:pt x="66939" y="162553"/>
                  </a:lnTo>
                  <a:cubicBezTo>
                    <a:pt x="67961" y="169909"/>
                    <a:pt x="62772" y="176671"/>
                    <a:pt x="55374" y="177666"/>
                  </a:cubicBezTo>
                  <a:cubicBezTo>
                    <a:pt x="54267" y="177811"/>
                    <a:pt x="53162" y="177819"/>
                    <a:pt x="52056" y="177692"/>
                  </a:cubicBezTo>
                  <a:cubicBezTo>
                    <a:pt x="40490" y="177692"/>
                    <a:pt x="29774" y="177692"/>
                    <a:pt x="19566" y="177266"/>
                  </a:cubicBezTo>
                  <a:lnTo>
                    <a:pt x="27137" y="204653"/>
                  </a:lnTo>
                  <a:lnTo>
                    <a:pt x="64387" y="204057"/>
                  </a:lnTo>
                  <a:cubicBezTo>
                    <a:pt x="86416" y="204057"/>
                    <a:pt x="97729" y="192745"/>
                    <a:pt x="97729" y="171313"/>
                  </a:cubicBezTo>
                  <a:lnTo>
                    <a:pt x="97729" y="79119"/>
                  </a:lnTo>
                  <a:cubicBezTo>
                    <a:pt x="119332" y="64082"/>
                    <a:pt x="139572" y="47174"/>
                    <a:pt x="158198" y="28599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40E51405-5656-4407-AB88-752BED05ED56}"/>
                </a:ext>
              </a:extLst>
            </p:cNvPr>
            <p:cNvSpPr/>
            <p:nvPr/>
          </p:nvSpPr>
          <p:spPr>
            <a:xfrm>
              <a:off x="4040089" y="-3255984"/>
              <a:ext cx="269523" cy="280069"/>
            </a:xfrm>
            <a:custGeom>
              <a:avLst/>
              <a:gdLst>
                <a:gd name="connsiteX0" fmla="*/ 175634 w 269523"/>
                <a:gd name="connsiteY0" fmla="*/ 23156 h 280069"/>
                <a:gd name="connsiteX1" fmla="*/ 168661 w 269523"/>
                <a:gd name="connsiteY1" fmla="*/ -658 h 280069"/>
                <a:gd name="connsiteX2" fmla="*/ 136767 w 269523"/>
                <a:gd name="connsiteY2" fmla="*/ 5210 h 280069"/>
                <a:gd name="connsiteX3" fmla="*/ 145272 w 269523"/>
                <a:gd name="connsiteY3" fmla="*/ 23581 h 280069"/>
                <a:gd name="connsiteX4" fmla="*/ 46188 w 269523"/>
                <a:gd name="connsiteY4" fmla="*/ 25197 h 280069"/>
                <a:gd name="connsiteX5" fmla="*/ 46188 w 269523"/>
                <a:gd name="connsiteY5" fmla="*/ 105739 h 280069"/>
                <a:gd name="connsiteX6" fmla="*/ 23735 w 269523"/>
                <a:gd name="connsiteY6" fmla="*/ 54709 h 280069"/>
                <a:gd name="connsiteX7" fmla="*/ -1780 w 269523"/>
                <a:gd name="connsiteY7" fmla="*/ 65595 h 280069"/>
                <a:gd name="connsiteX8" fmla="*/ 23735 w 269523"/>
                <a:gd name="connsiteY8" fmla="*/ 122749 h 280069"/>
                <a:gd name="connsiteX9" fmla="*/ 46443 w 269523"/>
                <a:gd name="connsiteY9" fmla="*/ 112203 h 280069"/>
                <a:gd name="connsiteX10" fmla="*/ 46443 w 269523"/>
                <a:gd name="connsiteY10" fmla="*/ 126576 h 280069"/>
                <a:gd name="connsiteX11" fmla="*/ 46443 w 269523"/>
                <a:gd name="connsiteY11" fmla="*/ 135507 h 280069"/>
                <a:gd name="connsiteX12" fmla="*/ -2120 w 269523"/>
                <a:gd name="connsiteY12" fmla="*/ 167315 h 280069"/>
                <a:gd name="connsiteX13" fmla="*/ 7151 w 269523"/>
                <a:gd name="connsiteY13" fmla="*/ 197338 h 280069"/>
                <a:gd name="connsiteX14" fmla="*/ 43806 w 269523"/>
                <a:gd name="connsiteY14" fmla="*/ 169867 h 280069"/>
                <a:gd name="connsiteX15" fmla="*/ 15997 w 269523"/>
                <a:gd name="connsiteY15" fmla="*/ 258659 h 280069"/>
                <a:gd name="connsiteX16" fmla="*/ 39894 w 269523"/>
                <a:gd name="connsiteY16" fmla="*/ 279411 h 280069"/>
                <a:gd name="connsiteX17" fmla="*/ 77741 w 269523"/>
                <a:gd name="connsiteY17" fmla="*/ 126321 h 280069"/>
                <a:gd name="connsiteX18" fmla="*/ 77741 w 269523"/>
                <a:gd name="connsiteY18" fmla="*/ 55304 h 280069"/>
                <a:gd name="connsiteX19" fmla="*/ 267403 w 269523"/>
                <a:gd name="connsiteY19" fmla="*/ 52243 h 280069"/>
                <a:gd name="connsiteX20" fmla="*/ 267403 w 269523"/>
                <a:gd name="connsiteY20" fmla="*/ 21795 h 28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69523" h="280069">
                  <a:moveTo>
                    <a:pt x="175634" y="23156"/>
                  </a:moveTo>
                  <a:cubicBezTo>
                    <a:pt x="173169" y="14651"/>
                    <a:pt x="171128" y="6146"/>
                    <a:pt x="168661" y="-658"/>
                  </a:cubicBezTo>
                  <a:lnTo>
                    <a:pt x="136767" y="5210"/>
                  </a:lnTo>
                  <a:cubicBezTo>
                    <a:pt x="139998" y="11138"/>
                    <a:pt x="142891" y="17279"/>
                    <a:pt x="145272" y="23581"/>
                  </a:cubicBezTo>
                  <a:lnTo>
                    <a:pt x="46188" y="25197"/>
                  </a:lnTo>
                  <a:lnTo>
                    <a:pt x="46188" y="105739"/>
                  </a:lnTo>
                  <a:cubicBezTo>
                    <a:pt x="40064" y="88168"/>
                    <a:pt x="32496" y="71107"/>
                    <a:pt x="23735" y="54709"/>
                  </a:cubicBezTo>
                  <a:lnTo>
                    <a:pt x="-1780" y="65595"/>
                  </a:lnTo>
                  <a:cubicBezTo>
                    <a:pt x="8341" y="83898"/>
                    <a:pt x="16846" y="103018"/>
                    <a:pt x="23735" y="122749"/>
                  </a:cubicBezTo>
                  <a:lnTo>
                    <a:pt x="46443" y="112203"/>
                  </a:lnTo>
                  <a:lnTo>
                    <a:pt x="46443" y="126576"/>
                  </a:lnTo>
                  <a:cubicBezTo>
                    <a:pt x="46443" y="129213"/>
                    <a:pt x="46443" y="132190"/>
                    <a:pt x="46443" y="135507"/>
                  </a:cubicBezTo>
                  <a:cubicBezTo>
                    <a:pt x="31134" y="147431"/>
                    <a:pt x="14890" y="158070"/>
                    <a:pt x="-2120" y="167315"/>
                  </a:cubicBezTo>
                  <a:lnTo>
                    <a:pt x="7151" y="197338"/>
                  </a:lnTo>
                  <a:cubicBezTo>
                    <a:pt x="19909" y="188969"/>
                    <a:pt x="32155" y="179801"/>
                    <a:pt x="43806" y="169867"/>
                  </a:cubicBezTo>
                  <a:cubicBezTo>
                    <a:pt x="41086" y="201131"/>
                    <a:pt x="31644" y="231435"/>
                    <a:pt x="15997" y="258659"/>
                  </a:cubicBezTo>
                  <a:lnTo>
                    <a:pt x="39894" y="279411"/>
                  </a:lnTo>
                  <a:cubicBezTo>
                    <a:pt x="63964" y="240884"/>
                    <a:pt x="76636" y="189598"/>
                    <a:pt x="77741" y="126321"/>
                  </a:cubicBezTo>
                  <a:lnTo>
                    <a:pt x="77741" y="55304"/>
                  </a:lnTo>
                  <a:lnTo>
                    <a:pt x="267403" y="52243"/>
                  </a:lnTo>
                  <a:lnTo>
                    <a:pt x="267403" y="2179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FD66EDF6-1B1B-461B-BE04-6482436E2FF5}"/>
                </a:ext>
              </a:extLst>
            </p:cNvPr>
            <p:cNvSpPr/>
            <p:nvPr/>
          </p:nvSpPr>
          <p:spPr>
            <a:xfrm>
              <a:off x="4703054" y="-3371312"/>
              <a:ext cx="198762" cy="297249"/>
            </a:xfrm>
            <a:custGeom>
              <a:avLst/>
              <a:gdLst>
                <a:gd name="connsiteX0" fmla="*/ 184649 w 198762"/>
                <a:gd name="connsiteY0" fmla="*/ 122324 h 297249"/>
                <a:gd name="connsiteX1" fmla="*/ 174955 w 198762"/>
                <a:gd name="connsiteY1" fmla="*/ 93832 h 297249"/>
                <a:gd name="connsiteX2" fmla="*/ 144421 w 198762"/>
                <a:gd name="connsiteY2" fmla="*/ 104208 h 297249"/>
                <a:gd name="connsiteX3" fmla="*/ 120777 w 198762"/>
                <a:gd name="connsiteY3" fmla="*/ 34722 h 297249"/>
                <a:gd name="connsiteX4" fmla="*/ 143401 w 198762"/>
                <a:gd name="connsiteY4" fmla="*/ 26983 h 297249"/>
                <a:gd name="connsiteX5" fmla="*/ 133960 w 198762"/>
                <a:gd name="connsiteY5" fmla="*/ -658 h 297249"/>
                <a:gd name="connsiteX6" fmla="*/ -2120 w 198762"/>
                <a:gd name="connsiteY6" fmla="*/ 45694 h 297249"/>
                <a:gd name="connsiteX7" fmla="*/ 7321 w 198762"/>
                <a:gd name="connsiteY7" fmla="*/ 73420 h 297249"/>
                <a:gd name="connsiteX8" fmla="*/ 28754 w 198762"/>
                <a:gd name="connsiteY8" fmla="*/ 66106 h 297249"/>
                <a:gd name="connsiteX9" fmla="*/ 52398 w 198762"/>
                <a:gd name="connsiteY9" fmla="*/ 135592 h 297249"/>
                <a:gd name="connsiteX10" fmla="*/ 24757 w 198762"/>
                <a:gd name="connsiteY10" fmla="*/ 144947 h 297249"/>
                <a:gd name="connsiteX11" fmla="*/ 34452 w 198762"/>
                <a:gd name="connsiteY11" fmla="*/ 173524 h 297249"/>
                <a:gd name="connsiteX12" fmla="*/ 61838 w 198762"/>
                <a:gd name="connsiteY12" fmla="*/ 164168 h 297249"/>
                <a:gd name="connsiteX13" fmla="*/ 54863 w 198762"/>
                <a:gd name="connsiteY13" fmla="*/ 284429 h 297249"/>
                <a:gd name="connsiteX14" fmla="*/ 83866 w 198762"/>
                <a:gd name="connsiteY14" fmla="*/ 296591 h 297249"/>
                <a:gd name="connsiteX15" fmla="*/ 90671 w 198762"/>
                <a:gd name="connsiteY15" fmla="*/ 154388 h 297249"/>
                <a:gd name="connsiteX16" fmla="*/ 125966 w 198762"/>
                <a:gd name="connsiteY16" fmla="*/ 142396 h 297249"/>
                <a:gd name="connsiteX17" fmla="*/ 168065 w 198762"/>
                <a:gd name="connsiteY17" fmla="*/ 266399 h 297249"/>
                <a:gd name="connsiteX18" fmla="*/ 196643 w 198762"/>
                <a:gd name="connsiteY18" fmla="*/ 256703 h 297249"/>
                <a:gd name="connsiteX19" fmla="*/ 154118 w 198762"/>
                <a:gd name="connsiteY19" fmla="*/ 132700 h 297249"/>
                <a:gd name="connsiteX20" fmla="*/ 80889 w 198762"/>
                <a:gd name="connsiteY20" fmla="*/ 125811 h 297249"/>
                <a:gd name="connsiteX21" fmla="*/ 57245 w 198762"/>
                <a:gd name="connsiteY21" fmla="*/ 56325 h 297249"/>
                <a:gd name="connsiteX22" fmla="*/ 92286 w 198762"/>
                <a:gd name="connsiteY22" fmla="*/ 44418 h 297249"/>
                <a:gd name="connsiteX23" fmla="*/ 115930 w 198762"/>
                <a:gd name="connsiteY23" fmla="*/ 113904 h 297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8762" h="297249">
                  <a:moveTo>
                    <a:pt x="184649" y="122324"/>
                  </a:moveTo>
                  <a:lnTo>
                    <a:pt x="174955" y="93832"/>
                  </a:lnTo>
                  <a:lnTo>
                    <a:pt x="144421" y="104208"/>
                  </a:lnTo>
                  <a:lnTo>
                    <a:pt x="120777" y="34722"/>
                  </a:lnTo>
                  <a:lnTo>
                    <a:pt x="143401" y="26983"/>
                  </a:lnTo>
                  <a:lnTo>
                    <a:pt x="133960" y="-658"/>
                  </a:lnTo>
                  <a:lnTo>
                    <a:pt x="-2120" y="45694"/>
                  </a:lnTo>
                  <a:lnTo>
                    <a:pt x="7321" y="73420"/>
                  </a:lnTo>
                  <a:lnTo>
                    <a:pt x="28754" y="66106"/>
                  </a:lnTo>
                  <a:lnTo>
                    <a:pt x="52398" y="135592"/>
                  </a:lnTo>
                  <a:lnTo>
                    <a:pt x="24757" y="144947"/>
                  </a:lnTo>
                  <a:lnTo>
                    <a:pt x="34452" y="173524"/>
                  </a:lnTo>
                  <a:lnTo>
                    <a:pt x="61838" y="164168"/>
                  </a:lnTo>
                  <a:cubicBezTo>
                    <a:pt x="75872" y="212987"/>
                    <a:pt x="73405" y="252876"/>
                    <a:pt x="54863" y="284429"/>
                  </a:cubicBezTo>
                  <a:lnTo>
                    <a:pt x="83866" y="296591"/>
                  </a:lnTo>
                  <a:cubicBezTo>
                    <a:pt x="104533" y="259339"/>
                    <a:pt x="107000" y="211541"/>
                    <a:pt x="90671" y="154388"/>
                  </a:cubicBezTo>
                  <a:lnTo>
                    <a:pt x="125966" y="142396"/>
                  </a:lnTo>
                  <a:lnTo>
                    <a:pt x="168065" y="266399"/>
                  </a:lnTo>
                  <a:lnTo>
                    <a:pt x="196643" y="256703"/>
                  </a:lnTo>
                  <a:lnTo>
                    <a:pt x="154118" y="132700"/>
                  </a:lnTo>
                  <a:close/>
                  <a:moveTo>
                    <a:pt x="80889" y="125811"/>
                  </a:moveTo>
                  <a:lnTo>
                    <a:pt x="57245" y="56325"/>
                  </a:lnTo>
                  <a:lnTo>
                    <a:pt x="92286" y="44418"/>
                  </a:lnTo>
                  <a:lnTo>
                    <a:pt x="115930" y="113904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40BAE2E3-B12C-4180-872D-814AE4658D90}"/>
                </a:ext>
              </a:extLst>
            </p:cNvPr>
            <p:cNvSpPr/>
            <p:nvPr/>
          </p:nvSpPr>
          <p:spPr>
            <a:xfrm>
              <a:off x="4592914" y="-3320452"/>
              <a:ext cx="167207" cy="267142"/>
            </a:xfrm>
            <a:custGeom>
              <a:avLst/>
              <a:gdLst>
                <a:gd name="connsiteX0" fmla="*/ 165087 w 167207"/>
                <a:gd name="connsiteY0" fmla="*/ 221067 h 267142"/>
                <a:gd name="connsiteX1" fmla="*/ 119076 w 167207"/>
                <a:gd name="connsiteY1" fmla="*/ 85838 h 267142"/>
                <a:gd name="connsiteX2" fmla="*/ 69153 w 167207"/>
                <a:gd name="connsiteY2" fmla="*/ 102848 h 267142"/>
                <a:gd name="connsiteX3" fmla="*/ 65494 w 167207"/>
                <a:gd name="connsiteY3" fmla="*/ 42037 h 267142"/>
                <a:gd name="connsiteX4" fmla="*/ 108019 w 167207"/>
                <a:gd name="connsiteY4" fmla="*/ 27578 h 267142"/>
                <a:gd name="connsiteX5" fmla="*/ 98410 w 167207"/>
                <a:gd name="connsiteY5" fmla="*/ -658 h 267142"/>
                <a:gd name="connsiteX6" fmla="*/ -2120 w 167207"/>
                <a:gd name="connsiteY6" fmla="*/ 33362 h 267142"/>
                <a:gd name="connsiteX7" fmla="*/ 7492 w 167207"/>
                <a:gd name="connsiteY7" fmla="*/ 61598 h 267142"/>
                <a:gd name="connsiteX8" fmla="*/ 37683 w 167207"/>
                <a:gd name="connsiteY8" fmla="*/ 51307 h 267142"/>
                <a:gd name="connsiteX9" fmla="*/ 31134 w 167207"/>
                <a:gd name="connsiteY9" fmla="*/ 163573 h 267142"/>
                <a:gd name="connsiteX10" fmla="*/ 55289 w 167207"/>
                <a:gd name="connsiteY10" fmla="*/ 183645 h 267142"/>
                <a:gd name="connsiteX11" fmla="*/ 61327 w 167207"/>
                <a:gd name="connsiteY11" fmla="*/ 161787 h 267142"/>
                <a:gd name="connsiteX12" fmla="*/ 96962 w 167207"/>
                <a:gd name="connsiteY12" fmla="*/ 266484 h 267142"/>
                <a:gd name="connsiteX13" fmla="*/ 124095 w 167207"/>
                <a:gd name="connsiteY13" fmla="*/ 257298 h 267142"/>
                <a:gd name="connsiteX14" fmla="*/ 117290 w 167207"/>
                <a:gd name="connsiteY14" fmla="*/ 237227 h 267142"/>
                <a:gd name="connsiteX15" fmla="*/ 80037 w 167207"/>
                <a:gd name="connsiteY15" fmla="*/ 128108 h 267142"/>
                <a:gd name="connsiteX16" fmla="*/ 100962 w 167207"/>
                <a:gd name="connsiteY16" fmla="*/ 121048 h 267142"/>
                <a:gd name="connsiteX17" fmla="*/ 129367 w 167207"/>
                <a:gd name="connsiteY17" fmla="*/ 204653 h 267142"/>
                <a:gd name="connsiteX18" fmla="*/ 108445 w 167207"/>
                <a:gd name="connsiteY18" fmla="*/ 211712 h 26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207" h="267142">
                  <a:moveTo>
                    <a:pt x="165087" y="221067"/>
                  </a:moveTo>
                  <a:lnTo>
                    <a:pt x="119076" y="85838"/>
                  </a:lnTo>
                  <a:lnTo>
                    <a:pt x="69153" y="102848"/>
                  </a:lnTo>
                  <a:cubicBezTo>
                    <a:pt x="69662" y="82512"/>
                    <a:pt x="68472" y="62168"/>
                    <a:pt x="65494" y="42037"/>
                  </a:cubicBezTo>
                  <a:lnTo>
                    <a:pt x="108019" y="27578"/>
                  </a:lnTo>
                  <a:lnTo>
                    <a:pt x="98410" y="-658"/>
                  </a:lnTo>
                  <a:lnTo>
                    <a:pt x="-2120" y="33362"/>
                  </a:lnTo>
                  <a:lnTo>
                    <a:pt x="7492" y="61598"/>
                  </a:lnTo>
                  <a:lnTo>
                    <a:pt x="37683" y="51307"/>
                  </a:lnTo>
                  <a:cubicBezTo>
                    <a:pt x="43212" y="88780"/>
                    <a:pt x="41001" y="126993"/>
                    <a:pt x="31134" y="163573"/>
                  </a:cubicBezTo>
                  <a:lnTo>
                    <a:pt x="55289" y="183645"/>
                  </a:lnTo>
                  <a:cubicBezTo>
                    <a:pt x="57330" y="176671"/>
                    <a:pt x="59541" y="169272"/>
                    <a:pt x="61327" y="161787"/>
                  </a:cubicBezTo>
                  <a:lnTo>
                    <a:pt x="96962" y="266484"/>
                  </a:lnTo>
                  <a:lnTo>
                    <a:pt x="124095" y="257298"/>
                  </a:lnTo>
                  <a:lnTo>
                    <a:pt x="117290" y="237227"/>
                  </a:lnTo>
                  <a:close/>
                  <a:moveTo>
                    <a:pt x="80037" y="128108"/>
                  </a:moveTo>
                  <a:lnTo>
                    <a:pt x="100962" y="121048"/>
                  </a:lnTo>
                  <a:lnTo>
                    <a:pt x="129367" y="204653"/>
                  </a:lnTo>
                  <a:lnTo>
                    <a:pt x="108445" y="211712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DA3AC5FC-1899-4B31-800F-AACD95662F66}"/>
                </a:ext>
              </a:extLst>
            </p:cNvPr>
            <p:cNvSpPr/>
            <p:nvPr/>
          </p:nvSpPr>
          <p:spPr>
            <a:xfrm>
              <a:off x="5250266" y="-3575117"/>
              <a:ext cx="102230" cy="38043"/>
            </a:xfrm>
            <a:custGeom>
              <a:avLst/>
              <a:gdLst>
                <a:gd name="connsiteX0" fmla="*/ -164 w 102230"/>
                <a:gd name="connsiteY0" fmla="*/ 37385 h 38043"/>
                <a:gd name="connsiteX1" fmla="*/ 100110 w 102230"/>
                <a:gd name="connsiteY1" fmla="*/ 30411 h 38043"/>
                <a:gd name="connsiteX2" fmla="*/ 97814 w 102230"/>
                <a:gd name="connsiteY2" fmla="*/ -548 h 38043"/>
                <a:gd name="connsiteX3" fmla="*/ -2120 w 102230"/>
                <a:gd name="connsiteY3" fmla="*/ 9233 h 3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30" h="38043">
                  <a:moveTo>
                    <a:pt x="-164" y="37385"/>
                  </a:moveTo>
                  <a:cubicBezTo>
                    <a:pt x="32834" y="30674"/>
                    <a:pt x="66516" y="28335"/>
                    <a:pt x="100110" y="30411"/>
                  </a:cubicBezTo>
                  <a:lnTo>
                    <a:pt x="97814" y="-548"/>
                  </a:lnTo>
                  <a:cubicBezTo>
                    <a:pt x="64219" y="-1321"/>
                    <a:pt x="30708" y="1961"/>
                    <a:pt x="-2120" y="9233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04B6F671-8025-4F81-943A-0E27D99D4C57}"/>
                </a:ext>
              </a:extLst>
            </p:cNvPr>
            <p:cNvSpPr/>
            <p:nvPr/>
          </p:nvSpPr>
          <p:spPr>
            <a:xfrm>
              <a:off x="5103725" y="-3650616"/>
              <a:ext cx="237288" cy="202929"/>
            </a:xfrm>
            <a:custGeom>
              <a:avLst/>
              <a:gdLst>
                <a:gd name="connsiteX0" fmla="*/ 39979 w 237288"/>
                <a:gd name="connsiteY0" fmla="*/ 154643 h 202929"/>
                <a:gd name="connsiteX1" fmla="*/ 188647 w 237288"/>
                <a:gd name="connsiteY1" fmla="*/ 40591 h 202929"/>
                <a:gd name="connsiteX2" fmla="*/ 210590 w 237288"/>
                <a:gd name="connsiteY2" fmla="*/ 69253 h 202929"/>
                <a:gd name="connsiteX3" fmla="*/ 235169 w 237288"/>
                <a:gd name="connsiteY3" fmla="*/ 50372 h 202929"/>
                <a:gd name="connsiteX4" fmla="*/ 195877 w 237288"/>
                <a:gd name="connsiteY4" fmla="*/ -658 h 202929"/>
                <a:gd name="connsiteX5" fmla="*/ 109720 w 237288"/>
                <a:gd name="connsiteY5" fmla="*/ 65426 h 202929"/>
                <a:gd name="connsiteX6" fmla="*/ 85820 w 237288"/>
                <a:gd name="connsiteY6" fmla="*/ 50967 h 202929"/>
                <a:gd name="connsiteX7" fmla="*/ 61667 w 237288"/>
                <a:gd name="connsiteY7" fmla="*/ 76482 h 202929"/>
                <a:gd name="connsiteX8" fmla="*/ 82930 w 237288"/>
                <a:gd name="connsiteY8" fmla="*/ 86093 h 202929"/>
                <a:gd name="connsiteX9" fmla="*/ -2120 w 237288"/>
                <a:gd name="connsiteY9" fmla="*/ 151241 h 202929"/>
                <a:gd name="connsiteX10" fmla="*/ 37087 w 237288"/>
                <a:gd name="connsiteY10" fmla="*/ 202271 h 202929"/>
                <a:gd name="connsiteX11" fmla="*/ 61667 w 237288"/>
                <a:gd name="connsiteY11" fmla="*/ 183390 h 2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7288" h="202929">
                  <a:moveTo>
                    <a:pt x="39979" y="154643"/>
                  </a:moveTo>
                  <a:lnTo>
                    <a:pt x="188647" y="40591"/>
                  </a:lnTo>
                  <a:lnTo>
                    <a:pt x="210590" y="69253"/>
                  </a:lnTo>
                  <a:lnTo>
                    <a:pt x="235169" y="50372"/>
                  </a:lnTo>
                  <a:lnTo>
                    <a:pt x="195877" y="-658"/>
                  </a:lnTo>
                  <a:lnTo>
                    <a:pt x="109720" y="65426"/>
                  </a:lnTo>
                  <a:cubicBezTo>
                    <a:pt x="101981" y="60204"/>
                    <a:pt x="93987" y="55381"/>
                    <a:pt x="85820" y="50967"/>
                  </a:cubicBezTo>
                  <a:lnTo>
                    <a:pt x="61667" y="76482"/>
                  </a:lnTo>
                  <a:cubicBezTo>
                    <a:pt x="68725" y="79289"/>
                    <a:pt x="75700" y="82606"/>
                    <a:pt x="82930" y="86093"/>
                  </a:cubicBezTo>
                  <a:lnTo>
                    <a:pt x="-2120" y="151241"/>
                  </a:lnTo>
                  <a:lnTo>
                    <a:pt x="37087" y="202271"/>
                  </a:lnTo>
                  <a:lnTo>
                    <a:pt x="61667" y="183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4BFCA719-3721-4C62-A07D-189195F64764}"/>
                </a:ext>
              </a:extLst>
            </p:cNvPr>
            <p:cNvSpPr/>
            <p:nvPr/>
          </p:nvSpPr>
          <p:spPr>
            <a:xfrm>
              <a:off x="5159772" y="-3526018"/>
              <a:ext cx="65575" cy="107843"/>
            </a:xfrm>
            <a:custGeom>
              <a:avLst/>
              <a:gdLst>
                <a:gd name="connsiteX0" fmla="*/ 63455 w 65575"/>
                <a:gd name="connsiteY0" fmla="*/ 5210 h 107843"/>
                <a:gd name="connsiteX1" fmla="*/ 35303 w 65575"/>
                <a:gd name="connsiteY1" fmla="*/ -658 h 107843"/>
                <a:gd name="connsiteX2" fmla="*/ -2120 w 65575"/>
                <a:gd name="connsiteY2" fmla="*/ 92897 h 107843"/>
                <a:gd name="connsiteX3" fmla="*/ 25353 w 65575"/>
                <a:gd name="connsiteY3" fmla="*/ 107185 h 107843"/>
                <a:gd name="connsiteX4" fmla="*/ 63455 w 65575"/>
                <a:gd name="connsiteY4" fmla="*/ 5210 h 10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575" h="107843">
                  <a:moveTo>
                    <a:pt x="63455" y="5210"/>
                  </a:moveTo>
                  <a:lnTo>
                    <a:pt x="35303" y="-658"/>
                  </a:lnTo>
                  <a:cubicBezTo>
                    <a:pt x="29180" y="32698"/>
                    <a:pt x="16422" y="64498"/>
                    <a:pt x="-2120" y="92897"/>
                  </a:cubicBezTo>
                  <a:lnTo>
                    <a:pt x="25353" y="107185"/>
                  </a:lnTo>
                  <a:cubicBezTo>
                    <a:pt x="43808" y="75640"/>
                    <a:pt x="56736" y="41144"/>
                    <a:pt x="63455" y="521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7A5D3EE3-44E2-4227-8E5C-CE91C7555295}"/>
                </a:ext>
              </a:extLst>
            </p:cNvPr>
            <p:cNvSpPr/>
            <p:nvPr/>
          </p:nvSpPr>
          <p:spPr>
            <a:xfrm>
              <a:off x="5187160" y="-3522701"/>
              <a:ext cx="261661" cy="217047"/>
            </a:xfrm>
            <a:custGeom>
              <a:avLst/>
              <a:gdLst>
                <a:gd name="connsiteX0" fmla="*/ 233723 w 261661"/>
                <a:gd name="connsiteY0" fmla="*/ 9718 h 217047"/>
                <a:gd name="connsiteX1" fmla="*/ 205742 w 261661"/>
                <a:gd name="connsiteY1" fmla="*/ 20264 h 217047"/>
                <a:gd name="connsiteX2" fmla="*/ 227430 w 261661"/>
                <a:gd name="connsiteY2" fmla="*/ 50967 h 217047"/>
                <a:gd name="connsiteX3" fmla="*/ 222922 w 261661"/>
                <a:gd name="connsiteY3" fmla="*/ 62364 h 217047"/>
                <a:gd name="connsiteX4" fmla="*/ 208038 w 261661"/>
                <a:gd name="connsiteY4" fmla="*/ 73760 h 217047"/>
                <a:gd name="connsiteX5" fmla="*/ 200212 w 261661"/>
                <a:gd name="connsiteY5" fmla="*/ 73820 h 217047"/>
                <a:gd name="connsiteX6" fmla="*/ 199533 w 261661"/>
                <a:gd name="connsiteY6" fmla="*/ 72995 h 217047"/>
                <a:gd name="connsiteX7" fmla="*/ 143144 w 261661"/>
                <a:gd name="connsiteY7" fmla="*/ -658 h 217047"/>
                <a:gd name="connsiteX8" fmla="*/ 82249 w 261661"/>
                <a:gd name="connsiteY8" fmla="*/ 46034 h 217047"/>
                <a:gd name="connsiteX9" fmla="*/ 77996 w 261661"/>
                <a:gd name="connsiteY9" fmla="*/ 39485 h 217047"/>
                <a:gd name="connsiteX10" fmla="*/ 61667 w 261661"/>
                <a:gd name="connsiteY10" fmla="*/ 18223 h 217047"/>
                <a:gd name="connsiteX11" fmla="*/ 36831 w 261661"/>
                <a:gd name="connsiteY11" fmla="*/ 37274 h 217047"/>
                <a:gd name="connsiteX12" fmla="*/ 53162 w 261661"/>
                <a:gd name="connsiteY12" fmla="*/ 58536 h 217047"/>
                <a:gd name="connsiteX13" fmla="*/ 57415 w 261661"/>
                <a:gd name="connsiteY13" fmla="*/ 65085 h 217047"/>
                <a:gd name="connsiteX14" fmla="*/ -2120 w 261661"/>
                <a:gd name="connsiteY14" fmla="*/ 110842 h 217047"/>
                <a:gd name="connsiteX15" fmla="*/ 15654 w 261661"/>
                <a:gd name="connsiteY15" fmla="*/ 134061 h 217047"/>
                <a:gd name="connsiteX16" fmla="*/ 71022 w 261661"/>
                <a:gd name="connsiteY16" fmla="*/ 91536 h 217047"/>
                <a:gd name="connsiteX17" fmla="*/ 78337 w 261661"/>
                <a:gd name="connsiteY17" fmla="*/ 126576 h 217047"/>
                <a:gd name="connsiteX18" fmla="*/ 43636 w 261661"/>
                <a:gd name="connsiteY18" fmla="*/ 205418 h 217047"/>
                <a:gd name="connsiteX19" fmla="*/ 73063 w 261661"/>
                <a:gd name="connsiteY19" fmla="*/ 216389 h 217047"/>
                <a:gd name="connsiteX20" fmla="*/ 109635 w 261661"/>
                <a:gd name="connsiteY20" fmla="*/ 127767 h 217047"/>
                <a:gd name="connsiteX21" fmla="*/ 96792 w 261661"/>
                <a:gd name="connsiteY21" fmla="*/ 71804 h 217047"/>
                <a:gd name="connsiteX22" fmla="*/ 136595 w 261661"/>
                <a:gd name="connsiteY22" fmla="*/ 41271 h 217047"/>
                <a:gd name="connsiteX23" fmla="*/ 178356 w 261661"/>
                <a:gd name="connsiteY23" fmla="*/ 95703 h 217047"/>
                <a:gd name="connsiteX24" fmla="*/ 222667 w 261661"/>
                <a:gd name="connsiteY24" fmla="*/ 99701 h 217047"/>
                <a:gd name="connsiteX25" fmla="*/ 241377 w 261661"/>
                <a:gd name="connsiteY25" fmla="*/ 85327 h 217047"/>
                <a:gd name="connsiteX26" fmla="*/ 258387 w 261661"/>
                <a:gd name="connsiteY26" fmla="*/ 51903 h 217047"/>
                <a:gd name="connsiteX27" fmla="*/ 233723 w 261661"/>
                <a:gd name="connsiteY27" fmla="*/ 9718 h 217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61661" h="217047">
                  <a:moveTo>
                    <a:pt x="233723" y="9718"/>
                  </a:moveTo>
                  <a:lnTo>
                    <a:pt x="205742" y="20264"/>
                  </a:lnTo>
                  <a:cubicBezTo>
                    <a:pt x="213736" y="30640"/>
                    <a:pt x="220881" y="41016"/>
                    <a:pt x="227430" y="50967"/>
                  </a:cubicBezTo>
                  <a:cubicBezTo>
                    <a:pt x="229045" y="55050"/>
                    <a:pt x="227430" y="58707"/>
                    <a:pt x="222922" y="62364"/>
                  </a:cubicBezTo>
                  <a:lnTo>
                    <a:pt x="208038" y="73760"/>
                  </a:lnTo>
                  <a:cubicBezTo>
                    <a:pt x="205912" y="75938"/>
                    <a:pt x="202424" y="75963"/>
                    <a:pt x="200212" y="73820"/>
                  </a:cubicBezTo>
                  <a:cubicBezTo>
                    <a:pt x="199959" y="73565"/>
                    <a:pt x="199703" y="73293"/>
                    <a:pt x="199533" y="72995"/>
                  </a:cubicBezTo>
                  <a:lnTo>
                    <a:pt x="143144" y="-658"/>
                  </a:lnTo>
                  <a:lnTo>
                    <a:pt x="82249" y="46034"/>
                  </a:lnTo>
                  <a:cubicBezTo>
                    <a:pt x="80804" y="44163"/>
                    <a:pt x="79612" y="42037"/>
                    <a:pt x="77996" y="39485"/>
                  </a:cubicBezTo>
                  <a:lnTo>
                    <a:pt x="61667" y="18223"/>
                  </a:lnTo>
                  <a:lnTo>
                    <a:pt x="36831" y="37274"/>
                  </a:lnTo>
                  <a:lnTo>
                    <a:pt x="53162" y="58536"/>
                  </a:lnTo>
                  <a:lnTo>
                    <a:pt x="57415" y="65085"/>
                  </a:lnTo>
                  <a:lnTo>
                    <a:pt x="-2120" y="110842"/>
                  </a:lnTo>
                  <a:lnTo>
                    <a:pt x="15654" y="134061"/>
                  </a:lnTo>
                  <a:lnTo>
                    <a:pt x="71022" y="91536"/>
                  </a:lnTo>
                  <a:cubicBezTo>
                    <a:pt x="75274" y="102763"/>
                    <a:pt x="77741" y="114585"/>
                    <a:pt x="78337" y="126576"/>
                  </a:cubicBezTo>
                  <a:cubicBezTo>
                    <a:pt x="77826" y="147584"/>
                    <a:pt x="66088" y="173949"/>
                    <a:pt x="43636" y="205418"/>
                  </a:cubicBezTo>
                  <a:lnTo>
                    <a:pt x="73063" y="216389"/>
                  </a:lnTo>
                  <a:cubicBezTo>
                    <a:pt x="96452" y="184070"/>
                    <a:pt x="108868" y="154643"/>
                    <a:pt x="109635" y="127767"/>
                  </a:cubicBezTo>
                  <a:cubicBezTo>
                    <a:pt x="109464" y="108401"/>
                    <a:pt x="105127" y="89299"/>
                    <a:pt x="96792" y="71804"/>
                  </a:cubicBezTo>
                  <a:lnTo>
                    <a:pt x="136595" y="41271"/>
                  </a:lnTo>
                  <a:lnTo>
                    <a:pt x="178356" y="95703"/>
                  </a:lnTo>
                  <a:cubicBezTo>
                    <a:pt x="190432" y="111608"/>
                    <a:pt x="205146" y="113139"/>
                    <a:pt x="222667" y="99701"/>
                  </a:cubicBezTo>
                  <a:lnTo>
                    <a:pt x="241377" y="85327"/>
                  </a:lnTo>
                  <a:cubicBezTo>
                    <a:pt x="256516" y="73760"/>
                    <a:pt x="262214" y="62534"/>
                    <a:pt x="258387" y="51903"/>
                  </a:cubicBezTo>
                  <a:cubicBezTo>
                    <a:pt x="251157" y="37291"/>
                    <a:pt x="242907" y="23198"/>
                    <a:pt x="233723" y="971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1A1327B2-85E1-4B80-B847-541E05E6739F}"/>
                </a:ext>
              </a:extLst>
            </p:cNvPr>
            <p:cNvSpPr/>
            <p:nvPr/>
          </p:nvSpPr>
          <p:spPr>
            <a:xfrm>
              <a:off x="5561804" y="-4087603"/>
              <a:ext cx="147392" cy="172396"/>
            </a:xfrm>
            <a:custGeom>
              <a:avLst/>
              <a:gdLst>
                <a:gd name="connsiteX0" fmla="*/ 52569 w 147392"/>
                <a:gd name="connsiteY0" fmla="*/ 171738 h 172396"/>
                <a:gd name="connsiteX1" fmla="*/ 66516 w 147392"/>
                <a:gd name="connsiteY1" fmla="*/ 150901 h 172396"/>
                <a:gd name="connsiteX2" fmla="*/ 81910 w 147392"/>
                <a:gd name="connsiteY2" fmla="*/ 161192 h 172396"/>
                <a:gd name="connsiteX3" fmla="*/ 145272 w 147392"/>
                <a:gd name="connsiteY3" fmla="*/ 66531 h 172396"/>
                <a:gd name="connsiteX4" fmla="*/ 129963 w 147392"/>
                <a:gd name="connsiteY4" fmla="*/ 56240 h 172396"/>
                <a:gd name="connsiteX5" fmla="*/ 143401 w 147392"/>
                <a:gd name="connsiteY5" fmla="*/ 36168 h 172396"/>
                <a:gd name="connsiteX6" fmla="*/ 88289 w 147392"/>
                <a:gd name="connsiteY6" fmla="*/ -658 h 172396"/>
                <a:gd name="connsiteX7" fmla="*/ 50781 w 147392"/>
                <a:gd name="connsiteY7" fmla="*/ 55390 h 172396"/>
                <a:gd name="connsiteX8" fmla="*/ 25266 w 147392"/>
                <a:gd name="connsiteY8" fmla="*/ 48501 h 172396"/>
                <a:gd name="connsiteX9" fmla="*/ 11744 w 147392"/>
                <a:gd name="connsiteY9" fmla="*/ 78268 h 172396"/>
                <a:gd name="connsiteX10" fmla="*/ 33347 w 147392"/>
                <a:gd name="connsiteY10" fmla="*/ 81925 h 172396"/>
                <a:gd name="connsiteX11" fmla="*/ -2120 w 147392"/>
                <a:gd name="connsiteY11" fmla="*/ 134996 h 172396"/>
                <a:gd name="connsiteX12" fmla="*/ 95858 w 147392"/>
                <a:gd name="connsiteY12" fmla="*/ 40676 h 172396"/>
                <a:gd name="connsiteX13" fmla="*/ 118906 w 147392"/>
                <a:gd name="connsiteY13" fmla="*/ 56070 h 172396"/>
                <a:gd name="connsiteX14" fmla="*/ 61667 w 147392"/>
                <a:gd name="connsiteY14" fmla="*/ 141545 h 172396"/>
                <a:gd name="connsiteX15" fmla="*/ 38619 w 147392"/>
                <a:gd name="connsiteY15" fmla="*/ 126151 h 17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392" h="172396">
                  <a:moveTo>
                    <a:pt x="52569" y="171738"/>
                  </a:moveTo>
                  <a:lnTo>
                    <a:pt x="66516" y="150901"/>
                  </a:lnTo>
                  <a:lnTo>
                    <a:pt x="81910" y="161192"/>
                  </a:lnTo>
                  <a:lnTo>
                    <a:pt x="145272" y="66531"/>
                  </a:lnTo>
                  <a:lnTo>
                    <a:pt x="129963" y="56240"/>
                  </a:lnTo>
                  <a:lnTo>
                    <a:pt x="143401" y="36168"/>
                  </a:lnTo>
                  <a:lnTo>
                    <a:pt x="88289" y="-658"/>
                  </a:lnTo>
                  <a:lnTo>
                    <a:pt x="50781" y="55390"/>
                  </a:lnTo>
                  <a:cubicBezTo>
                    <a:pt x="41171" y="52583"/>
                    <a:pt x="32751" y="50117"/>
                    <a:pt x="25266" y="48501"/>
                  </a:cubicBezTo>
                  <a:lnTo>
                    <a:pt x="11744" y="78268"/>
                  </a:lnTo>
                  <a:cubicBezTo>
                    <a:pt x="19057" y="78957"/>
                    <a:pt x="26287" y="80181"/>
                    <a:pt x="33347" y="81925"/>
                  </a:cubicBezTo>
                  <a:lnTo>
                    <a:pt x="-2120" y="134996"/>
                  </a:lnTo>
                  <a:close/>
                  <a:moveTo>
                    <a:pt x="95858" y="40676"/>
                  </a:moveTo>
                  <a:lnTo>
                    <a:pt x="118906" y="56070"/>
                  </a:lnTo>
                  <a:lnTo>
                    <a:pt x="61667" y="141545"/>
                  </a:lnTo>
                  <a:lnTo>
                    <a:pt x="38619" y="126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9820D971-4DAD-46CA-A805-23C75508DE49}"/>
                </a:ext>
              </a:extLst>
            </p:cNvPr>
            <p:cNvSpPr/>
            <p:nvPr/>
          </p:nvSpPr>
          <p:spPr>
            <a:xfrm>
              <a:off x="5653658" y="-4028323"/>
              <a:ext cx="197616" cy="213475"/>
            </a:xfrm>
            <a:custGeom>
              <a:avLst/>
              <a:gdLst>
                <a:gd name="connsiteX0" fmla="*/ 159220 w 197616"/>
                <a:gd name="connsiteY0" fmla="*/ 40591 h 213475"/>
                <a:gd name="connsiteX1" fmla="*/ 135575 w 197616"/>
                <a:gd name="connsiteY1" fmla="*/ 58877 h 213475"/>
                <a:gd name="connsiteX2" fmla="*/ 163302 w 197616"/>
                <a:gd name="connsiteY2" fmla="*/ 81755 h 213475"/>
                <a:gd name="connsiteX3" fmla="*/ 162793 w 197616"/>
                <a:gd name="connsiteY3" fmla="*/ 87879 h 213475"/>
                <a:gd name="connsiteX4" fmla="*/ 158455 w 197616"/>
                <a:gd name="connsiteY4" fmla="*/ 94257 h 213475"/>
                <a:gd name="connsiteX5" fmla="*/ 145357 w 197616"/>
                <a:gd name="connsiteY5" fmla="*/ 93067 h 213475"/>
                <a:gd name="connsiteX6" fmla="*/ 87268 w 197616"/>
                <a:gd name="connsiteY6" fmla="*/ 54284 h 213475"/>
                <a:gd name="connsiteX7" fmla="*/ 113208 w 197616"/>
                <a:gd name="connsiteY7" fmla="*/ 15586 h 213475"/>
                <a:gd name="connsiteX8" fmla="*/ 88883 w 197616"/>
                <a:gd name="connsiteY8" fmla="*/ -658 h 213475"/>
                <a:gd name="connsiteX9" fmla="*/ -2120 w 197616"/>
                <a:gd name="connsiteY9" fmla="*/ 135422 h 213475"/>
                <a:gd name="connsiteX10" fmla="*/ 22205 w 197616"/>
                <a:gd name="connsiteY10" fmla="*/ 151666 h 213475"/>
                <a:gd name="connsiteX11" fmla="*/ 42446 w 197616"/>
                <a:gd name="connsiteY11" fmla="*/ 121388 h 213475"/>
                <a:gd name="connsiteX12" fmla="*/ 78337 w 197616"/>
                <a:gd name="connsiteY12" fmla="*/ 160086 h 213475"/>
                <a:gd name="connsiteX13" fmla="*/ 85737 w 197616"/>
                <a:gd name="connsiteY13" fmla="*/ 212817 h 213475"/>
                <a:gd name="connsiteX14" fmla="*/ 118480 w 197616"/>
                <a:gd name="connsiteY14" fmla="*/ 210606 h 213475"/>
                <a:gd name="connsiteX15" fmla="*/ 106063 w 197616"/>
                <a:gd name="connsiteY15" fmla="*/ 144947 h 213475"/>
                <a:gd name="connsiteX16" fmla="*/ 59371 w 197616"/>
                <a:gd name="connsiteY16" fmla="*/ 96128 h 213475"/>
                <a:gd name="connsiteX17" fmla="*/ 70172 w 197616"/>
                <a:gd name="connsiteY17" fmla="*/ 80054 h 213475"/>
                <a:gd name="connsiteX18" fmla="*/ 134471 w 197616"/>
                <a:gd name="connsiteY18" fmla="*/ 122579 h 213475"/>
                <a:gd name="connsiteX19" fmla="*/ 157434 w 197616"/>
                <a:gd name="connsiteY19" fmla="*/ 129043 h 213475"/>
                <a:gd name="connsiteX20" fmla="*/ 175804 w 197616"/>
                <a:gd name="connsiteY20" fmla="*/ 117646 h 213475"/>
                <a:gd name="connsiteX21" fmla="*/ 189242 w 197616"/>
                <a:gd name="connsiteY21" fmla="*/ 97574 h 213475"/>
                <a:gd name="connsiteX22" fmla="*/ 195281 w 197616"/>
                <a:gd name="connsiteY22" fmla="*/ 75716 h 213475"/>
                <a:gd name="connsiteX23" fmla="*/ 159220 w 197616"/>
                <a:gd name="connsiteY23" fmla="*/ 40591 h 21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7616" h="213475">
                  <a:moveTo>
                    <a:pt x="159220" y="40591"/>
                  </a:moveTo>
                  <a:lnTo>
                    <a:pt x="135575" y="58877"/>
                  </a:lnTo>
                  <a:cubicBezTo>
                    <a:pt x="153096" y="71294"/>
                    <a:pt x="162282" y="78948"/>
                    <a:pt x="163302" y="81755"/>
                  </a:cubicBezTo>
                  <a:cubicBezTo>
                    <a:pt x="164068" y="83762"/>
                    <a:pt x="163898" y="86025"/>
                    <a:pt x="162793" y="87879"/>
                  </a:cubicBezTo>
                  <a:lnTo>
                    <a:pt x="158455" y="94257"/>
                  </a:lnTo>
                  <a:cubicBezTo>
                    <a:pt x="156159" y="97744"/>
                    <a:pt x="151736" y="97319"/>
                    <a:pt x="145357" y="93067"/>
                  </a:cubicBezTo>
                  <a:lnTo>
                    <a:pt x="87268" y="54284"/>
                  </a:lnTo>
                  <a:lnTo>
                    <a:pt x="113208" y="15586"/>
                  </a:lnTo>
                  <a:lnTo>
                    <a:pt x="88883" y="-658"/>
                  </a:lnTo>
                  <a:lnTo>
                    <a:pt x="-2120" y="135422"/>
                  </a:lnTo>
                  <a:lnTo>
                    <a:pt x="22205" y="151666"/>
                  </a:lnTo>
                  <a:lnTo>
                    <a:pt x="42446" y="121388"/>
                  </a:lnTo>
                  <a:cubicBezTo>
                    <a:pt x="56989" y="131654"/>
                    <a:pt x="69153" y="144837"/>
                    <a:pt x="78337" y="160086"/>
                  </a:cubicBezTo>
                  <a:cubicBezTo>
                    <a:pt x="85652" y="176637"/>
                    <a:pt x="88204" y="194897"/>
                    <a:pt x="85737" y="212817"/>
                  </a:cubicBezTo>
                  <a:lnTo>
                    <a:pt x="118480" y="210606"/>
                  </a:lnTo>
                  <a:cubicBezTo>
                    <a:pt x="120438" y="187991"/>
                    <a:pt x="116186" y="165283"/>
                    <a:pt x="106063" y="144947"/>
                  </a:cubicBezTo>
                  <a:cubicBezTo>
                    <a:pt x="93646" y="125896"/>
                    <a:pt x="77828" y="109337"/>
                    <a:pt x="59371" y="96128"/>
                  </a:cubicBezTo>
                  <a:lnTo>
                    <a:pt x="70172" y="80054"/>
                  </a:lnTo>
                  <a:lnTo>
                    <a:pt x="134471" y="122579"/>
                  </a:lnTo>
                  <a:cubicBezTo>
                    <a:pt x="141105" y="127384"/>
                    <a:pt x="149269" y="129681"/>
                    <a:pt x="157434" y="129043"/>
                  </a:cubicBezTo>
                  <a:cubicBezTo>
                    <a:pt x="165090" y="128652"/>
                    <a:pt x="172062" y="124348"/>
                    <a:pt x="175804" y="117646"/>
                  </a:cubicBezTo>
                  <a:lnTo>
                    <a:pt x="189242" y="97574"/>
                  </a:lnTo>
                  <a:cubicBezTo>
                    <a:pt x="194091" y="91374"/>
                    <a:pt x="196217" y="83515"/>
                    <a:pt x="195281" y="75716"/>
                  </a:cubicBezTo>
                  <a:cubicBezTo>
                    <a:pt x="193325" y="70188"/>
                    <a:pt x="181248" y="58196"/>
                    <a:pt x="159220" y="4059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1E4F128C-0EB2-4686-80B3-2343EDBE0901}"/>
                </a:ext>
              </a:extLst>
            </p:cNvPr>
            <p:cNvSpPr/>
            <p:nvPr/>
          </p:nvSpPr>
          <p:spPr>
            <a:xfrm>
              <a:off x="5495466" y="-3955265"/>
              <a:ext cx="238904" cy="224446"/>
            </a:xfrm>
            <a:custGeom>
              <a:avLst/>
              <a:gdLst>
                <a:gd name="connsiteX0" fmla="*/ 202085 w 238904"/>
                <a:gd name="connsiteY0" fmla="*/ 163913 h 224446"/>
                <a:gd name="connsiteX1" fmla="*/ 215947 w 238904"/>
                <a:gd name="connsiteY1" fmla="*/ 121814 h 224446"/>
                <a:gd name="connsiteX2" fmla="*/ 194600 w 238904"/>
                <a:gd name="connsiteY2" fmla="*/ 97915 h 224446"/>
                <a:gd name="connsiteX3" fmla="*/ 120266 w 238904"/>
                <a:gd name="connsiteY3" fmla="*/ 79799 h 224446"/>
                <a:gd name="connsiteX4" fmla="*/ 69236 w 238904"/>
                <a:gd name="connsiteY4" fmla="*/ 12949 h 224446"/>
                <a:gd name="connsiteX5" fmla="*/ 48910 w 238904"/>
                <a:gd name="connsiteY5" fmla="*/ -658 h 224446"/>
                <a:gd name="connsiteX6" fmla="*/ -2120 w 238904"/>
                <a:gd name="connsiteY6" fmla="*/ 75461 h 224446"/>
                <a:gd name="connsiteX7" fmla="*/ 219774 w 238904"/>
                <a:gd name="connsiteY7" fmla="*/ 223789 h 224446"/>
                <a:gd name="connsiteX8" fmla="*/ 236784 w 238904"/>
                <a:gd name="connsiteY8" fmla="*/ 198274 h 224446"/>
                <a:gd name="connsiteX9" fmla="*/ 172318 w 238904"/>
                <a:gd name="connsiteY9" fmla="*/ 155153 h 224446"/>
                <a:gd name="connsiteX10" fmla="*/ 39468 w 238904"/>
                <a:gd name="connsiteY10" fmla="*/ 66446 h 224446"/>
                <a:gd name="connsiteX11" fmla="*/ 56478 w 238904"/>
                <a:gd name="connsiteY11" fmla="*/ 40931 h 224446"/>
                <a:gd name="connsiteX12" fmla="*/ 107508 w 238904"/>
                <a:gd name="connsiteY12" fmla="*/ 107440 h 224446"/>
                <a:gd name="connsiteX13" fmla="*/ 177930 w 238904"/>
                <a:gd name="connsiteY13" fmla="*/ 122919 h 224446"/>
                <a:gd name="connsiteX14" fmla="*/ 184649 w 238904"/>
                <a:gd name="connsiteY14" fmla="*/ 130659 h 224446"/>
                <a:gd name="connsiteX15" fmla="*/ 181246 w 238904"/>
                <a:gd name="connsiteY15" fmla="*/ 141630 h 224446"/>
                <a:gd name="connsiteX16" fmla="*/ 170870 w 238904"/>
                <a:gd name="connsiteY16" fmla="*/ 154388 h 224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8904" h="224446">
                  <a:moveTo>
                    <a:pt x="202085" y="163913"/>
                  </a:moveTo>
                  <a:cubicBezTo>
                    <a:pt x="213140" y="146903"/>
                    <a:pt x="217733" y="133040"/>
                    <a:pt x="215947" y="121814"/>
                  </a:cubicBezTo>
                  <a:cubicBezTo>
                    <a:pt x="211780" y="111625"/>
                    <a:pt x="204294" y="103179"/>
                    <a:pt x="194600" y="97915"/>
                  </a:cubicBezTo>
                  <a:cubicBezTo>
                    <a:pt x="171466" y="86424"/>
                    <a:pt x="146121" y="80233"/>
                    <a:pt x="120266" y="79799"/>
                  </a:cubicBezTo>
                  <a:cubicBezTo>
                    <a:pt x="102745" y="55474"/>
                    <a:pt x="85650" y="33362"/>
                    <a:pt x="69236" y="12949"/>
                  </a:cubicBezTo>
                  <a:lnTo>
                    <a:pt x="48910" y="-658"/>
                  </a:lnTo>
                  <a:lnTo>
                    <a:pt x="-2120" y="75461"/>
                  </a:lnTo>
                  <a:lnTo>
                    <a:pt x="219774" y="223789"/>
                  </a:lnTo>
                  <a:lnTo>
                    <a:pt x="236784" y="198274"/>
                  </a:lnTo>
                  <a:lnTo>
                    <a:pt x="172318" y="155153"/>
                  </a:lnTo>
                  <a:close/>
                  <a:moveTo>
                    <a:pt x="39468" y="66446"/>
                  </a:moveTo>
                  <a:lnTo>
                    <a:pt x="56478" y="40931"/>
                  </a:lnTo>
                  <a:cubicBezTo>
                    <a:pt x="72467" y="59472"/>
                    <a:pt x="89477" y="81645"/>
                    <a:pt x="107508" y="107440"/>
                  </a:cubicBezTo>
                  <a:cubicBezTo>
                    <a:pt x="137787" y="106845"/>
                    <a:pt x="161346" y="111863"/>
                    <a:pt x="177930" y="122919"/>
                  </a:cubicBezTo>
                  <a:cubicBezTo>
                    <a:pt x="181076" y="124552"/>
                    <a:pt x="183458" y="127316"/>
                    <a:pt x="184649" y="130659"/>
                  </a:cubicBezTo>
                  <a:cubicBezTo>
                    <a:pt x="184564" y="134563"/>
                    <a:pt x="183372" y="138364"/>
                    <a:pt x="181246" y="141630"/>
                  </a:cubicBezTo>
                  <a:cubicBezTo>
                    <a:pt x="178015" y="146078"/>
                    <a:pt x="174612" y="150339"/>
                    <a:pt x="170870" y="15438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39C2EB89-A1C3-43D9-998F-9D9E5267B304}"/>
                </a:ext>
              </a:extLst>
            </p:cNvPr>
            <p:cNvSpPr/>
            <p:nvPr/>
          </p:nvSpPr>
          <p:spPr>
            <a:xfrm rot="-782399">
              <a:off x="2303034" y="-4533323"/>
              <a:ext cx="233547" cy="48563"/>
            </a:xfrm>
            <a:custGeom>
              <a:avLst/>
              <a:gdLst>
                <a:gd name="connsiteX0" fmla="*/ -2120 w 233547"/>
                <a:gd name="connsiteY0" fmla="*/ -659 h 48563"/>
                <a:gd name="connsiteX1" fmla="*/ 231427 w 233547"/>
                <a:gd name="connsiteY1" fmla="*/ -659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9"/>
                  </a:moveTo>
                  <a:lnTo>
                    <a:pt x="231427" y="-659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63F307DC-36C9-4F61-9709-1838D8D18310}"/>
                </a:ext>
              </a:extLst>
            </p:cNvPr>
            <p:cNvSpPr/>
            <p:nvPr/>
          </p:nvSpPr>
          <p:spPr>
            <a:xfrm>
              <a:off x="2256846" y="-4840380"/>
              <a:ext cx="251323" cy="212284"/>
            </a:xfrm>
            <a:custGeom>
              <a:avLst/>
              <a:gdLst>
                <a:gd name="connsiteX0" fmla="*/ 1792 w 251323"/>
                <a:gd name="connsiteY0" fmla="*/ 61083 h 212284"/>
                <a:gd name="connsiteX1" fmla="*/ 160494 w 251323"/>
                <a:gd name="connsiteY1" fmla="*/ 45179 h 212284"/>
                <a:gd name="connsiteX2" fmla="*/ 12593 w 251323"/>
                <a:gd name="connsiteY2" fmla="*/ 168757 h 212284"/>
                <a:gd name="connsiteX3" fmla="*/ 16846 w 251323"/>
                <a:gd name="connsiteY3" fmla="*/ 211282 h 212284"/>
                <a:gd name="connsiteX4" fmla="*/ 249203 w 251323"/>
                <a:gd name="connsiteY4" fmla="*/ 188063 h 212284"/>
                <a:gd name="connsiteX5" fmla="*/ 245289 w 251323"/>
                <a:gd name="connsiteY5" fmla="*/ 149280 h 212284"/>
                <a:gd name="connsiteX6" fmla="*/ 86586 w 251323"/>
                <a:gd name="connsiteY6" fmla="*/ 165184 h 212284"/>
                <a:gd name="connsiteX7" fmla="*/ 234573 w 251323"/>
                <a:gd name="connsiteY7" fmla="*/ 42287 h 212284"/>
                <a:gd name="connsiteX8" fmla="*/ 230235 w 251323"/>
                <a:gd name="connsiteY8" fmla="*/ -1003 h 212284"/>
                <a:gd name="connsiteX9" fmla="*/ -2120 w 251323"/>
                <a:gd name="connsiteY9" fmla="*/ 22300 h 21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1323" h="212284">
                  <a:moveTo>
                    <a:pt x="1792" y="61083"/>
                  </a:moveTo>
                  <a:lnTo>
                    <a:pt x="160494" y="45179"/>
                  </a:lnTo>
                  <a:lnTo>
                    <a:pt x="12593" y="168757"/>
                  </a:lnTo>
                  <a:lnTo>
                    <a:pt x="16846" y="211282"/>
                  </a:lnTo>
                  <a:lnTo>
                    <a:pt x="249203" y="188063"/>
                  </a:lnTo>
                  <a:lnTo>
                    <a:pt x="245289" y="149280"/>
                  </a:lnTo>
                  <a:lnTo>
                    <a:pt x="86586" y="165184"/>
                  </a:lnTo>
                  <a:lnTo>
                    <a:pt x="234573" y="42287"/>
                  </a:lnTo>
                  <a:lnTo>
                    <a:pt x="230235" y="-1003"/>
                  </a:lnTo>
                  <a:lnTo>
                    <a:pt x="-2120" y="2230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FCABCA37-E377-49E1-B8A8-4D646E838E54}"/>
                </a:ext>
              </a:extLst>
            </p:cNvPr>
            <p:cNvSpPr/>
            <p:nvPr/>
          </p:nvSpPr>
          <p:spPr>
            <a:xfrm>
              <a:off x="2253214" y="-5079273"/>
              <a:ext cx="244854" cy="158860"/>
            </a:xfrm>
            <a:custGeom>
              <a:avLst/>
              <a:gdLst>
                <a:gd name="connsiteX0" fmla="*/ 58325 w 244854"/>
                <a:gd name="connsiteY0" fmla="*/ 150378 h 158860"/>
                <a:gd name="connsiteX1" fmla="*/ 96683 w 244854"/>
                <a:gd name="connsiteY1" fmla="*/ 139236 h 158860"/>
                <a:gd name="connsiteX2" fmla="*/ 132573 w 244854"/>
                <a:gd name="connsiteY2" fmla="*/ 96711 h 158860"/>
                <a:gd name="connsiteX3" fmla="*/ 142015 w 244854"/>
                <a:gd name="connsiteY3" fmla="*/ 81487 h 158860"/>
                <a:gd name="connsiteX4" fmla="*/ 161660 w 244854"/>
                <a:gd name="connsiteY4" fmla="*/ 56653 h 158860"/>
                <a:gd name="connsiteX5" fmla="*/ 181137 w 244854"/>
                <a:gd name="connsiteY5" fmla="*/ 50784 h 158860"/>
                <a:gd name="connsiteX6" fmla="*/ 203336 w 244854"/>
                <a:gd name="connsiteY6" fmla="*/ 62691 h 158860"/>
                <a:gd name="connsiteX7" fmla="*/ 210310 w 244854"/>
                <a:gd name="connsiteY7" fmla="*/ 92629 h 158860"/>
                <a:gd name="connsiteX8" fmla="*/ 191513 w 244854"/>
                <a:gd name="connsiteY8" fmla="*/ 156331 h 158860"/>
                <a:gd name="connsiteX9" fmla="*/ 231573 w 244854"/>
                <a:gd name="connsiteY9" fmla="*/ 158203 h 158860"/>
                <a:gd name="connsiteX10" fmla="*/ 242543 w 244854"/>
                <a:gd name="connsiteY10" fmla="*/ 93309 h 158860"/>
                <a:gd name="connsiteX11" fmla="*/ 227235 w 244854"/>
                <a:gd name="connsiteY11" fmla="*/ 25950 h 158860"/>
                <a:gd name="connsiteX12" fmla="*/ 138018 w 244854"/>
                <a:gd name="connsiteY12" fmla="*/ 10386 h 158860"/>
                <a:gd name="connsiteX13" fmla="*/ 101020 w 244854"/>
                <a:gd name="connsiteY13" fmla="*/ 55292 h 158860"/>
                <a:gd name="connsiteX14" fmla="*/ 90900 w 244854"/>
                <a:gd name="connsiteY14" fmla="*/ 71537 h 158860"/>
                <a:gd name="connsiteX15" fmla="*/ 71934 w 244854"/>
                <a:gd name="connsiteY15" fmla="*/ 96201 h 158860"/>
                <a:gd name="connsiteX16" fmla="*/ 54924 w 244854"/>
                <a:gd name="connsiteY16" fmla="*/ 102240 h 158860"/>
                <a:gd name="connsiteX17" fmla="*/ 36552 w 244854"/>
                <a:gd name="connsiteY17" fmla="*/ 91608 h 158860"/>
                <a:gd name="connsiteX18" fmla="*/ 30599 w 244854"/>
                <a:gd name="connsiteY18" fmla="*/ 65498 h 158860"/>
                <a:gd name="connsiteX19" fmla="*/ 46589 w 244854"/>
                <a:gd name="connsiteY19" fmla="*/ 9535 h 158860"/>
                <a:gd name="connsiteX20" fmla="*/ 9251 w 244854"/>
                <a:gd name="connsiteY20" fmla="*/ 7834 h 158860"/>
                <a:gd name="connsiteX21" fmla="*/ -1721 w 244854"/>
                <a:gd name="connsiteY21" fmla="*/ 70346 h 158860"/>
                <a:gd name="connsiteX22" fmla="*/ 13163 w 244854"/>
                <a:gd name="connsiteY22" fmla="*/ 127159 h 158860"/>
                <a:gd name="connsiteX23" fmla="*/ 58325 w 244854"/>
                <a:gd name="connsiteY23" fmla="*/ 150378 h 158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4854" h="158860">
                  <a:moveTo>
                    <a:pt x="58325" y="150378"/>
                  </a:moveTo>
                  <a:cubicBezTo>
                    <a:pt x="72019" y="151297"/>
                    <a:pt x="85626" y="147350"/>
                    <a:pt x="96683" y="139236"/>
                  </a:cubicBezTo>
                  <a:cubicBezTo>
                    <a:pt x="111141" y="127355"/>
                    <a:pt x="123302" y="112947"/>
                    <a:pt x="132573" y="96711"/>
                  </a:cubicBezTo>
                  <a:lnTo>
                    <a:pt x="142015" y="81487"/>
                  </a:lnTo>
                  <a:cubicBezTo>
                    <a:pt x="147287" y="72260"/>
                    <a:pt x="153921" y="63891"/>
                    <a:pt x="161660" y="56653"/>
                  </a:cubicBezTo>
                  <a:cubicBezTo>
                    <a:pt x="167189" y="52358"/>
                    <a:pt x="174164" y="50266"/>
                    <a:pt x="181137" y="50784"/>
                  </a:cubicBezTo>
                  <a:cubicBezTo>
                    <a:pt x="190067" y="50886"/>
                    <a:pt x="198317" y="55335"/>
                    <a:pt x="203336" y="62691"/>
                  </a:cubicBezTo>
                  <a:cubicBezTo>
                    <a:pt x="208948" y="71596"/>
                    <a:pt x="211415" y="82151"/>
                    <a:pt x="210310" y="92629"/>
                  </a:cubicBezTo>
                  <a:cubicBezTo>
                    <a:pt x="208267" y="114887"/>
                    <a:pt x="201888" y="136523"/>
                    <a:pt x="191513" y="156331"/>
                  </a:cubicBezTo>
                  <a:lnTo>
                    <a:pt x="231573" y="158203"/>
                  </a:lnTo>
                  <a:cubicBezTo>
                    <a:pt x="237441" y="137008"/>
                    <a:pt x="241097" y="115261"/>
                    <a:pt x="242543" y="93309"/>
                  </a:cubicBezTo>
                  <a:cubicBezTo>
                    <a:pt x="243820" y="64962"/>
                    <a:pt x="238716" y="42509"/>
                    <a:pt x="227235" y="25950"/>
                  </a:cubicBezTo>
                  <a:cubicBezTo>
                    <a:pt x="206396" y="-2202"/>
                    <a:pt x="167189" y="-9048"/>
                    <a:pt x="138018" y="10386"/>
                  </a:cubicBezTo>
                  <a:cubicBezTo>
                    <a:pt x="123134" y="23024"/>
                    <a:pt x="110545" y="38231"/>
                    <a:pt x="101020" y="55292"/>
                  </a:cubicBezTo>
                  <a:lnTo>
                    <a:pt x="90900" y="71537"/>
                  </a:lnTo>
                  <a:cubicBezTo>
                    <a:pt x="85796" y="80603"/>
                    <a:pt x="79417" y="88904"/>
                    <a:pt x="71934" y="96201"/>
                  </a:cubicBezTo>
                  <a:cubicBezTo>
                    <a:pt x="67256" y="100352"/>
                    <a:pt x="61132" y="102520"/>
                    <a:pt x="54924" y="102240"/>
                  </a:cubicBezTo>
                  <a:cubicBezTo>
                    <a:pt x="47438" y="102010"/>
                    <a:pt x="40464" y="98013"/>
                    <a:pt x="36552" y="91608"/>
                  </a:cubicBezTo>
                  <a:cubicBezTo>
                    <a:pt x="31788" y="83784"/>
                    <a:pt x="29662" y="74615"/>
                    <a:pt x="30599" y="65498"/>
                  </a:cubicBezTo>
                  <a:cubicBezTo>
                    <a:pt x="32725" y="46073"/>
                    <a:pt x="38167" y="27149"/>
                    <a:pt x="46589" y="9535"/>
                  </a:cubicBezTo>
                  <a:lnTo>
                    <a:pt x="9251" y="7834"/>
                  </a:lnTo>
                  <a:cubicBezTo>
                    <a:pt x="3213" y="28195"/>
                    <a:pt x="-444" y="49160"/>
                    <a:pt x="-1721" y="70346"/>
                  </a:cubicBezTo>
                  <a:cubicBezTo>
                    <a:pt x="-3677" y="90452"/>
                    <a:pt x="1597" y="110592"/>
                    <a:pt x="13163" y="127159"/>
                  </a:cubicBezTo>
                  <a:cubicBezTo>
                    <a:pt x="23709" y="141558"/>
                    <a:pt x="40464" y="150157"/>
                    <a:pt x="58325" y="150378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C1E3E1F8-A00C-4EF6-9255-CEF26899AFE7}"/>
                </a:ext>
              </a:extLst>
            </p:cNvPr>
            <p:cNvSpPr/>
            <p:nvPr/>
          </p:nvSpPr>
          <p:spPr>
            <a:xfrm>
              <a:off x="2270453" y="-5383595"/>
              <a:ext cx="254215" cy="218152"/>
            </a:xfrm>
            <a:custGeom>
              <a:avLst/>
              <a:gdLst>
                <a:gd name="connsiteX0" fmla="*/ 242910 w 254215"/>
                <a:gd name="connsiteY0" fmla="*/ 172754 h 218152"/>
                <a:gd name="connsiteX1" fmla="*/ 252096 w 254215"/>
                <a:gd name="connsiteY1" fmla="*/ 124870 h 218152"/>
                <a:gd name="connsiteX2" fmla="*/ 54099 w 254215"/>
                <a:gd name="connsiteY2" fmla="*/ 87108 h 218152"/>
                <a:gd name="connsiteX3" fmla="*/ 69749 w 254215"/>
                <a:gd name="connsiteY3" fmla="*/ 4950 h 218152"/>
                <a:gd name="connsiteX4" fmla="*/ 38279 w 254215"/>
                <a:gd name="connsiteY4" fmla="*/ -1003 h 218152"/>
                <a:gd name="connsiteX5" fmla="*/ -2120 w 254215"/>
                <a:gd name="connsiteY5" fmla="*/ 211196 h 218152"/>
                <a:gd name="connsiteX6" fmla="*/ 29350 w 254215"/>
                <a:gd name="connsiteY6" fmla="*/ 217149 h 218152"/>
                <a:gd name="connsiteX7" fmla="*/ 44998 w 254215"/>
                <a:gd name="connsiteY7" fmla="*/ 134991 h 21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4215" h="218152">
                  <a:moveTo>
                    <a:pt x="242910" y="172754"/>
                  </a:moveTo>
                  <a:lnTo>
                    <a:pt x="252096" y="124870"/>
                  </a:lnTo>
                  <a:lnTo>
                    <a:pt x="54099" y="87108"/>
                  </a:lnTo>
                  <a:lnTo>
                    <a:pt x="69749" y="4950"/>
                  </a:lnTo>
                  <a:lnTo>
                    <a:pt x="38279" y="-1003"/>
                  </a:lnTo>
                  <a:lnTo>
                    <a:pt x="-2120" y="211196"/>
                  </a:lnTo>
                  <a:lnTo>
                    <a:pt x="29350" y="217149"/>
                  </a:lnTo>
                  <a:lnTo>
                    <a:pt x="44998" y="13499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4F2F5218-9BD1-4EDE-99CF-03396EF26E70}"/>
                </a:ext>
              </a:extLst>
            </p:cNvPr>
            <p:cNvSpPr/>
            <p:nvPr/>
          </p:nvSpPr>
          <p:spPr>
            <a:xfrm rot="-4336199">
              <a:off x="2434054" y="-5582560"/>
              <a:ext cx="48563" cy="233547"/>
            </a:xfrm>
            <a:custGeom>
              <a:avLst/>
              <a:gdLst>
                <a:gd name="connsiteX0" fmla="*/ -2121 w 48563"/>
                <a:gd name="connsiteY0" fmla="*/ -658 h 233547"/>
                <a:gd name="connsiteX1" fmla="*/ 46443 w 48563"/>
                <a:gd name="connsiteY1" fmla="*/ -658 h 233547"/>
                <a:gd name="connsiteX2" fmla="*/ 46443 w 48563"/>
                <a:gd name="connsiteY2" fmla="*/ 232889 h 233547"/>
                <a:gd name="connsiteX3" fmla="*/ -2121 w 48563"/>
                <a:gd name="connsiteY3" fmla="*/ 232889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63" h="233547">
                  <a:moveTo>
                    <a:pt x="-2121" y="-658"/>
                  </a:moveTo>
                  <a:lnTo>
                    <a:pt x="46443" y="-658"/>
                  </a:lnTo>
                  <a:lnTo>
                    <a:pt x="46443" y="232889"/>
                  </a:lnTo>
                  <a:lnTo>
                    <a:pt x="-2121" y="23288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F0132F82-9886-4213-B075-5B8D4795FF5E}"/>
                </a:ext>
              </a:extLst>
            </p:cNvPr>
            <p:cNvSpPr/>
            <p:nvPr/>
          </p:nvSpPr>
          <p:spPr>
            <a:xfrm>
              <a:off x="2385866" y="-5814458"/>
              <a:ext cx="267481" cy="217728"/>
            </a:xfrm>
            <a:custGeom>
              <a:avLst/>
              <a:gdLst>
                <a:gd name="connsiteX0" fmla="*/ 245036 w 267481"/>
                <a:gd name="connsiteY0" fmla="*/ 216725 h 217728"/>
                <a:gd name="connsiteX1" fmla="*/ 265362 w 267481"/>
                <a:gd name="connsiteY1" fmla="*/ 172413 h 217728"/>
                <a:gd name="connsiteX2" fmla="*/ 82249 w 267481"/>
                <a:gd name="connsiteY2" fmla="*/ 88299 h 217728"/>
                <a:gd name="connsiteX3" fmla="*/ 117120 w 267481"/>
                <a:gd name="connsiteY3" fmla="*/ 12349 h 217728"/>
                <a:gd name="connsiteX4" fmla="*/ 88034 w 267481"/>
                <a:gd name="connsiteY4" fmla="*/ -1003 h 217728"/>
                <a:gd name="connsiteX5" fmla="*/ -2120 w 267481"/>
                <a:gd name="connsiteY5" fmla="*/ 195292 h 217728"/>
                <a:gd name="connsiteX6" fmla="*/ 26966 w 267481"/>
                <a:gd name="connsiteY6" fmla="*/ 208645 h 217728"/>
                <a:gd name="connsiteX7" fmla="*/ 61923 w 267481"/>
                <a:gd name="connsiteY7" fmla="*/ 132610 h 217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481" h="217728">
                  <a:moveTo>
                    <a:pt x="245036" y="216725"/>
                  </a:moveTo>
                  <a:lnTo>
                    <a:pt x="265362" y="172413"/>
                  </a:lnTo>
                  <a:lnTo>
                    <a:pt x="82249" y="88299"/>
                  </a:lnTo>
                  <a:lnTo>
                    <a:pt x="117120" y="12349"/>
                  </a:lnTo>
                  <a:lnTo>
                    <a:pt x="88034" y="-1003"/>
                  </a:lnTo>
                  <a:lnTo>
                    <a:pt x="-2120" y="195292"/>
                  </a:lnTo>
                  <a:lnTo>
                    <a:pt x="26966" y="208645"/>
                  </a:lnTo>
                  <a:lnTo>
                    <a:pt x="61923" y="13261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C3F00E30-5B58-441D-AD6B-32C5B1F222D8}"/>
                </a:ext>
              </a:extLst>
            </p:cNvPr>
            <p:cNvSpPr/>
            <p:nvPr/>
          </p:nvSpPr>
          <p:spPr>
            <a:xfrm>
              <a:off x="2526795" y="-6055065"/>
              <a:ext cx="270325" cy="254676"/>
            </a:xfrm>
            <a:custGeom>
              <a:avLst/>
              <a:gdLst>
                <a:gd name="connsiteX0" fmla="*/ 160409 w 270325"/>
                <a:gd name="connsiteY0" fmla="*/ 252621 h 254676"/>
                <a:gd name="connsiteX1" fmla="*/ 198341 w 270325"/>
                <a:gd name="connsiteY1" fmla="*/ 249559 h 254676"/>
                <a:gd name="connsiteX2" fmla="*/ 249371 w 270325"/>
                <a:gd name="connsiteY2" fmla="*/ 205843 h 254676"/>
                <a:gd name="connsiteX3" fmla="*/ 268169 w 270325"/>
                <a:gd name="connsiteY3" fmla="*/ 146308 h 254676"/>
                <a:gd name="connsiteX4" fmla="*/ 256091 w 270325"/>
                <a:gd name="connsiteY4" fmla="*/ 111268 h 254676"/>
                <a:gd name="connsiteX5" fmla="*/ 218499 w 270325"/>
                <a:gd name="connsiteY5" fmla="*/ 78863 h 254676"/>
                <a:gd name="connsiteX6" fmla="*/ 99429 w 270325"/>
                <a:gd name="connsiteY6" fmla="*/ -658 h 254676"/>
                <a:gd name="connsiteX7" fmla="*/ 75955 w 270325"/>
                <a:gd name="connsiteY7" fmla="*/ 34552 h 254676"/>
                <a:gd name="connsiteX8" fmla="*/ 198003 w 270325"/>
                <a:gd name="connsiteY8" fmla="*/ 115775 h 254676"/>
                <a:gd name="connsiteX9" fmla="*/ 230576 w 270325"/>
                <a:gd name="connsiteY9" fmla="*/ 150305 h 254676"/>
                <a:gd name="connsiteX10" fmla="*/ 223433 w 270325"/>
                <a:gd name="connsiteY10" fmla="*/ 186962 h 254676"/>
                <a:gd name="connsiteX11" fmla="*/ 190858 w 270325"/>
                <a:gd name="connsiteY11" fmla="*/ 208650 h 254676"/>
                <a:gd name="connsiteX12" fmla="*/ 143910 w 270325"/>
                <a:gd name="connsiteY12" fmla="*/ 190874 h 254676"/>
                <a:gd name="connsiteX13" fmla="*/ 24840 w 270325"/>
                <a:gd name="connsiteY13" fmla="*/ 111523 h 254676"/>
                <a:gd name="connsiteX14" fmla="*/ -2120 w 270325"/>
                <a:gd name="connsiteY14" fmla="*/ 152006 h 254676"/>
                <a:gd name="connsiteX15" fmla="*/ 116950 w 270325"/>
                <a:gd name="connsiteY15" fmla="*/ 231188 h 254676"/>
                <a:gd name="connsiteX16" fmla="*/ 160409 w 270325"/>
                <a:gd name="connsiteY16" fmla="*/ 252621 h 254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0325" h="254676">
                  <a:moveTo>
                    <a:pt x="160409" y="252621"/>
                  </a:moveTo>
                  <a:cubicBezTo>
                    <a:pt x="173082" y="255232"/>
                    <a:pt x="186265" y="254169"/>
                    <a:pt x="198341" y="249559"/>
                  </a:cubicBezTo>
                  <a:cubicBezTo>
                    <a:pt x="219689" y="240960"/>
                    <a:pt x="237635" y="225609"/>
                    <a:pt x="249371" y="205843"/>
                  </a:cubicBezTo>
                  <a:cubicBezTo>
                    <a:pt x="262129" y="188680"/>
                    <a:pt x="268763" y="167698"/>
                    <a:pt x="268169" y="146308"/>
                  </a:cubicBezTo>
                  <a:cubicBezTo>
                    <a:pt x="267658" y="133695"/>
                    <a:pt x="263491" y="121507"/>
                    <a:pt x="256091" y="111268"/>
                  </a:cubicBezTo>
                  <a:cubicBezTo>
                    <a:pt x="245374" y="98485"/>
                    <a:pt x="232702" y="87539"/>
                    <a:pt x="218499" y="78863"/>
                  </a:cubicBezTo>
                  <a:lnTo>
                    <a:pt x="99429" y="-658"/>
                  </a:lnTo>
                  <a:lnTo>
                    <a:pt x="75955" y="34552"/>
                  </a:lnTo>
                  <a:lnTo>
                    <a:pt x="198003" y="115775"/>
                  </a:lnTo>
                  <a:cubicBezTo>
                    <a:pt x="215692" y="127572"/>
                    <a:pt x="226578" y="139079"/>
                    <a:pt x="230576" y="150305"/>
                  </a:cubicBezTo>
                  <a:cubicBezTo>
                    <a:pt x="234405" y="162952"/>
                    <a:pt x="231767" y="176688"/>
                    <a:pt x="223433" y="186962"/>
                  </a:cubicBezTo>
                  <a:cubicBezTo>
                    <a:pt x="216884" y="199150"/>
                    <a:pt x="204637" y="207272"/>
                    <a:pt x="190858" y="208650"/>
                  </a:cubicBezTo>
                  <a:cubicBezTo>
                    <a:pt x="178356" y="209330"/>
                    <a:pt x="162706" y="203402"/>
                    <a:pt x="143910" y="190874"/>
                  </a:cubicBezTo>
                  <a:lnTo>
                    <a:pt x="24840" y="111523"/>
                  </a:lnTo>
                  <a:lnTo>
                    <a:pt x="-2120" y="152006"/>
                  </a:lnTo>
                  <a:lnTo>
                    <a:pt x="116950" y="231188"/>
                  </a:lnTo>
                  <a:cubicBezTo>
                    <a:pt x="130048" y="240875"/>
                    <a:pt x="144761" y="248130"/>
                    <a:pt x="160409" y="252621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0C80717F-6E66-4E13-9EA7-D90CA8729B5D}"/>
                </a:ext>
              </a:extLst>
            </p:cNvPr>
            <p:cNvSpPr/>
            <p:nvPr/>
          </p:nvSpPr>
          <p:spPr>
            <a:xfrm>
              <a:off x="2689409" y="-6294140"/>
              <a:ext cx="261613" cy="255575"/>
            </a:xfrm>
            <a:custGeom>
              <a:avLst/>
              <a:gdLst>
                <a:gd name="connsiteX0" fmla="*/ 226495 w 261613"/>
                <a:gd name="connsiteY0" fmla="*/ 254572 h 255575"/>
                <a:gd name="connsiteX1" fmla="*/ 259494 w 261613"/>
                <a:gd name="connsiteY1" fmla="*/ 218595 h 255575"/>
                <a:gd name="connsiteX2" fmla="*/ 111082 w 261613"/>
                <a:gd name="connsiteY2" fmla="*/ 82260 h 255575"/>
                <a:gd name="connsiteX3" fmla="*/ 167725 w 261613"/>
                <a:gd name="connsiteY3" fmla="*/ 20684 h 255575"/>
                <a:gd name="connsiteX4" fmla="*/ 144082 w 261613"/>
                <a:gd name="connsiteY4" fmla="*/ -1003 h 255575"/>
                <a:gd name="connsiteX5" fmla="*/ -2120 w 261613"/>
                <a:gd name="connsiteY5" fmla="*/ 158040 h 255575"/>
                <a:gd name="connsiteX6" fmla="*/ 21524 w 261613"/>
                <a:gd name="connsiteY6" fmla="*/ 179728 h 255575"/>
                <a:gd name="connsiteX7" fmla="*/ 78084 w 261613"/>
                <a:gd name="connsiteY7" fmla="*/ 118151 h 25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613" h="255575">
                  <a:moveTo>
                    <a:pt x="226495" y="254572"/>
                  </a:moveTo>
                  <a:lnTo>
                    <a:pt x="259494" y="218595"/>
                  </a:lnTo>
                  <a:lnTo>
                    <a:pt x="111082" y="82260"/>
                  </a:lnTo>
                  <a:lnTo>
                    <a:pt x="167725" y="20684"/>
                  </a:lnTo>
                  <a:lnTo>
                    <a:pt x="144082" y="-1003"/>
                  </a:lnTo>
                  <a:lnTo>
                    <a:pt x="-2120" y="158040"/>
                  </a:lnTo>
                  <a:lnTo>
                    <a:pt x="21524" y="179728"/>
                  </a:lnTo>
                  <a:lnTo>
                    <a:pt x="78084" y="1181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DE6C3E01-9EE5-42F2-BF5E-B1D5CBD5AD61}"/>
                </a:ext>
              </a:extLst>
            </p:cNvPr>
            <p:cNvSpPr/>
            <p:nvPr/>
          </p:nvSpPr>
          <p:spPr>
            <a:xfrm>
              <a:off x="2911391" y="-6453779"/>
              <a:ext cx="266462" cy="273265"/>
            </a:xfrm>
            <a:custGeom>
              <a:avLst/>
              <a:gdLst>
                <a:gd name="connsiteX0" fmla="*/ 243333 w 266462"/>
                <a:gd name="connsiteY0" fmla="*/ 149705 h 273265"/>
                <a:gd name="connsiteX1" fmla="*/ 162112 w 266462"/>
                <a:gd name="connsiteY1" fmla="*/ 215874 h 273265"/>
                <a:gd name="connsiteX2" fmla="*/ 116695 w 266462"/>
                <a:gd name="connsiteY2" fmla="*/ 160081 h 273265"/>
                <a:gd name="connsiteX3" fmla="*/ 178526 w 266462"/>
                <a:gd name="connsiteY3" fmla="*/ 109647 h 273265"/>
                <a:gd name="connsiteX4" fmla="*/ 158794 w 266462"/>
                <a:gd name="connsiteY4" fmla="*/ 85407 h 273265"/>
                <a:gd name="connsiteX5" fmla="*/ 96962 w 266462"/>
                <a:gd name="connsiteY5" fmla="*/ 135927 h 273265"/>
                <a:gd name="connsiteX6" fmla="*/ 55714 w 266462"/>
                <a:gd name="connsiteY6" fmla="*/ 85407 h 273265"/>
                <a:gd name="connsiteX7" fmla="*/ 131238 w 266462"/>
                <a:gd name="connsiteY7" fmla="*/ 23831 h 273265"/>
                <a:gd name="connsiteX8" fmla="*/ 110997 w 266462"/>
                <a:gd name="connsiteY8" fmla="*/ -1003 h 273265"/>
                <a:gd name="connsiteX9" fmla="*/ -2120 w 266462"/>
                <a:gd name="connsiteY9" fmla="*/ 91276 h 273265"/>
                <a:gd name="connsiteX10" fmla="*/ 145440 w 266462"/>
                <a:gd name="connsiteY10" fmla="*/ 272262 h 273265"/>
                <a:gd name="connsiteX11" fmla="*/ 264342 w 266462"/>
                <a:gd name="connsiteY11" fmla="*/ 175390 h 273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6462" h="273265">
                  <a:moveTo>
                    <a:pt x="243333" y="149705"/>
                  </a:moveTo>
                  <a:lnTo>
                    <a:pt x="162112" y="215874"/>
                  </a:lnTo>
                  <a:lnTo>
                    <a:pt x="116695" y="160081"/>
                  </a:lnTo>
                  <a:lnTo>
                    <a:pt x="178526" y="109647"/>
                  </a:lnTo>
                  <a:lnTo>
                    <a:pt x="158794" y="85407"/>
                  </a:lnTo>
                  <a:lnTo>
                    <a:pt x="96962" y="135927"/>
                  </a:lnTo>
                  <a:lnTo>
                    <a:pt x="55714" y="85407"/>
                  </a:lnTo>
                  <a:lnTo>
                    <a:pt x="131238" y="23831"/>
                  </a:lnTo>
                  <a:lnTo>
                    <a:pt x="110997" y="-1003"/>
                  </a:lnTo>
                  <a:lnTo>
                    <a:pt x="-2120" y="91276"/>
                  </a:lnTo>
                  <a:lnTo>
                    <a:pt x="145440" y="272262"/>
                  </a:lnTo>
                  <a:lnTo>
                    <a:pt x="264342" y="175390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38D2F5E4-BA98-4063-BE6B-6C8C2EAEE0DE}"/>
                </a:ext>
              </a:extLst>
            </p:cNvPr>
            <p:cNvSpPr/>
            <p:nvPr/>
          </p:nvSpPr>
          <p:spPr>
            <a:xfrm>
              <a:off x="3264008" y="-6672017"/>
              <a:ext cx="176138" cy="274541"/>
            </a:xfrm>
            <a:custGeom>
              <a:avLst/>
              <a:gdLst>
                <a:gd name="connsiteX0" fmla="*/ -2120 w 176138"/>
                <a:gd name="connsiteY0" fmla="*/ 64485 h 274541"/>
                <a:gd name="connsiteX1" fmla="*/ 101981 w 176138"/>
                <a:gd name="connsiteY1" fmla="*/ 273538 h 274541"/>
                <a:gd name="connsiteX2" fmla="*/ 145528 w 176138"/>
                <a:gd name="connsiteY2" fmla="*/ 251850 h 274541"/>
                <a:gd name="connsiteX3" fmla="*/ 101640 w 176138"/>
                <a:gd name="connsiteY3" fmla="*/ 163909 h 274541"/>
                <a:gd name="connsiteX4" fmla="*/ 174018 w 176138"/>
                <a:gd name="connsiteY4" fmla="*/ 127847 h 274541"/>
                <a:gd name="connsiteX5" fmla="*/ 159645 w 176138"/>
                <a:gd name="connsiteY5" fmla="*/ 99015 h 274541"/>
                <a:gd name="connsiteX6" fmla="*/ 87353 w 176138"/>
                <a:gd name="connsiteY6" fmla="*/ 135077 h 274541"/>
                <a:gd name="connsiteX7" fmla="*/ 55629 w 176138"/>
                <a:gd name="connsiteY7" fmla="*/ 71544 h 274541"/>
                <a:gd name="connsiteX8" fmla="*/ 143655 w 176138"/>
                <a:gd name="connsiteY8" fmla="*/ 27658 h 274541"/>
                <a:gd name="connsiteX9" fmla="*/ 129367 w 176138"/>
                <a:gd name="connsiteY9" fmla="*/ -1003 h 27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138" h="274541">
                  <a:moveTo>
                    <a:pt x="-2120" y="64485"/>
                  </a:moveTo>
                  <a:lnTo>
                    <a:pt x="101981" y="273538"/>
                  </a:lnTo>
                  <a:lnTo>
                    <a:pt x="145528" y="251850"/>
                  </a:lnTo>
                  <a:lnTo>
                    <a:pt x="101640" y="163909"/>
                  </a:lnTo>
                  <a:lnTo>
                    <a:pt x="174018" y="127847"/>
                  </a:lnTo>
                  <a:lnTo>
                    <a:pt x="159645" y="99015"/>
                  </a:lnTo>
                  <a:lnTo>
                    <a:pt x="87353" y="135077"/>
                  </a:lnTo>
                  <a:lnTo>
                    <a:pt x="55629" y="71544"/>
                  </a:lnTo>
                  <a:lnTo>
                    <a:pt x="143655" y="27658"/>
                  </a:lnTo>
                  <a:lnTo>
                    <a:pt x="129367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1EA71625-BE2C-4F47-99B0-1364A326E8EE}"/>
                </a:ext>
              </a:extLst>
            </p:cNvPr>
            <p:cNvSpPr/>
            <p:nvPr/>
          </p:nvSpPr>
          <p:spPr>
            <a:xfrm>
              <a:off x="3509248" y="-6758258"/>
              <a:ext cx="241255" cy="248104"/>
            </a:xfrm>
            <a:custGeom>
              <a:avLst/>
              <a:gdLst>
                <a:gd name="connsiteX0" fmla="*/ 62987 w 241255"/>
                <a:gd name="connsiteY0" fmla="*/ 234420 h 248104"/>
                <a:gd name="connsiteX1" fmla="*/ 154161 w 241255"/>
                <a:gd name="connsiteY1" fmla="*/ 240543 h 248104"/>
                <a:gd name="connsiteX2" fmla="*/ 227901 w 241255"/>
                <a:gd name="connsiteY2" fmla="*/ 182539 h 248104"/>
                <a:gd name="connsiteX3" fmla="*/ 231217 w 241255"/>
                <a:gd name="connsiteY3" fmla="*/ 86943 h 248104"/>
                <a:gd name="connsiteX4" fmla="*/ 173723 w 241255"/>
                <a:gd name="connsiteY4" fmla="*/ 11844 h 248104"/>
                <a:gd name="connsiteX5" fmla="*/ 81528 w 241255"/>
                <a:gd name="connsiteY5" fmla="*/ 6316 h 248104"/>
                <a:gd name="connsiteX6" fmla="*/ 9065 w 241255"/>
                <a:gd name="connsiteY6" fmla="*/ 64065 h 248104"/>
                <a:gd name="connsiteX7" fmla="*/ 5664 w 241255"/>
                <a:gd name="connsiteY7" fmla="*/ 159065 h 248104"/>
                <a:gd name="connsiteX8" fmla="*/ 62987 w 241255"/>
                <a:gd name="connsiteY8" fmla="*/ 234420 h 248104"/>
                <a:gd name="connsiteX9" fmla="*/ 52526 w 241255"/>
                <a:gd name="connsiteY9" fmla="*/ 75036 h 248104"/>
                <a:gd name="connsiteX10" fmla="*/ 128646 w 241255"/>
                <a:gd name="connsiteY10" fmla="*/ 37202 h 248104"/>
                <a:gd name="connsiteX11" fmla="*/ 145060 w 241255"/>
                <a:gd name="connsiteY11" fmla="*/ 45694 h 248104"/>
                <a:gd name="connsiteX12" fmla="*/ 182313 w 241255"/>
                <a:gd name="connsiteY12" fmla="*/ 102422 h 248104"/>
                <a:gd name="connsiteX13" fmla="*/ 185035 w 241255"/>
                <a:gd name="connsiteY13" fmla="*/ 171313 h 248104"/>
                <a:gd name="connsiteX14" fmla="*/ 145315 w 241255"/>
                <a:gd name="connsiteY14" fmla="*/ 209670 h 248104"/>
                <a:gd name="connsiteX15" fmla="*/ 92244 w 241255"/>
                <a:gd name="connsiteY15" fmla="*/ 200400 h 248104"/>
                <a:gd name="connsiteX16" fmla="*/ 54993 w 241255"/>
                <a:gd name="connsiteY16" fmla="*/ 143246 h 248104"/>
                <a:gd name="connsiteX17" fmla="*/ 52526 w 241255"/>
                <a:gd name="connsiteY17" fmla="*/ 75036 h 24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1255" h="248104">
                  <a:moveTo>
                    <a:pt x="62987" y="234420"/>
                  </a:moveTo>
                  <a:cubicBezTo>
                    <a:pt x="91139" y="249318"/>
                    <a:pt x="124308" y="251545"/>
                    <a:pt x="154161" y="240543"/>
                  </a:cubicBezTo>
                  <a:cubicBezTo>
                    <a:pt x="189628" y="229317"/>
                    <a:pt x="214121" y="209925"/>
                    <a:pt x="227901" y="182539"/>
                  </a:cubicBezTo>
                  <a:cubicBezTo>
                    <a:pt x="241678" y="155153"/>
                    <a:pt x="242784" y="123004"/>
                    <a:pt x="231217" y="86943"/>
                  </a:cubicBezTo>
                  <a:cubicBezTo>
                    <a:pt x="219649" y="50882"/>
                    <a:pt x="200768" y="26387"/>
                    <a:pt x="173723" y="11844"/>
                  </a:cubicBezTo>
                  <a:cubicBezTo>
                    <a:pt x="146677" y="-2700"/>
                    <a:pt x="115888" y="-4571"/>
                    <a:pt x="81528" y="6316"/>
                  </a:cubicBezTo>
                  <a:cubicBezTo>
                    <a:pt x="47169" y="17202"/>
                    <a:pt x="22759" y="36593"/>
                    <a:pt x="9065" y="64065"/>
                  </a:cubicBezTo>
                  <a:cubicBezTo>
                    <a:pt x="-4627" y="91536"/>
                    <a:pt x="-5734" y="123600"/>
                    <a:pt x="5664" y="159065"/>
                  </a:cubicBezTo>
                  <a:cubicBezTo>
                    <a:pt x="17061" y="194531"/>
                    <a:pt x="36027" y="219536"/>
                    <a:pt x="62987" y="234420"/>
                  </a:cubicBezTo>
                  <a:close/>
                  <a:moveTo>
                    <a:pt x="52526" y="75036"/>
                  </a:moveTo>
                  <a:cubicBezTo>
                    <a:pt x="63072" y="43558"/>
                    <a:pt x="97178" y="26620"/>
                    <a:pt x="128646" y="37202"/>
                  </a:cubicBezTo>
                  <a:cubicBezTo>
                    <a:pt x="134514" y="39174"/>
                    <a:pt x="140043" y="42037"/>
                    <a:pt x="145060" y="45694"/>
                  </a:cubicBezTo>
                  <a:cubicBezTo>
                    <a:pt x="163347" y="60051"/>
                    <a:pt x="176360" y="79966"/>
                    <a:pt x="182313" y="102422"/>
                  </a:cubicBezTo>
                  <a:cubicBezTo>
                    <a:pt x="190648" y="124492"/>
                    <a:pt x="191584" y="148656"/>
                    <a:pt x="185035" y="171313"/>
                  </a:cubicBezTo>
                  <a:cubicBezTo>
                    <a:pt x="179080" y="189934"/>
                    <a:pt x="164113" y="204327"/>
                    <a:pt x="145315" y="209670"/>
                  </a:cubicBezTo>
                  <a:cubicBezTo>
                    <a:pt x="127201" y="215778"/>
                    <a:pt x="107213" y="212287"/>
                    <a:pt x="92244" y="200400"/>
                  </a:cubicBezTo>
                  <a:cubicBezTo>
                    <a:pt x="73959" y="185856"/>
                    <a:pt x="60946" y="165812"/>
                    <a:pt x="54993" y="143246"/>
                  </a:cubicBezTo>
                  <a:cubicBezTo>
                    <a:pt x="46829" y="121370"/>
                    <a:pt x="45977" y="97444"/>
                    <a:pt x="52526" y="75036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C76F624D-4DF1-46E9-A67D-580A90D77B18}"/>
                </a:ext>
              </a:extLst>
            </p:cNvPr>
            <p:cNvSpPr/>
            <p:nvPr/>
          </p:nvSpPr>
          <p:spPr>
            <a:xfrm>
              <a:off x="3820149" y="-6818121"/>
              <a:ext cx="220876" cy="245101"/>
            </a:xfrm>
            <a:custGeom>
              <a:avLst/>
              <a:gdLst>
                <a:gd name="connsiteX0" fmla="*/ 127666 w 220876"/>
                <a:gd name="connsiteY0" fmla="*/ 120441 h 245101"/>
                <a:gd name="connsiteX1" fmla="*/ 156755 w 220876"/>
                <a:gd name="connsiteY1" fmla="*/ 88802 h 245101"/>
                <a:gd name="connsiteX2" fmla="*/ 163048 w 220876"/>
                <a:gd name="connsiteY2" fmla="*/ 48063 h 245101"/>
                <a:gd name="connsiteX3" fmla="*/ 84462 w 220876"/>
                <a:gd name="connsiteY3" fmla="*/ 860 h 245101"/>
                <a:gd name="connsiteX4" fmla="*/ -2120 w 220876"/>
                <a:gd name="connsiteY4" fmla="*/ 13193 h 245101"/>
                <a:gd name="connsiteX5" fmla="*/ 30795 w 220876"/>
                <a:gd name="connsiteY5" fmla="*/ 244444 h 245101"/>
                <a:gd name="connsiteX6" fmla="*/ 76128 w 220876"/>
                <a:gd name="connsiteY6" fmla="*/ 237980 h 245101"/>
                <a:gd name="connsiteX7" fmla="*/ 62604 w 220876"/>
                <a:gd name="connsiteY7" fmla="*/ 143404 h 245101"/>
                <a:gd name="connsiteX8" fmla="*/ 89140 w 220876"/>
                <a:gd name="connsiteY8" fmla="*/ 139662 h 245101"/>
                <a:gd name="connsiteX9" fmla="*/ 160156 w 220876"/>
                <a:gd name="connsiteY9" fmla="*/ 225818 h 245101"/>
                <a:gd name="connsiteX10" fmla="*/ 218757 w 220876"/>
                <a:gd name="connsiteY10" fmla="*/ 217313 h 245101"/>
                <a:gd name="connsiteX11" fmla="*/ 69323 w 220876"/>
                <a:gd name="connsiteY11" fmla="*/ 110150 h 245101"/>
                <a:gd name="connsiteX12" fmla="*/ 58181 w 220876"/>
                <a:gd name="connsiteY12" fmla="*/ 111766 h 245101"/>
                <a:gd name="connsiteX13" fmla="*/ 47805 w 220876"/>
                <a:gd name="connsiteY13" fmla="*/ 38708 h 245101"/>
                <a:gd name="connsiteX14" fmla="*/ 64815 w 220876"/>
                <a:gd name="connsiteY14" fmla="*/ 36326 h 245101"/>
                <a:gd name="connsiteX15" fmla="*/ 115845 w 220876"/>
                <a:gd name="connsiteY15" fmla="*/ 60565 h 245101"/>
                <a:gd name="connsiteX16" fmla="*/ 69323 w 220876"/>
                <a:gd name="connsiteY16" fmla="*/ 110150 h 24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0876" h="245101">
                  <a:moveTo>
                    <a:pt x="127666" y="120441"/>
                  </a:moveTo>
                  <a:cubicBezTo>
                    <a:pt x="140170" y="112856"/>
                    <a:pt x="150206" y="101885"/>
                    <a:pt x="156755" y="88802"/>
                  </a:cubicBezTo>
                  <a:cubicBezTo>
                    <a:pt x="163048" y="76200"/>
                    <a:pt x="165175" y="61967"/>
                    <a:pt x="163048" y="48063"/>
                  </a:cubicBezTo>
                  <a:cubicBezTo>
                    <a:pt x="157349" y="9848"/>
                    <a:pt x="131155" y="-5887"/>
                    <a:pt x="84462" y="860"/>
                  </a:cubicBezTo>
                  <a:lnTo>
                    <a:pt x="-2120" y="13193"/>
                  </a:lnTo>
                  <a:lnTo>
                    <a:pt x="30795" y="244444"/>
                  </a:lnTo>
                  <a:lnTo>
                    <a:pt x="76128" y="237980"/>
                  </a:lnTo>
                  <a:lnTo>
                    <a:pt x="62604" y="143404"/>
                  </a:lnTo>
                  <a:lnTo>
                    <a:pt x="89140" y="139662"/>
                  </a:lnTo>
                  <a:lnTo>
                    <a:pt x="160156" y="225818"/>
                  </a:lnTo>
                  <a:lnTo>
                    <a:pt x="218757" y="217313"/>
                  </a:lnTo>
                  <a:close/>
                  <a:moveTo>
                    <a:pt x="69323" y="110150"/>
                  </a:moveTo>
                  <a:lnTo>
                    <a:pt x="58181" y="111766"/>
                  </a:lnTo>
                  <a:lnTo>
                    <a:pt x="47805" y="38708"/>
                  </a:lnTo>
                  <a:lnTo>
                    <a:pt x="64815" y="36326"/>
                  </a:lnTo>
                  <a:cubicBezTo>
                    <a:pt x="95943" y="31904"/>
                    <a:pt x="112953" y="39983"/>
                    <a:pt x="115845" y="60565"/>
                  </a:cubicBezTo>
                  <a:cubicBezTo>
                    <a:pt x="119672" y="88632"/>
                    <a:pt x="104192" y="105160"/>
                    <a:pt x="69323" y="110150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C8D3720E-2C97-459B-9F43-9EE12CE093DD}"/>
                </a:ext>
              </a:extLst>
            </p:cNvPr>
            <p:cNvSpPr/>
            <p:nvPr/>
          </p:nvSpPr>
          <p:spPr>
            <a:xfrm>
              <a:off x="4231111" y="-6828169"/>
              <a:ext cx="229209" cy="246304"/>
            </a:xfrm>
            <a:custGeom>
              <a:avLst/>
              <a:gdLst>
                <a:gd name="connsiteX0" fmla="*/ 111508 w 229209"/>
                <a:gd name="connsiteY0" fmla="*/ -658 h 246304"/>
                <a:gd name="connsiteX1" fmla="*/ -2120 w 229209"/>
                <a:gd name="connsiteY1" fmla="*/ 222683 h 246304"/>
                <a:gd name="connsiteX2" fmla="*/ 33007 w 229209"/>
                <a:gd name="connsiteY2" fmla="*/ 226170 h 246304"/>
                <a:gd name="connsiteX3" fmla="*/ 63368 w 229209"/>
                <a:gd name="connsiteY3" fmla="*/ 166635 h 246304"/>
                <a:gd name="connsiteX4" fmla="*/ 159475 w 229209"/>
                <a:gd name="connsiteY4" fmla="*/ 176246 h 246304"/>
                <a:gd name="connsiteX5" fmla="*/ 177507 w 229209"/>
                <a:gd name="connsiteY5" fmla="*/ 240629 h 246304"/>
                <a:gd name="connsiteX6" fmla="*/ 227089 w 229209"/>
                <a:gd name="connsiteY6" fmla="*/ 245646 h 246304"/>
                <a:gd name="connsiteX7" fmla="*/ 159901 w 229209"/>
                <a:gd name="connsiteY7" fmla="*/ 4190 h 246304"/>
                <a:gd name="connsiteX8" fmla="*/ 78422 w 229209"/>
                <a:gd name="connsiteY8" fmla="*/ 136868 h 246304"/>
                <a:gd name="connsiteX9" fmla="*/ 123839 w 229209"/>
                <a:gd name="connsiteY9" fmla="*/ 47820 h 246304"/>
                <a:gd name="connsiteX10" fmla="*/ 150629 w 229209"/>
                <a:gd name="connsiteY10" fmla="*/ 144097 h 246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09" h="246304">
                  <a:moveTo>
                    <a:pt x="111508" y="-658"/>
                  </a:moveTo>
                  <a:lnTo>
                    <a:pt x="-2120" y="222683"/>
                  </a:lnTo>
                  <a:lnTo>
                    <a:pt x="33007" y="226170"/>
                  </a:lnTo>
                  <a:lnTo>
                    <a:pt x="63368" y="166635"/>
                  </a:lnTo>
                  <a:lnTo>
                    <a:pt x="159475" y="176246"/>
                  </a:lnTo>
                  <a:lnTo>
                    <a:pt x="177507" y="240629"/>
                  </a:lnTo>
                  <a:lnTo>
                    <a:pt x="227089" y="245646"/>
                  </a:lnTo>
                  <a:lnTo>
                    <a:pt x="159901" y="4190"/>
                  </a:lnTo>
                  <a:close/>
                  <a:moveTo>
                    <a:pt x="78422" y="136868"/>
                  </a:moveTo>
                  <a:lnTo>
                    <a:pt x="123839" y="47820"/>
                  </a:lnTo>
                  <a:lnTo>
                    <a:pt x="150629" y="144097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FD713843-EB0E-4EC1-A7BF-22B4922B5CE7}"/>
                </a:ext>
              </a:extLst>
            </p:cNvPr>
            <p:cNvSpPr/>
            <p:nvPr/>
          </p:nvSpPr>
          <p:spPr>
            <a:xfrm rot="-4628399">
              <a:off x="4460795" y="-6697974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140309E5-75EC-4529-976D-4F0DB4882D9F}"/>
                </a:ext>
              </a:extLst>
            </p:cNvPr>
            <p:cNvSpPr/>
            <p:nvPr/>
          </p:nvSpPr>
          <p:spPr>
            <a:xfrm rot="-4019400">
              <a:off x="4762627" y="-6600379"/>
              <a:ext cx="233547" cy="48563"/>
            </a:xfrm>
            <a:custGeom>
              <a:avLst/>
              <a:gdLst>
                <a:gd name="connsiteX0" fmla="*/ -2120 w 233547"/>
                <a:gd name="connsiteY0" fmla="*/ -658 h 48563"/>
                <a:gd name="connsiteX1" fmla="*/ 231427 w 233547"/>
                <a:gd name="connsiteY1" fmla="*/ -658 h 48563"/>
                <a:gd name="connsiteX2" fmla="*/ 231427 w 233547"/>
                <a:gd name="connsiteY2" fmla="*/ 47905 h 48563"/>
                <a:gd name="connsiteX3" fmla="*/ -2120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0" y="-658"/>
                  </a:moveTo>
                  <a:lnTo>
                    <a:pt x="231427" y="-658"/>
                  </a:lnTo>
                  <a:lnTo>
                    <a:pt x="231427" y="47905"/>
                  </a:lnTo>
                  <a:lnTo>
                    <a:pt x="-2120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95BBC9AA-A44D-4631-9AD4-B29B085996B2}"/>
                </a:ext>
              </a:extLst>
            </p:cNvPr>
            <p:cNvSpPr/>
            <p:nvPr/>
          </p:nvSpPr>
          <p:spPr>
            <a:xfrm>
              <a:off x="4943831" y="-6621753"/>
              <a:ext cx="281940" cy="297504"/>
            </a:xfrm>
            <a:custGeom>
              <a:avLst/>
              <a:gdLst>
                <a:gd name="connsiteX0" fmla="*/ -2120 w 281940"/>
                <a:gd name="connsiteY0" fmla="*/ 200565 h 297504"/>
                <a:gd name="connsiteX1" fmla="*/ 31474 w 281940"/>
                <a:gd name="connsiteY1" fmla="*/ 220297 h 297504"/>
                <a:gd name="connsiteX2" fmla="*/ 112101 w 281940"/>
                <a:gd name="connsiteY2" fmla="*/ 82601 h 297504"/>
                <a:gd name="connsiteX3" fmla="*/ 124265 w 281940"/>
                <a:gd name="connsiteY3" fmla="*/ 274558 h 297504"/>
                <a:gd name="connsiteX4" fmla="*/ 161857 w 281940"/>
                <a:gd name="connsiteY4" fmla="*/ 296502 h 297504"/>
                <a:gd name="connsiteX5" fmla="*/ 279820 w 281940"/>
                <a:gd name="connsiteY5" fmla="*/ 94933 h 297504"/>
                <a:gd name="connsiteX6" fmla="*/ 246140 w 281940"/>
                <a:gd name="connsiteY6" fmla="*/ 75286 h 297504"/>
                <a:gd name="connsiteX7" fmla="*/ 165598 w 281940"/>
                <a:gd name="connsiteY7" fmla="*/ 212982 h 297504"/>
                <a:gd name="connsiteX8" fmla="*/ 152756 w 281940"/>
                <a:gd name="connsiteY8" fmla="*/ 20599 h 297504"/>
                <a:gd name="connsiteX9" fmla="*/ 115845 w 281940"/>
                <a:gd name="connsiteY9" fmla="*/ -1003 h 29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940" h="297504">
                  <a:moveTo>
                    <a:pt x="-2120" y="200565"/>
                  </a:moveTo>
                  <a:lnTo>
                    <a:pt x="31474" y="220297"/>
                  </a:lnTo>
                  <a:lnTo>
                    <a:pt x="112101" y="82601"/>
                  </a:lnTo>
                  <a:lnTo>
                    <a:pt x="124265" y="274558"/>
                  </a:lnTo>
                  <a:lnTo>
                    <a:pt x="161857" y="296502"/>
                  </a:lnTo>
                  <a:lnTo>
                    <a:pt x="279820" y="94933"/>
                  </a:lnTo>
                  <a:lnTo>
                    <a:pt x="246140" y="75286"/>
                  </a:lnTo>
                  <a:lnTo>
                    <a:pt x="165598" y="212982"/>
                  </a:lnTo>
                  <a:lnTo>
                    <a:pt x="152756" y="20599"/>
                  </a:lnTo>
                  <a:lnTo>
                    <a:pt x="115845" y="-100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11FB7962-9333-4600-9A4E-F77AFB8B74D4}"/>
                </a:ext>
              </a:extLst>
            </p:cNvPr>
            <p:cNvSpPr/>
            <p:nvPr/>
          </p:nvSpPr>
          <p:spPr>
            <a:xfrm>
              <a:off x="5297299" y="-6343639"/>
              <a:ext cx="331269" cy="331354"/>
            </a:xfrm>
            <a:custGeom>
              <a:avLst/>
              <a:gdLst>
                <a:gd name="connsiteX0" fmla="*/ 329149 w 331269"/>
                <a:gd name="connsiteY0" fmla="*/ 166800 h 331354"/>
                <a:gd name="connsiteX1" fmla="*/ 289602 w 331269"/>
                <a:gd name="connsiteY1" fmla="*/ 126486 h 331354"/>
                <a:gd name="connsiteX2" fmla="*/ 131749 w 331269"/>
                <a:gd name="connsiteY2" fmla="*/ 200140 h 331354"/>
                <a:gd name="connsiteX3" fmla="*/ 209739 w 331269"/>
                <a:gd name="connsiteY3" fmla="*/ 45009 h 331354"/>
                <a:gd name="connsiteX4" fmla="*/ 164662 w 331269"/>
                <a:gd name="connsiteY4" fmla="*/ -1003 h 331354"/>
                <a:gd name="connsiteX5" fmla="*/ -2120 w 331269"/>
                <a:gd name="connsiteY5" fmla="*/ 162548 h 331354"/>
                <a:gd name="connsiteX6" fmla="*/ 24670 w 331269"/>
                <a:gd name="connsiteY6" fmla="*/ 189764 h 331354"/>
                <a:gd name="connsiteX7" fmla="*/ 152160 w 331269"/>
                <a:gd name="connsiteY7" fmla="*/ 64740 h 331354"/>
                <a:gd name="connsiteX8" fmla="*/ 74936 w 331269"/>
                <a:gd name="connsiteY8" fmla="*/ 218766 h 331354"/>
                <a:gd name="connsiteX9" fmla="*/ 102322 w 331269"/>
                <a:gd name="connsiteY9" fmla="*/ 246662 h 331354"/>
                <a:gd name="connsiteX10" fmla="*/ 256857 w 331269"/>
                <a:gd name="connsiteY10" fmla="*/ 174880 h 331354"/>
                <a:gd name="connsiteX11" fmla="*/ 131067 w 331269"/>
                <a:gd name="connsiteY11" fmla="*/ 298288 h 331354"/>
                <a:gd name="connsiteX12" fmla="*/ 162450 w 331269"/>
                <a:gd name="connsiteY12" fmla="*/ 330351 h 33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69" h="331354">
                  <a:moveTo>
                    <a:pt x="329149" y="166800"/>
                  </a:moveTo>
                  <a:lnTo>
                    <a:pt x="289602" y="126486"/>
                  </a:lnTo>
                  <a:lnTo>
                    <a:pt x="131749" y="200140"/>
                  </a:lnTo>
                  <a:lnTo>
                    <a:pt x="209739" y="45009"/>
                  </a:lnTo>
                  <a:lnTo>
                    <a:pt x="164662" y="-1003"/>
                  </a:lnTo>
                  <a:lnTo>
                    <a:pt x="-2120" y="162548"/>
                  </a:lnTo>
                  <a:lnTo>
                    <a:pt x="24670" y="189764"/>
                  </a:lnTo>
                  <a:lnTo>
                    <a:pt x="152160" y="64740"/>
                  </a:lnTo>
                  <a:lnTo>
                    <a:pt x="74936" y="218766"/>
                  </a:lnTo>
                  <a:lnTo>
                    <a:pt x="102322" y="246662"/>
                  </a:lnTo>
                  <a:lnTo>
                    <a:pt x="256857" y="174880"/>
                  </a:lnTo>
                  <a:lnTo>
                    <a:pt x="131067" y="298288"/>
                  </a:lnTo>
                  <a:lnTo>
                    <a:pt x="162450" y="330351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903CC11D-FD77-4259-AC64-FAFBF5B98EAE}"/>
                </a:ext>
              </a:extLst>
            </p:cNvPr>
            <p:cNvSpPr/>
            <p:nvPr/>
          </p:nvSpPr>
          <p:spPr>
            <a:xfrm>
              <a:off x="5517067" y="-6073946"/>
              <a:ext cx="274967" cy="259742"/>
            </a:xfrm>
            <a:custGeom>
              <a:avLst/>
              <a:gdLst>
                <a:gd name="connsiteX0" fmla="*/ 113123 w 274967"/>
                <a:gd name="connsiteY0" fmla="*/ 239688 h 259742"/>
                <a:gd name="connsiteX1" fmla="*/ 52909 w 274967"/>
                <a:gd name="connsiteY1" fmla="*/ 153958 h 259742"/>
                <a:gd name="connsiteX2" fmla="*/ 111763 w 274967"/>
                <a:gd name="connsiteY2" fmla="*/ 112623 h 259742"/>
                <a:gd name="connsiteX3" fmla="*/ 157689 w 274967"/>
                <a:gd name="connsiteY3" fmla="*/ 177942 h 259742"/>
                <a:gd name="connsiteX4" fmla="*/ 183289 w 274967"/>
                <a:gd name="connsiteY4" fmla="*/ 159996 h 259742"/>
                <a:gd name="connsiteX5" fmla="*/ 137363 w 274967"/>
                <a:gd name="connsiteY5" fmla="*/ 94678 h 259742"/>
                <a:gd name="connsiteX6" fmla="*/ 190690 w 274967"/>
                <a:gd name="connsiteY6" fmla="*/ 57171 h 259742"/>
                <a:gd name="connsiteX7" fmla="*/ 246651 w 274967"/>
                <a:gd name="connsiteY7" fmla="*/ 136863 h 259742"/>
                <a:gd name="connsiteX8" fmla="*/ 272847 w 274967"/>
                <a:gd name="connsiteY8" fmla="*/ 118407 h 259742"/>
                <a:gd name="connsiteX9" fmla="*/ 188904 w 274967"/>
                <a:gd name="connsiteY9" fmla="*/ -1003 h 259742"/>
                <a:gd name="connsiteX10" fmla="*/ -2120 w 274967"/>
                <a:gd name="connsiteY10" fmla="*/ 133291 h 259742"/>
                <a:gd name="connsiteX11" fmla="*/ 86078 w 274967"/>
                <a:gd name="connsiteY11" fmla="*/ 258739 h 25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967" h="259742">
                  <a:moveTo>
                    <a:pt x="113123" y="239688"/>
                  </a:moveTo>
                  <a:lnTo>
                    <a:pt x="52909" y="153958"/>
                  </a:lnTo>
                  <a:lnTo>
                    <a:pt x="111763" y="112623"/>
                  </a:lnTo>
                  <a:lnTo>
                    <a:pt x="157689" y="177942"/>
                  </a:lnTo>
                  <a:lnTo>
                    <a:pt x="183289" y="159996"/>
                  </a:lnTo>
                  <a:lnTo>
                    <a:pt x="137363" y="94678"/>
                  </a:lnTo>
                  <a:lnTo>
                    <a:pt x="190690" y="57171"/>
                  </a:lnTo>
                  <a:lnTo>
                    <a:pt x="246651" y="136863"/>
                  </a:lnTo>
                  <a:lnTo>
                    <a:pt x="272847" y="118407"/>
                  </a:lnTo>
                  <a:lnTo>
                    <a:pt x="188904" y="-1003"/>
                  </a:lnTo>
                  <a:lnTo>
                    <a:pt x="-2120" y="133291"/>
                  </a:lnTo>
                  <a:lnTo>
                    <a:pt x="86078" y="25873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E88F9480-6828-4BEA-8145-81EE53F16823}"/>
                </a:ext>
              </a:extLst>
            </p:cNvPr>
            <p:cNvSpPr/>
            <p:nvPr/>
          </p:nvSpPr>
          <p:spPr>
            <a:xfrm>
              <a:off x="5644389" y="-5853666"/>
              <a:ext cx="269503" cy="257007"/>
            </a:xfrm>
            <a:custGeom>
              <a:avLst/>
              <a:gdLst>
                <a:gd name="connsiteX0" fmla="*/ 40488 w 269503"/>
                <a:gd name="connsiteY0" fmla="*/ 189088 h 257007"/>
                <a:gd name="connsiteX1" fmla="*/ 107083 w 269503"/>
                <a:gd name="connsiteY1" fmla="*/ 251770 h 257007"/>
                <a:gd name="connsiteX2" fmla="*/ 201063 w 269503"/>
                <a:gd name="connsiteY2" fmla="*/ 239523 h 257007"/>
                <a:gd name="connsiteX3" fmla="*/ 262810 w 269503"/>
                <a:gd name="connsiteY3" fmla="*/ 176841 h 257007"/>
                <a:gd name="connsiteX4" fmla="*/ 251753 w 269503"/>
                <a:gd name="connsiteY4" fmla="*/ 89495 h 257007"/>
                <a:gd name="connsiteX5" fmla="*/ 207272 w 269503"/>
                <a:gd name="connsiteY5" fmla="*/ -658 h 257007"/>
                <a:gd name="connsiteX6" fmla="*/ -2120 w 269503"/>
                <a:gd name="connsiteY6" fmla="*/ 102762 h 257007"/>
                <a:gd name="connsiteX7" fmla="*/ 200042 w 269503"/>
                <a:gd name="connsiteY7" fmla="*/ 57091 h 257007"/>
                <a:gd name="connsiteX8" fmla="*/ 213055 w 269503"/>
                <a:gd name="connsiteY8" fmla="*/ 83456 h 257007"/>
                <a:gd name="connsiteX9" fmla="*/ 226749 w 269503"/>
                <a:gd name="connsiteY9" fmla="*/ 124365 h 257007"/>
                <a:gd name="connsiteX10" fmla="*/ 218925 w 269503"/>
                <a:gd name="connsiteY10" fmla="*/ 156259 h 257007"/>
                <a:gd name="connsiteX11" fmla="*/ 175719 w 269503"/>
                <a:gd name="connsiteY11" fmla="*/ 194446 h 257007"/>
                <a:gd name="connsiteX12" fmla="*/ 109550 w 269503"/>
                <a:gd name="connsiteY12" fmla="*/ 206098 h 257007"/>
                <a:gd name="connsiteX13" fmla="*/ 65154 w 269503"/>
                <a:gd name="connsiteY13" fmla="*/ 164254 h 257007"/>
                <a:gd name="connsiteX14" fmla="*/ 49078 w 269503"/>
                <a:gd name="connsiteY14" fmla="*/ 131679 h 25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9503" h="257007">
                  <a:moveTo>
                    <a:pt x="40488" y="189088"/>
                  </a:moveTo>
                  <a:cubicBezTo>
                    <a:pt x="56734" y="221977"/>
                    <a:pt x="78931" y="242865"/>
                    <a:pt x="107083" y="251770"/>
                  </a:cubicBezTo>
                  <a:cubicBezTo>
                    <a:pt x="135235" y="260675"/>
                    <a:pt x="166618" y="256592"/>
                    <a:pt x="201063" y="239523"/>
                  </a:cubicBezTo>
                  <a:cubicBezTo>
                    <a:pt x="233553" y="223474"/>
                    <a:pt x="254135" y="202586"/>
                    <a:pt x="262810" y="176841"/>
                  </a:cubicBezTo>
                  <a:cubicBezTo>
                    <a:pt x="271485" y="151096"/>
                    <a:pt x="267829" y="121984"/>
                    <a:pt x="251753" y="89495"/>
                  </a:cubicBezTo>
                  <a:lnTo>
                    <a:pt x="207272" y="-658"/>
                  </a:lnTo>
                  <a:lnTo>
                    <a:pt x="-2120" y="102762"/>
                  </a:lnTo>
                  <a:close/>
                  <a:moveTo>
                    <a:pt x="200042" y="57091"/>
                  </a:moveTo>
                  <a:lnTo>
                    <a:pt x="213055" y="83456"/>
                  </a:lnTo>
                  <a:cubicBezTo>
                    <a:pt x="220029" y="96154"/>
                    <a:pt x="224708" y="110017"/>
                    <a:pt x="226749" y="124365"/>
                  </a:cubicBezTo>
                  <a:cubicBezTo>
                    <a:pt x="227430" y="135549"/>
                    <a:pt x="224708" y="146674"/>
                    <a:pt x="218925" y="156259"/>
                  </a:cubicBezTo>
                  <a:cubicBezTo>
                    <a:pt x="208717" y="173073"/>
                    <a:pt x="193663" y="186392"/>
                    <a:pt x="175719" y="194446"/>
                  </a:cubicBezTo>
                  <a:cubicBezTo>
                    <a:pt x="149863" y="207204"/>
                    <a:pt x="127834" y="211091"/>
                    <a:pt x="109550" y="206098"/>
                  </a:cubicBezTo>
                  <a:cubicBezTo>
                    <a:pt x="91265" y="201106"/>
                    <a:pt x="76466" y="187158"/>
                    <a:pt x="65154" y="164254"/>
                  </a:cubicBezTo>
                  <a:lnTo>
                    <a:pt x="49078" y="131679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46BF2111-E6F0-4539-8C2E-F0C7298FB0A1}"/>
                </a:ext>
              </a:extLst>
            </p:cNvPr>
            <p:cNvSpPr/>
            <p:nvPr/>
          </p:nvSpPr>
          <p:spPr>
            <a:xfrm rot="-1129199">
              <a:off x="5765266" y="-5523327"/>
              <a:ext cx="233547" cy="48563"/>
            </a:xfrm>
            <a:custGeom>
              <a:avLst/>
              <a:gdLst>
                <a:gd name="connsiteX0" fmla="*/ -2119 w 233547"/>
                <a:gd name="connsiteY0" fmla="*/ -658 h 48563"/>
                <a:gd name="connsiteX1" fmla="*/ 231428 w 233547"/>
                <a:gd name="connsiteY1" fmla="*/ -658 h 48563"/>
                <a:gd name="connsiteX2" fmla="*/ 231428 w 233547"/>
                <a:gd name="connsiteY2" fmla="*/ 47905 h 48563"/>
                <a:gd name="connsiteX3" fmla="*/ -2119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19" y="-658"/>
                  </a:moveTo>
                  <a:lnTo>
                    <a:pt x="231428" y="-658"/>
                  </a:lnTo>
                  <a:lnTo>
                    <a:pt x="231428" y="47905"/>
                  </a:lnTo>
                  <a:lnTo>
                    <a:pt x="-2119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EB593B17-D012-4AF8-9C36-6FD828D07EA1}"/>
                </a:ext>
              </a:extLst>
            </p:cNvPr>
            <p:cNvSpPr/>
            <p:nvPr/>
          </p:nvSpPr>
          <p:spPr>
            <a:xfrm>
              <a:off x="5820889" y="-5387229"/>
              <a:ext cx="251335" cy="224423"/>
            </a:xfrm>
            <a:custGeom>
              <a:avLst/>
              <a:gdLst>
                <a:gd name="connsiteX0" fmla="*/ 96771 w 251335"/>
                <a:gd name="connsiteY0" fmla="*/ 2635 h 224423"/>
                <a:gd name="connsiteX1" fmla="*/ 14952 w 251335"/>
                <a:gd name="connsiteY1" fmla="*/ 52389 h 224423"/>
                <a:gd name="connsiteX2" fmla="*/ 1686 w 251335"/>
                <a:gd name="connsiteY2" fmla="*/ 147220 h 224423"/>
                <a:gd name="connsiteX3" fmla="*/ 32984 w 251335"/>
                <a:gd name="connsiteY3" fmla="*/ 223765 h 224423"/>
                <a:gd name="connsiteX4" fmla="*/ 68025 w 251335"/>
                <a:gd name="connsiteY4" fmla="*/ 216451 h 224423"/>
                <a:gd name="connsiteX5" fmla="*/ 36895 w 251335"/>
                <a:gd name="connsiteY5" fmla="*/ 152068 h 224423"/>
                <a:gd name="connsiteX6" fmla="*/ 47867 w 251335"/>
                <a:gd name="connsiteY6" fmla="*/ 88621 h 224423"/>
                <a:gd name="connsiteX7" fmla="*/ 108083 w 251335"/>
                <a:gd name="connsiteY7" fmla="*/ 54090 h 224423"/>
                <a:gd name="connsiteX8" fmla="*/ 177228 w 251335"/>
                <a:gd name="connsiteY8" fmla="*/ 60129 h 224423"/>
                <a:gd name="connsiteX9" fmla="*/ 211844 w 251335"/>
                <a:gd name="connsiteY9" fmla="*/ 111159 h 224423"/>
                <a:gd name="connsiteX10" fmla="*/ 211844 w 251335"/>
                <a:gd name="connsiteY10" fmla="*/ 184387 h 224423"/>
                <a:gd name="connsiteX11" fmla="*/ 249095 w 251335"/>
                <a:gd name="connsiteY11" fmla="*/ 176648 h 224423"/>
                <a:gd name="connsiteX12" fmla="*/ 242378 w 251335"/>
                <a:gd name="connsiteY12" fmla="*/ 100528 h 224423"/>
                <a:gd name="connsiteX13" fmla="*/ 192537 w 251335"/>
                <a:gd name="connsiteY13" fmla="*/ 16839 h 224423"/>
                <a:gd name="connsiteX14" fmla="*/ 96771 w 251335"/>
                <a:gd name="connsiteY14" fmla="*/ 2635 h 22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1335" h="224423">
                  <a:moveTo>
                    <a:pt x="96771" y="2635"/>
                  </a:moveTo>
                  <a:cubicBezTo>
                    <a:pt x="58924" y="10519"/>
                    <a:pt x="31709" y="27104"/>
                    <a:pt x="14952" y="52389"/>
                  </a:cubicBezTo>
                  <a:cubicBezTo>
                    <a:pt x="-1803" y="77675"/>
                    <a:pt x="-6225" y="109288"/>
                    <a:pt x="1686" y="147220"/>
                  </a:cubicBezTo>
                  <a:cubicBezTo>
                    <a:pt x="6617" y="174657"/>
                    <a:pt x="17248" y="200742"/>
                    <a:pt x="32984" y="223765"/>
                  </a:cubicBezTo>
                  <a:lnTo>
                    <a:pt x="68025" y="216451"/>
                  </a:lnTo>
                  <a:cubicBezTo>
                    <a:pt x="52801" y="197706"/>
                    <a:pt x="42084" y="175661"/>
                    <a:pt x="36895" y="152068"/>
                  </a:cubicBezTo>
                  <a:cubicBezTo>
                    <a:pt x="31028" y="130338"/>
                    <a:pt x="35025" y="107128"/>
                    <a:pt x="47867" y="88621"/>
                  </a:cubicBezTo>
                  <a:cubicBezTo>
                    <a:pt x="60369" y="71611"/>
                    <a:pt x="80442" y="59789"/>
                    <a:pt x="108083" y="54090"/>
                  </a:cubicBezTo>
                  <a:cubicBezTo>
                    <a:pt x="135725" y="48392"/>
                    <a:pt x="159113" y="50263"/>
                    <a:pt x="177228" y="60129"/>
                  </a:cubicBezTo>
                  <a:cubicBezTo>
                    <a:pt x="195939" y="70956"/>
                    <a:pt x="208696" y="89752"/>
                    <a:pt x="211844" y="111159"/>
                  </a:cubicBezTo>
                  <a:cubicBezTo>
                    <a:pt x="215841" y="135407"/>
                    <a:pt x="215841" y="160139"/>
                    <a:pt x="211844" y="184387"/>
                  </a:cubicBezTo>
                  <a:lnTo>
                    <a:pt x="249095" y="176648"/>
                  </a:lnTo>
                  <a:cubicBezTo>
                    <a:pt x="249776" y="151098"/>
                    <a:pt x="247565" y="125558"/>
                    <a:pt x="242378" y="100528"/>
                  </a:cubicBezTo>
                  <a:cubicBezTo>
                    <a:pt x="234296" y="61464"/>
                    <a:pt x="217627" y="33568"/>
                    <a:pt x="192537" y="16839"/>
                  </a:cubicBezTo>
                  <a:cubicBezTo>
                    <a:pt x="167448" y="109"/>
                    <a:pt x="135469" y="-4620"/>
                    <a:pt x="96771" y="2635"/>
                  </a:cubicBez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B961FB9A-C909-4122-B819-919FE1045724}"/>
                </a:ext>
              </a:extLst>
            </p:cNvPr>
            <p:cNvSpPr/>
            <p:nvPr/>
          </p:nvSpPr>
          <p:spPr>
            <a:xfrm rot="-285000">
              <a:off x="5855208" y="-5092962"/>
              <a:ext cx="233547" cy="48563"/>
            </a:xfrm>
            <a:custGeom>
              <a:avLst/>
              <a:gdLst>
                <a:gd name="connsiteX0" fmla="*/ -2121 w 233547"/>
                <a:gd name="connsiteY0" fmla="*/ -658 h 48563"/>
                <a:gd name="connsiteX1" fmla="*/ 231426 w 233547"/>
                <a:gd name="connsiteY1" fmla="*/ -658 h 48563"/>
                <a:gd name="connsiteX2" fmla="*/ 231426 w 233547"/>
                <a:gd name="connsiteY2" fmla="*/ 47905 h 48563"/>
                <a:gd name="connsiteX3" fmla="*/ -2121 w 233547"/>
                <a:gd name="connsiteY3" fmla="*/ 47905 h 48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547" h="48563">
                  <a:moveTo>
                    <a:pt x="-2121" y="-658"/>
                  </a:moveTo>
                  <a:lnTo>
                    <a:pt x="231426" y="-658"/>
                  </a:lnTo>
                  <a:lnTo>
                    <a:pt x="231426" y="47905"/>
                  </a:lnTo>
                  <a:lnTo>
                    <a:pt x="-2121" y="4790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8EE05D02-CE61-43B3-A3C3-3EB1869C6EC2}"/>
                </a:ext>
              </a:extLst>
            </p:cNvPr>
            <p:cNvSpPr/>
            <p:nvPr/>
          </p:nvSpPr>
          <p:spPr>
            <a:xfrm>
              <a:off x="5855907" y="-4938103"/>
              <a:ext cx="241456" cy="199782"/>
            </a:xfrm>
            <a:custGeom>
              <a:avLst/>
              <a:gdLst>
                <a:gd name="connsiteX0" fmla="*/ -2120 w 241456"/>
                <a:gd name="connsiteY0" fmla="*/ 188828 h 199782"/>
                <a:gd name="connsiteX1" fmla="*/ 231257 w 241456"/>
                <a:gd name="connsiteY1" fmla="*/ 198779 h 199782"/>
                <a:gd name="connsiteX2" fmla="*/ 232874 w 241456"/>
                <a:gd name="connsiteY2" fmla="*/ 159826 h 199782"/>
                <a:gd name="connsiteX3" fmla="*/ 73488 w 241456"/>
                <a:gd name="connsiteY3" fmla="*/ 153022 h 199782"/>
                <a:gd name="connsiteX4" fmla="*/ 237465 w 241456"/>
                <a:gd name="connsiteY4" fmla="*/ 51642 h 199782"/>
                <a:gd name="connsiteX5" fmla="*/ 239336 w 241456"/>
                <a:gd name="connsiteY5" fmla="*/ 8947 h 199782"/>
                <a:gd name="connsiteX6" fmla="*/ 5959 w 241456"/>
                <a:gd name="connsiteY6" fmla="*/ -1003 h 199782"/>
                <a:gd name="connsiteX7" fmla="*/ 4259 w 241456"/>
                <a:gd name="connsiteY7" fmla="*/ 37949 h 199782"/>
                <a:gd name="connsiteX8" fmla="*/ 163727 w 241456"/>
                <a:gd name="connsiteY8" fmla="*/ 44753 h 199782"/>
                <a:gd name="connsiteX9" fmla="*/ -249 w 241456"/>
                <a:gd name="connsiteY9" fmla="*/ 145283 h 199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456" h="199782">
                  <a:moveTo>
                    <a:pt x="-2120" y="188828"/>
                  </a:moveTo>
                  <a:lnTo>
                    <a:pt x="231257" y="198779"/>
                  </a:lnTo>
                  <a:lnTo>
                    <a:pt x="232874" y="159826"/>
                  </a:lnTo>
                  <a:lnTo>
                    <a:pt x="73488" y="153022"/>
                  </a:lnTo>
                  <a:lnTo>
                    <a:pt x="237465" y="51642"/>
                  </a:lnTo>
                  <a:lnTo>
                    <a:pt x="239336" y="8947"/>
                  </a:lnTo>
                  <a:lnTo>
                    <a:pt x="5959" y="-1003"/>
                  </a:lnTo>
                  <a:lnTo>
                    <a:pt x="4259" y="37949"/>
                  </a:lnTo>
                  <a:lnTo>
                    <a:pt x="163727" y="44753"/>
                  </a:lnTo>
                  <a:lnTo>
                    <a:pt x="-249" y="145283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1B5B8DA6-DD12-4960-B5AF-7840C7FDA243}"/>
                </a:ext>
              </a:extLst>
            </p:cNvPr>
            <p:cNvSpPr/>
            <p:nvPr/>
          </p:nvSpPr>
          <p:spPr>
            <a:xfrm>
              <a:off x="5813553" y="-4656502"/>
              <a:ext cx="258636" cy="188215"/>
            </a:xfrm>
            <a:custGeom>
              <a:avLst/>
              <a:gdLst>
                <a:gd name="connsiteX0" fmla="*/ 30370 w 258636"/>
                <a:gd name="connsiteY0" fmla="*/ 155914 h 188215"/>
                <a:gd name="connsiteX1" fmla="*/ 50525 w 258636"/>
                <a:gd name="connsiteY1" fmla="*/ 53088 h 188215"/>
                <a:gd name="connsiteX2" fmla="*/ 121117 w 258636"/>
                <a:gd name="connsiteY2" fmla="*/ 66951 h 188215"/>
                <a:gd name="connsiteX3" fmla="*/ 105808 w 258636"/>
                <a:gd name="connsiteY3" fmla="*/ 145283 h 188215"/>
                <a:gd name="connsiteX4" fmla="*/ 136427 w 258636"/>
                <a:gd name="connsiteY4" fmla="*/ 151321 h 188215"/>
                <a:gd name="connsiteX5" fmla="*/ 151821 w 258636"/>
                <a:gd name="connsiteY5" fmla="*/ 72990 h 188215"/>
                <a:gd name="connsiteX6" fmla="*/ 215777 w 258636"/>
                <a:gd name="connsiteY6" fmla="*/ 85492 h 188215"/>
                <a:gd name="connsiteX7" fmla="*/ 196981 w 258636"/>
                <a:gd name="connsiteY7" fmla="*/ 181088 h 188215"/>
                <a:gd name="connsiteX8" fmla="*/ 228451 w 258636"/>
                <a:gd name="connsiteY8" fmla="*/ 187212 h 188215"/>
                <a:gd name="connsiteX9" fmla="*/ 256516 w 258636"/>
                <a:gd name="connsiteY9" fmla="*/ 43988 h 188215"/>
                <a:gd name="connsiteX10" fmla="*/ 27392 w 258636"/>
                <a:gd name="connsiteY10" fmla="*/ -1003 h 188215"/>
                <a:gd name="connsiteX11" fmla="*/ -2120 w 258636"/>
                <a:gd name="connsiteY11" fmla="*/ 149535 h 18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8636" h="188215">
                  <a:moveTo>
                    <a:pt x="30370" y="155914"/>
                  </a:moveTo>
                  <a:lnTo>
                    <a:pt x="50525" y="53088"/>
                  </a:lnTo>
                  <a:lnTo>
                    <a:pt x="121117" y="66951"/>
                  </a:lnTo>
                  <a:lnTo>
                    <a:pt x="105808" y="145283"/>
                  </a:lnTo>
                  <a:lnTo>
                    <a:pt x="136427" y="151321"/>
                  </a:lnTo>
                  <a:lnTo>
                    <a:pt x="151821" y="72990"/>
                  </a:lnTo>
                  <a:lnTo>
                    <a:pt x="215777" y="85492"/>
                  </a:lnTo>
                  <a:lnTo>
                    <a:pt x="196981" y="181088"/>
                  </a:lnTo>
                  <a:lnTo>
                    <a:pt x="228451" y="187212"/>
                  </a:lnTo>
                  <a:lnTo>
                    <a:pt x="256516" y="43988"/>
                  </a:lnTo>
                  <a:lnTo>
                    <a:pt x="27392" y="-1003"/>
                  </a:lnTo>
                  <a:lnTo>
                    <a:pt x="-2120" y="149535"/>
                  </a:lnTo>
                  <a:close/>
                </a:path>
              </a:pathLst>
            </a:custGeom>
            <a:grpFill/>
            <a:ln w="84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3B75FAAD-30A5-447C-A3FE-1F20EC8BC58B}"/>
              </a:ext>
            </a:extLst>
          </p:cNvPr>
          <p:cNvGrpSpPr/>
          <p:nvPr userDrawn="1"/>
        </p:nvGrpSpPr>
        <p:grpSpPr>
          <a:xfrm>
            <a:off x="4069861" y="578369"/>
            <a:ext cx="2905331" cy="680401"/>
            <a:chOff x="4069861" y="578369"/>
            <a:chExt cx="2905331" cy="680401"/>
          </a:xfrm>
        </p:grpSpPr>
        <p:grpSp>
          <p:nvGrpSpPr>
            <p:cNvPr id="180" name="图形 17">
              <a:extLst>
                <a:ext uri="{FF2B5EF4-FFF2-40B4-BE49-F238E27FC236}">
                  <a16:creationId xmlns:a16="http://schemas.microsoft.com/office/drawing/2014/main" id="{F2E3864C-4D57-46A4-AFF0-251DD6F6F474}"/>
                </a:ext>
              </a:extLst>
            </p:cNvPr>
            <p:cNvGrpSpPr/>
            <p:nvPr/>
          </p:nvGrpSpPr>
          <p:grpSpPr>
            <a:xfrm>
              <a:off x="4069861" y="578369"/>
              <a:ext cx="680401" cy="680401"/>
              <a:chOff x="2229720" y="-1443369"/>
              <a:chExt cx="680401" cy="680401"/>
            </a:xfrm>
            <a:solidFill>
              <a:srgbClr val="07679C"/>
            </a:solidFill>
          </p:grpSpPr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37DDD60B-842C-4298-9B18-2038F823E68D}"/>
                  </a:ext>
                </a:extLst>
              </p:cNvPr>
              <p:cNvSpPr/>
              <p:nvPr/>
            </p:nvSpPr>
            <p:spPr>
              <a:xfrm>
                <a:off x="2312772" y="-1360261"/>
                <a:ext cx="514241" cy="514184"/>
              </a:xfrm>
              <a:custGeom>
                <a:avLst/>
                <a:gdLst>
                  <a:gd name="connsiteX0" fmla="*/ 254840 w 514241"/>
                  <a:gd name="connsiteY0" fmla="*/ 513975 h 514184"/>
                  <a:gd name="connsiteX1" fmla="*/ 511933 w 514241"/>
                  <a:gd name="connsiteY1" fmla="*/ 256883 h 514184"/>
                  <a:gd name="connsiteX2" fmla="*/ 254840 w 514241"/>
                  <a:gd name="connsiteY2" fmla="*/ -210 h 514184"/>
                  <a:gd name="connsiteX3" fmla="*/ -2309 w 514241"/>
                  <a:gd name="connsiteY3" fmla="*/ 256883 h 514184"/>
                  <a:gd name="connsiteX4" fmla="*/ 254840 w 514241"/>
                  <a:gd name="connsiteY4" fmla="*/ 513975 h 514184"/>
                  <a:gd name="connsiteX5" fmla="*/ 254840 w 514241"/>
                  <a:gd name="connsiteY5" fmla="*/ 1860 h 514184"/>
                  <a:gd name="connsiteX6" fmla="*/ 509877 w 514241"/>
                  <a:gd name="connsiteY6" fmla="*/ 256883 h 514184"/>
                  <a:gd name="connsiteX7" fmla="*/ 254840 w 514241"/>
                  <a:gd name="connsiteY7" fmla="*/ 511905 h 514184"/>
                  <a:gd name="connsiteX8" fmla="*/ -310 w 514241"/>
                  <a:gd name="connsiteY8" fmla="*/ 256883 h 514184"/>
                  <a:gd name="connsiteX9" fmla="*/ 254840 w 514241"/>
                  <a:gd name="connsiteY9" fmla="*/ 1860 h 5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4241" h="514184">
                    <a:moveTo>
                      <a:pt x="254840" y="513975"/>
                    </a:moveTo>
                    <a:cubicBezTo>
                      <a:pt x="396591" y="513975"/>
                      <a:pt x="511933" y="398647"/>
                      <a:pt x="511933" y="256883"/>
                    </a:cubicBezTo>
                    <a:cubicBezTo>
                      <a:pt x="511933" y="115118"/>
                      <a:pt x="396591" y="-210"/>
                      <a:pt x="254840" y="-210"/>
                    </a:cubicBezTo>
                    <a:cubicBezTo>
                      <a:pt x="113090" y="-210"/>
                      <a:pt x="-2309" y="115132"/>
                      <a:pt x="-2309" y="256883"/>
                    </a:cubicBezTo>
                    <a:cubicBezTo>
                      <a:pt x="-2309" y="398633"/>
                      <a:pt x="113090" y="513975"/>
                      <a:pt x="254840" y="513975"/>
                    </a:cubicBezTo>
                    <a:close/>
                    <a:moveTo>
                      <a:pt x="254840" y="1860"/>
                    </a:moveTo>
                    <a:cubicBezTo>
                      <a:pt x="395471" y="1860"/>
                      <a:pt x="509877" y="116252"/>
                      <a:pt x="509877" y="256883"/>
                    </a:cubicBezTo>
                    <a:cubicBezTo>
                      <a:pt x="509877" y="397513"/>
                      <a:pt x="395400" y="511905"/>
                      <a:pt x="254840" y="511905"/>
                    </a:cubicBezTo>
                    <a:cubicBezTo>
                      <a:pt x="114281" y="511905"/>
                      <a:pt x="-310" y="397513"/>
                      <a:pt x="-310" y="256883"/>
                    </a:cubicBezTo>
                    <a:cubicBezTo>
                      <a:pt x="-310" y="116252"/>
                      <a:pt x="114153" y="1860"/>
                      <a:pt x="254840" y="186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74747290-0474-45B5-BBB3-4842CEB3F1EB}"/>
                  </a:ext>
                </a:extLst>
              </p:cNvPr>
              <p:cNvSpPr/>
              <p:nvPr/>
            </p:nvSpPr>
            <p:spPr>
              <a:xfrm>
                <a:off x="2299972" y="-1373047"/>
                <a:ext cx="539756" cy="539756"/>
              </a:xfrm>
              <a:custGeom>
                <a:avLst/>
                <a:gdLst>
                  <a:gd name="connsiteX0" fmla="*/ -2309 w 539756"/>
                  <a:gd name="connsiteY0" fmla="*/ 269668 h 539756"/>
                  <a:gd name="connsiteX1" fmla="*/ 267569 w 539756"/>
                  <a:gd name="connsiteY1" fmla="*/ 539547 h 539756"/>
                  <a:gd name="connsiteX2" fmla="*/ 537448 w 539756"/>
                  <a:gd name="connsiteY2" fmla="*/ 269668 h 539756"/>
                  <a:gd name="connsiteX3" fmla="*/ 267640 w 539756"/>
                  <a:gd name="connsiteY3" fmla="*/ -210 h 539756"/>
                  <a:gd name="connsiteX4" fmla="*/ -2309 w 539756"/>
                  <a:gd name="connsiteY4" fmla="*/ 269668 h 539756"/>
                  <a:gd name="connsiteX5" fmla="*/ 267640 w 539756"/>
                  <a:gd name="connsiteY5" fmla="*/ 6013 h 539756"/>
                  <a:gd name="connsiteX6" fmla="*/ 531296 w 539756"/>
                  <a:gd name="connsiteY6" fmla="*/ 269668 h 539756"/>
                  <a:gd name="connsiteX7" fmla="*/ 267640 w 539756"/>
                  <a:gd name="connsiteY7" fmla="*/ 533324 h 539756"/>
                  <a:gd name="connsiteX8" fmla="*/ 3985 w 539756"/>
                  <a:gd name="connsiteY8" fmla="*/ 269668 h 539756"/>
                  <a:gd name="connsiteX9" fmla="*/ 267640 w 539756"/>
                  <a:gd name="connsiteY9" fmla="*/ 6013 h 539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9756" h="539756">
                    <a:moveTo>
                      <a:pt x="-2309" y="269668"/>
                    </a:moveTo>
                    <a:cubicBezTo>
                      <a:pt x="-2309" y="418506"/>
                      <a:pt x="118760" y="539547"/>
                      <a:pt x="267569" y="539547"/>
                    </a:cubicBezTo>
                    <a:cubicBezTo>
                      <a:pt x="416379" y="539547"/>
                      <a:pt x="537448" y="418506"/>
                      <a:pt x="537448" y="269668"/>
                    </a:cubicBezTo>
                    <a:cubicBezTo>
                      <a:pt x="537448" y="120831"/>
                      <a:pt x="416379" y="-210"/>
                      <a:pt x="267640" y="-210"/>
                    </a:cubicBezTo>
                    <a:cubicBezTo>
                      <a:pt x="118902" y="-210"/>
                      <a:pt x="-2309" y="120831"/>
                      <a:pt x="-2309" y="269668"/>
                    </a:cubicBezTo>
                    <a:close/>
                    <a:moveTo>
                      <a:pt x="267640" y="6013"/>
                    </a:moveTo>
                    <a:cubicBezTo>
                      <a:pt x="413062" y="6013"/>
                      <a:pt x="531296" y="124318"/>
                      <a:pt x="531296" y="269668"/>
                    </a:cubicBezTo>
                    <a:cubicBezTo>
                      <a:pt x="531296" y="415019"/>
                      <a:pt x="413005" y="533324"/>
                      <a:pt x="267640" y="533324"/>
                    </a:cubicBezTo>
                    <a:cubicBezTo>
                      <a:pt x="122275" y="533324"/>
                      <a:pt x="3985" y="415019"/>
                      <a:pt x="3985" y="269668"/>
                    </a:cubicBezTo>
                    <a:cubicBezTo>
                      <a:pt x="3985" y="124318"/>
                      <a:pt x="122162" y="6013"/>
                      <a:pt x="267640" y="601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4821496E-DC47-4269-9618-53F40ABF06D1}"/>
                  </a:ext>
                </a:extLst>
              </p:cNvPr>
              <p:cNvSpPr/>
              <p:nvPr/>
            </p:nvSpPr>
            <p:spPr>
              <a:xfrm>
                <a:off x="2229720" y="-1443369"/>
                <a:ext cx="680401" cy="680401"/>
              </a:xfrm>
              <a:custGeom>
                <a:avLst/>
                <a:gdLst>
                  <a:gd name="connsiteX0" fmla="*/ 337892 w 680401"/>
                  <a:gd name="connsiteY0" fmla="*/ -210 h 680401"/>
                  <a:gd name="connsiteX1" fmla="*/ -2309 w 680401"/>
                  <a:gd name="connsiteY1" fmla="*/ 339991 h 680401"/>
                  <a:gd name="connsiteX2" fmla="*/ 337892 w 680401"/>
                  <a:gd name="connsiteY2" fmla="*/ 680191 h 680401"/>
                  <a:gd name="connsiteX3" fmla="*/ 678093 w 680401"/>
                  <a:gd name="connsiteY3" fmla="*/ 339991 h 680401"/>
                  <a:gd name="connsiteX4" fmla="*/ 337892 w 680401"/>
                  <a:gd name="connsiteY4" fmla="*/ -210 h 680401"/>
                  <a:gd name="connsiteX5" fmla="*/ 337892 w 680401"/>
                  <a:gd name="connsiteY5" fmla="*/ 672423 h 680401"/>
                  <a:gd name="connsiteX6" fmla="*/ 5473 w 680401"/>
                  <a:gd name="connsiteY6" fmla="*/ 339991 h 680401"/>
                  <a:gd name="connsiteX7" fmla="*/ 337892 w 680401"/>
                  <a:gd name="connsiteY7" fmla="*/ 7558 h 680401"/>
                  <a:gd name="connsiteX8" fmla="*/ 670254 w 680401"/>
                  <a:gd name="connsiteY8" fmla="*/ 339991 h 680401"/>
                  <a:gd name="connsiteX9" fmla="*/ 337892 w 680401"/>
                  <a:gd name="connsiteY9" fmla="*/ 672423 h 680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401" h="680401">
                    <a:moveTo>
                      <a:pt x="337892" y="-210"/>
                    </a:moveTo>
                    <a:cubicBezTo>
                      <a:pt x="150313" y="-210"/>
                      <a:pt x="-2309" y="152398"/>
                      <a:pt x="-2309" y="339991"/>
                    </a:cubicBezTo>
                    <a:cubicBezTo>
                      <a:pt x="-2309" y="527583"/>
                      <a:pt x="150313" y="680191"/>
                      <a:pt x="337892" y="680191"/>
                    </a:cubicBezTo>
                    <a:cubicBezTo>
                      <a:pt x="525470" y="680191"/>
                      <a:pt x="678093" y="527583"/>
                      <a:pt x="678093" y="339991"/>
                    </a:cubicBezTo>
                    <a:cubicBezTo>
                      <a:pt x="678093" y="152398"/>
                      <a:pt x="525413" y="-210"/>
                      <a:pt x="337892" y="-210"/>
                    </a:cubicBezTo>
                    <a:close/>
                    <a:moveTo>
                      <a:pt x="337892" y="672423"/>
                    </a:moveTo>
                    <a:cubicBezTo>
                      <a:pt x="154594" y="672423"/>
                      <a:pt x="5473" y="523288"/>
                      <a:pt x="5473" y="339991"/>
                    </a:cubicBezTo>
                    <a:cubicBezTo>
                      <a:pt x="5473" y="156693"/>
                      <a:pt x="154523" y="7558"/>
                      <a:pt x="337892" y="7558"/>
                    </a:cubicBezTo>
                    <a:cubicBezTo>
                      <a:pt x="521260" y="7558"/>
                      <a:pt x="670254" y="156693"/>
                      <a:pt x="670254" y="339991"/>
                    </a:cubicBezTo>
                    <a:cubicBezTo>
                      <a:pt x="670254" y="523288"/>
                      <a:pt x="521132" y="672423"/>
                      <a:pt x="337892" y="672423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D76FA236-4990-4DDE-B1A4-72AEDF6ABF0E}"/>
                  </a:ext>
                </a:extLst>
              </p:cNvPr>
              <p:cNvSpPr/>
              <p:nvPr/>
            </p:nvSpPr>
            <p:spPr>
              <a:xfrm>
                <a:off x="2354361" y="-1179997"/>
                <a:ext cx="158689" cy="152537"/>
              </a:xfrm>
              <a:custGeom>
                <a:avLst/>
                <a:gdLst>
                  <a:gd name="connsiteX0" fmla="*/ 35208 w 158689"/>
                  <a:gd name="connsiteY0" fmla="*/ 152328 h 152537"/>
                  <a:gd name="connsiteX1" fmla="*/ 48390 w 158689"/>
                  <a:gd name="connsiteY1" fmla="*/ 115558 h 152537"/>
                  <a:gd name="connsiteX2" fmla="*/ 98513 w 158689"/>
                  <a:gd name="connsiteY2" fmla="*/ 115558 h 152537"/>
                  <a:gd name="connsiteX3" fmla="*/ 98513 w 158689"/>
                  <a:gd name="connsiteY3" fmla="*/ 115133 h 152537"/>
                  <a:gd name="connsiteX4" fmla="*/ 117210 w 158689"/>
                  <a:gd name="connsiteY4" fmla="*/ 126473 h 152537"/>
                  <a:gd name="connsiteX5" fmla="*/ 109527 w 158689"/>
                  <a:gd name="connsiteY5" fmla="*/ 152271 h 152537"/>
                  <a:gd name="connsiteX6" fmla="*/ 126466 w 158689"/>
                  <a:gd name="connsiteY6" fmla="*/ 152271 h 152537"/>
                  <a:gd name="connsiteX7" fmla="*/ 145744 w 158689"/>
                  <a:gd name="connsiteY7" fmla="*/ 145878 h 152537"/>
                  <a:gd name="connsiteX8" fmla="*/ 147828 w 158689"/>
                  <a:gd name="connsiteY8" fmla="*/ 152271 h 152537"/>
                  <a:gd name="connsiteX9" fmla="*/ 156461 w 158689"/>
                  <a:gd name="connsiteY9" fmla="*/ 152271 h 152537"/>
                  <a:gd name="connsiteX10" fmla="*/ 130535 w 158689"/>
                  <a:gd name="connsiteY10" fmla="*/ 122418 h 152537"/>
                  <a:gd name="connsiteX11" fmla="*/ 137452 w 158689"/>
                  <a:gd name="connsiteY11" fmla="*/ 93119 h 152537"/>
                  <a:gd name="connsiteX12" fmla="*/ 114772 w 158689"/>
                  <a:gd name="connsiteY12" fmla="*/ 73855 h 152537"/>
                  <a:gd name="connsiteX13" fmla="*/ 121462 w 158689"/>
                  <a:gd name="connsiteY13" fmla="*/ 44867 h 152537"/>
                  <a:gd name="connsiteX14" fmla="*/ 98499 w 158689"/>
                  <a:gd name="connsiteY14" fmla="*/ 25915 h 152537"/>
                  <a:gd name="connsiteX15" fmla="*/ 106324 w 158689"/>
                  <a:gd name="connsiteY15" fmla="*/ -210 h 152537"/>
                  <a:gd name="connsiteX16" fmla="*/ 97819 w 158689"/>
                  <a:gd name="connsiteY16" fmla="*/ -210 h 152537"/>
                  <a:gd name="connsiteX17" fmla="*/ 98343 w 158689"/>
                  <a:gd name="connsiteY17" fmla="*/ 1633 h 152537"/>
                  <a:gd name="connsiteX18" fmla="*/ 88010 w 158689"/>
                  <a:gd name="connsiteY18" fmla="*/ 5049 h 152537"/>
                  <a:gd name="connsiteX19" fmla="*/ 89895 w 158689"/>
                  <a:gd name="connsiteY19" fmla="*/ -210 h 152537"/>
                  <a:gd name="connsiteX20" fmla="*/ 61219 w 158689"/>
                  <a:gd name="connsiteY20" fmla="*/ -210 h 152537"/>
                  <a:gd name="connsiteX21" fmla="*/ 51565 w 158689"/>
                  <a:gd name="connsiteY21" fmla="*/ 6523 h 152537"/>
                  <a:gd name="connsiteX22" fmla="*/ -2229 w 158689"/>
                  <a:gd name="connsiteY22" fmla="*/ 152271 h 152537"/>
                  <a:gd name="connsiteX23" fmla="*/ 115523 w 158689"/>
                  <a:gd name="connsiteY23" fmla="*/ 117046 h 152537"/>
                  <a:gd name="connsiteX24" fmla="*/ 126778 w 158689"/>
                  <a:gd name="connsiteY24" fmla="*/ 113318 h 152537"/>
                  <a:gd name="connsiteX25" fmla="*/ 122526 w 158689"/>
                  <a:gd name="connsiteY25" fmla="*/ 119583 h 152537"/>
                  <a:gd name="connsiteX26" fmla="*/ 115523 w 158689"/>
                  <a:gd name="connsiteY26" fmla="*/ 117046 h 152537"/>
                  <a:gd name="connsiteX27" fmla="*/ 143023 w 158689"/>
                  <a:gd name="connsiteY27" fmla="*/ 141059 h 152537"/>
                  <a:gd name="connsiteX28" fmla="*/ 117423 w 158689"/>
                  <a:gd name="connsiteY28" fmla="*/ 149564 h 152537"/>
                  <a:gd name="connsiteX29" fmla="*/ 117423 w 158689"/>
                  <a:gd name="connsiteY29" fmla="*/ 145042 h 152537"/>
                  <a:gd name="connsiteX30" fmla="*/ 139947 w 158689"/>
                  <a:gd name="connsiteY30" fmla="*/ 137586 h 152537"/>
                  <a:gd name="connsiteX31" fmla="*/ 142980 w 158689"/>
                  <a:gd name="connsiteY31" fmla="*/ 141059 h 152537"/>
                  <a:gd name="connsiteX32" fmla="*/ 136049 w 158689"/>
                  <a:gd name="connsiteY32" fmla="*/ 134481 h 152537"/>
                  <a:gd name="connsiteX33" fmla="*/ 118755 w 158689"/>
                  <a:gd name="connsiteY33" fmla="*/ 140151 h 152537"/>
                  <a:gd name="connsiteX34" fmla="*/ 125417 w 158689"/>
                  <a:gd name="connsiteY34" fmla="*/ 129350 h 152537"/>
                  <a:gd name="connsiteX35" fmla="*/ 136006 w 158689"/>
                  <a:gd name="connsiteY35" fmla="*/ 134481 h 152537"/>
                  <a:gd name="connsiteX36" fmla="*/ 129386 w 158689"/>
                  <a:gd name="connsiteY36" fmla="*/ 108102 h 152537"/>
                  <a:gd name="connsiteX37" fmla="*/ 110236 w 158689"/>
                  <a:gd name="connsiteY37" fmla="*/ 114438 h 152537"/>
                  <a:gd name="connsiteX38" fmla="*/ 105672 w 158689"/>
                  <a:gd name="connsiteY38" fmla="*/ 110710 h 152537"/>
                  <a:gd name="connsiteX39" fmla="*/ 130591 w 158689"/>
                  <a:gd name="connsiteY39" fmla="*/ 102446 h 152537"/>
                  <a:gd name="connsiteX40" fmla="*/ 129344 w 158689"/>
                  <a:gd name="connsiteY40" fmla="*/ 108102 h 152537"/>
                  <a:gd name="connsiteX41" fmla="*/ 129656 w 158689"/>
                  <a:gd name="connsiteY41" fmla="*/ 95784 h 152537"/>
                  <a:gd name="connsiteX42" fmla="*/ 130279 w 158689"/>
                  <a:gd name="connsiteY42" fmla="*/ 98193 h 152537"/>
                  <a:gd name="connsiteX43" fmla="*/ 103347 w 158689"/>
                  <a:gd name="connsiteY43" fmla="*/ 107138 h 152537"/>
                  <a:gd name="connsiteX44" fmla="*/ 102383 w 158689"/>
                  <a:gd name="connsiteY44" fmla="*/ 104827 h 152537"/>
                  <a:gd name="connsiteX45" fmla="*/ 101759 w 158689"/>
                  <a:gd name="connsiteY45" fmla="*/ 102418 h 152537"/>
                  <a:gd name="connsiteX46" fmla="*/ 128763 w 158689"/>
                  <a:gd name="connsiteY46" fmla="*/ 93473 h 152537"/>
                  <a:gd name="connsiteX47" fmla="*/ 129613 w 158689"/>
                  <a:gd name="connsiteY47" fmla="*/ 95784 h 152537"/>
                  <a:gd name="connsiteX48" fmla="*/ 126424 w 158689"/>
                  <a:gd name="connsiteY48" fmla="*/ 89873 h 152537"/>
                  <a:gd name="connsiteX49" fmla="*/ 101348 w 158689"/>
                  <a:gd name="connsiteY49" fmla="*/ 98165 h 152537"/>
                  <a:gd name="connsiteX50" fmla="*/ 102553 w 158689"/>
                  <a:gd name="connsiteY50" fmla="*/ 92495 h 152537"/>
                  <a:gd name="connsiteX51" fmla="*/ 122030 w 158689"/>
                  <a:gd name="connsiteY51" fmla="*/ 86045 h 152537"/>
                  <a:gd name="connsiteX52" fmla="*/ 126381 w 158689"/>
                  <a:gd name="connsiteY52" fmla="*/ 89873 h 152537"/>
                  <a:gd name="connsiteX53" fmla="*/ 99123 w 158689"/>
                  <a:gd name="connsiteY53" fmla="*/ 68950 h 152537"/>
                  <a:gd name="connsiteX54" fmla="*/ 110803 w 158689"/>
                  <a:gd name="connsiteY54" fmla="*/ 65081 h 152537"/>
                  <a:gd name="connsiteX55" fmla="*/ 106423 w 158689"/>
                  <a:gd name="connsiteY55" fmla="*/ 71417 h 152537"/>
                  <a:gd name="connsiteX56" fmla="*/ 99080 w 158689"/>
                  <a:gd name="connsiteY56" fmla="*/ 68950 h 152537"/>
                  <a:gd name="connsiteX57" fmla="*/ 116884 w 158689"/>
                  <a:gd name="connsiteY57" fmla="*/ 83423 h 152537"/>
                  <a:gd name="connsiteX58" fmla="*/ 105190 w 158689"/>
                  <a:gd name="connsiteY58" fmla="*/ 87293 h 152537"/>
                  <a:gd name="connsiteX59" fmla="*/ 109584 w 158689"/>
                  <a:gd name="connsiteY59" fmla="*/ 80957 h 152537"/>
                  <a:gd name="connsiteX60" fmla="*/ 116841 w 158689"/>
                  <a:gd name="connsiteY60" fmla="*/ 83423 h 152537"/>
                  <a:gd name="connsiteX61" fmla="*/ 113397 w 158689"/>
                  <a:gd name="connsiteY61" fmla="*/ 59864 h 152537"/>
                  <a:gd name="connsiteX62" fmla="*/ 93920 w 158689"/>
                  <a:gd name="connsiteY62" fmla="*/ 66314 h 152537"/>
                  <a:gd name="connsiteX63" fmla="*/ 89569 w 158689"/>
                  <a:gd name="connsiteY63" fmla="*/ 62501 h 152537"/>
                  <a:gd name="connsiteX64" fmla="*/ 114616 w 158689"/>
                  <a:gd name="connsiteY64" fmla="*/ 54208 h 152537"/>
                  <a:gd name="connsiteX65" fmla="*/ 113354 w 158689"/>
                  <a:gd name="connsiteY65" fmla="*/ 59864 h 152537"/>
                  <a:gd name="connsiteX66" fmla="*/ 113666 w 158689"/>
                  <a:gd name="connsiteY66" fmla="*/ 47532 h 152537"/>
                  <a:gd name="connsiteX67" fmla="*/ 114290 w 158689"/>
                  <a:gd name="connsiteY67" fmla="*/ 49956 h 152537"/>
                  <a:gd name="connsiteX68" fmla="*/ 87357 w 158689"/>
                  <a:gd name="connsiteY68" fmla="*/ 58900 h 152537"/>
                  <a:gd name="connsiteX69" fmla="*/ 86408 w 158689"/>
                  <a:gd name="connsiteY69" fmla="*/ 56590 h 152537"/>
                  <a:gd name="connsiteX70" fmla="*/ 85798 w 158689"/>
                  <a:gd name="connsiteY70" fmla="*/ 54166 h 152537"/>
                  <a:gd name="connsiteX71" fmla="*/ 112731 w 158689"/>
                  <a:gd name="connsiteY71" fmla="*/ 45235 h 152537"/>
                  <a:gd name="connsiteX72" fmla="*/ 113624 w 158689"/>
                  <a:gd name="connsiteY72" fmla="*/ 47532 h 152537"/>
                  <a:gd name="connsiteX73" fmla="*/ 110236 w 158689"/>
                  <a:gd name="connsiteY73" fmla="*/ 41692 h 152537"/>
                  <a:gd name="connsiteX74" fmla="*/ 85415 w 158689"/>
                  <a:gd name="connsiteY74" fmla="*/ 49913 h 152537"/>
                  <a:gd name="connsiteX75" fmla="*/ 86620 w 158689"/>
                  <a:gd name="connsiteY75" fmla="*/ 44243 h 152537"/>
                  <a:gd name="connsiteX76" fmla="*/ 105572 w 158689"/>
                  <a:gd name="connsiteY76" fmla="*/ 37964 h 152537"/>
                  <a:gd name="connsiteX77" fmla="*/ 110193 w 158689"/>
                  <a:gd name="connsiteY77" fmla="*/ 41692 h 152537"/>
                  <a:gd name="connsiteX78" fmla="*/ 100200 w 158689"/>
                  <a:gd name="connsiteY78" fmla="*/ 35398 h 152537"/>
                  <a:gd name="connsiteX79" fmla="*/ 89214 w 158689"/>
                  <a:gd name="connsiteY79" fmla="*/ 39041 h 152537"/>
                  <a:gd name="connsiteX80" fmla="*/ 93467 w 158689"/>
                  <a:gd name="connsiteY80" fmla="*/ 32946 h 152537"/>
                  <a:gd name="connsiteX81" fmla="*/ 100157 w 158689"/>
                  <a:gd name="connsiteY81" fmla="*/ 35398 h 152537"/>
                  <a:gd name="connsiteX82" fmla="*/ 86223 w 158689"/>
                  <a:gd name="connsiteY82" fmla="*/ 9996 h 152537"/>
                  <a:gd name="connsiteX83" fmla="*/ 98740 w 158689"/>
                  <a:gd name="connsiteY83" fmla="*/ 5843 h 152537"/>
                  <a:gd name="connsiteX84" fmla="*/ 97620 w 158689"/>
                  <a:gd name="connsiteY84" fmla="*/ 11513 h 152537"/>
                  <a:gd name="connsiteX85" fmla="*/ 84083 w 158689"/>
                  <a:gd name="connsiteY85" fmla="*/ 15992 h 152537"/>
                  <a:gd name="connsiteX86" fmla="*/ 94955 w 158689"/>
                  <a:gd name="connsiteY86" fmla="*/ 16715 h 152537"/>
                  <a:gd name="connsiteX87" fmla="*/ 90391 w 158689"/>
                  <a:gd name="connsiteY87" fmla="*/ 23137 h 152537"/>
                  <a:gd name="connsiteX88" fmla="*/ 83672 w 158689"/>
                  <a:gd name="connsiteY88" fmla="*/ 20443 h 152537"/>
                  <a:gd name="connsiteX89" fmla="*/ 79901 w 158689"/>
                  <a:gd name="connsiteY89" fmla="*/ 27630 h 152537"/>
                  <a:gd name="connsiteX90" fmla="*/ 85245 w 158689"/>
                  <a:gd name="connsiteY90" fmla="*/ 29997 h 152537"/>
                  <a:gd name="connsiteX91" fmla="*/ 78456 w 158689"/>
                  <a:gd name="connsiteY91" fmla="*/ 59127 h 152537"/>
                  <a:gd name="connsiteX92" fmla="*/ 101136 w 158689"/>
                  <a:gd name="connsiteY92" fmla="*/ 78391 h 152537"/>
                  <a:gd name="connsiteX93" fmla="*/ 94544 w 158689"/>
                  <a:gd name="connsiteY93" fmla="*/ 90383 h 152537"/>
                  <a:gd name="connsiteX94" fmla="*/ 57406 w 158689"/>
                  <a:gd name="connsiteY94" fmla="*/ 90383 h 152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158689" h="152537">
                    <a:moveTo>
                      <a:pt x="35208" y="152328"/>
                    </a:moveTo>
                    <a:lnTo>
                      <a:pt x="48390" y="115558"/>
                    </a:lnTo>
                    <a:lnTo>
                      <a:pt x="98513" y="115558"/>
                    </a:lnTo>
                    <a:lnTo>
                      <a:pt x="98513" y="115133"/>
                    </a:lnTo>
                    <a:cubicBezTo>
                      <a:pt x="103205" y="121086"/>
                      <a:pt x="110122" y="124034"/>
                      <a:pt x="117210" y="126473"/>
                    </a:cubicBezTo>
                    <a:cubicBezTo>
                      <a:pt x="111965" y="133787"/>
                      <a:pt x="107472" y="142065"/>
                      <a:pt x="109527" y="152271"/>
                    </a:cubicBezTo>
                    <a:lnTo>
                      <a:pt x="126466" y="152271"/>
                    </a:lnTo>
                    <a:lnTo>
                      <a:pt x="145744" y="145878"/>
                    </a:lnTo>
                    <a:cubicBezTo>
                      <a:pt x="146651" y="147932"/>
                      <a:pt x="147360" y="150074"/>
                      <a:pt x="147828" y="152271"/>
                    </a:cubicBezTo>
                    <a:lnTo>
                      <a:pt x="156461" y="152271"/>
                    </a:lnTo>
                    <a:cubicBezTo>
                      <a:pt x="152463" y="133362"/>
                      <a:pt x="141322" y="126614"/>
                      <a:pt x="130535" y="122418"/>
                    </a:cubicBezTo>
                    <a:cubicBezTo>
                      <a:pt x="136389" y="114296"/>
                      <a:pt x="141393" y="105026"/>
                      <a:pt x="137452" y="93119"/>
                    </a:cubicBezTo>
                    <a:cubicBezTo>
                      <a:pt x="133511" y="81212"/>
                      <a:pt x="124198" y="76888"/>
                      <a:pt x="114772" y="73855"/>
                    </a:cubicBezTo>
                    <a:cubicBezTo>
                      <a:pt x="120527" y="65803"/>
                      <a:pt x="125361" y="56618"/>
                      <a:pt x="121462" y="44867"/>
                    </a:cubicBezTo>
                    <a:cubicBezTo>
                      <a:pt x="117692" y="33527"/>
                      <a:pt x="108237" y="29274"/>
                      <a:pt x="98499" y="25915"/>
                    </a:cubicBezTo>
                    <a:cubicBezTo>
                      <a:pt x="104098" y="17778"/>
                      <a:pt x="108421" y="8735"/>
                      <a:pt x="106324" y="-210"/>
                    </a:cubicBezTo>
                    <a:lnTo>
                      <a:pt x="97819" y="-210"/>
                    </a:lnTo>
                    <a:cubicBezTo>
                      <a:pt x="98031" y="396"/>
                      <a:pt x="98201" y="1011"/>
                      <a:pt x="98343" y="1633"/>
                    </a:cubicBezTo>
                    <a:lnTo>
                      <a:pt x="88010" y="5049"/>
                    </a:lnTo>
                    <a:lnTo>
                      <a:pt x="89895" y="-210"/>
                    </a:lnTo>
                    <a:lnTo>
                      <a:pt x="61219" y="-210"/>
                    </a:lnTo>
                    <a:cubicBezTo>
                      <a:pt x="56909" y="-208"/>
                      <a:pt x="53054" y="2479"/>
                      <a:pt x="51565" y="6523"/>
                    </a:cubicBezTo>
                    <a:lnTo>
                      <a:pt x="-2229" y="152271"/>
                    </a:lnTo>
                    <a:close/>
                    <a:moveTo>
                      <a:pt x="115523" y="117046"/>
                    </a:moveTo>
                    <a:lnTo>
                      <a:pt x="126778" y="113318"/>
                    </a:lnTo>
                    <a:cubicBezTo>
                      <a:pt x="125474" y="115478"/>
                      <a:pt x="124057" y="117569"/>
                      <a:pt x="122526" y="119583"/>
                    </a:cubicBezTo>
                    <a:cubicBezTo>
                      <a:pt x="119960" y="118747"/>
                      <a:pt x="117635" y="117925"/>
                      <a:pt x="115523" y="117046"/>
                    </a:cubicBezTo>
                    <a:close/>
                    <a:moveTo>
                      <a:pt x="143023" y="141059"/>
                    </a:moveTo>
                    <a:lnTo>
                      <a:pt x="117423" y="149564"/>
                    </a:lnTo>
                    <a:cubicBezTo>
                      <a:pt x="117210" y="148064"/>
                      <a:pt x="117210" y="146542"/>
                      <a:pt x="117423" y="145042"/>
                    </a:cubicBezTo>
                    <a:lnTo>
                      <a:pt x="139947" y="137586"/>
                    </a:lnTo>
                    <a:cubicBezTo>
                      <a:pt x="141067" y="138646"/>
                      <a:pt x="142073" y="139808"/>
                      <a:pt x="142980" y="141059"/>
                    </a:cubicBezTo>
                    <a:close/>
                    <a:moveTo>
                      <a:pt x="136049" y="134481"/>
                    </a:moveTo>
                    <a:lnTo>
                      <a:pt x="118755" y="140151"/>
                    </a:lnTo>
                    <a:cubicBezTo>
                      <a:pt x="120527" y="136290"/>
                      <a:pt x="122753" y="132661"/>
                      <a:pt x="125417" y="129350"/>
                    </a:cubicBezTo>
                    <a:cubicBezTo>
                      <a:pt x="129131" y="130658"/>
                      <a:pt x="132675" y="132379"/>
                      <a:pt x="136006" y="134481"/>
                    </a:cubicBezTo>
                    <a:close/>
                    <a:moveTo>
                      <a:pt x="129386" y="108102"/>
                    </a:moveTo>
                    <a:lnTo>
                      <a:pt x="110236" y="114438"/>
                    </a:lnTo>
                    <a:cubicBezTo>
                      <a:pt x="108535" y="113433"/>
                      <a:pt x="106990" y="112177"/>
                      <a:pt x="105672" y="110710"/>
                    </a:cubicBezTo>
                    <a:lnTo>
                      <a:pt x="130591" y="102446"/>
                    </a:lnTo>
                    <a:cubicBezTo>
                      <a:pt x="130464" y="104384"/>
                      <a:pt x="130053" y="106292"/>
                      <a:pt x="129344" y="108102"/>
                    </a:cubicBezTo>
                    <a:close/>
                    <a:moveTo>
                      <a:pt x="129656" y="95784"/>
                    </a:moveTo>
                    <a:cubicBezTo>
                      <a:pt x="129911" y="96573"/>
                      <a:pt x="130124" y="97378"/>
                      <a:pt x="130279" y="98193"/>
                    </a:cubicBezTo>
                    <a:lnTo>
                      <a:pt x="103347" y="107138"/>
                    </a:lnTo>
                    <a:cubicBezTo>
                      <a:pt x="102964" y="106395"/>
                      <a:pt x="102638" y="105623"/>
                      <a:pt x="102383" y="104827"/>
                    </a:cubicBezTo>
                    <a:cubicBezTo>
                      <a:pt x="102128" y="104038"/>
                      <a:pt x="101915" y="103233"/>
                      <a:pt x="101759" y="102418"/>
                    </a:cubicBezTo>
                    <a:lnTo>
                      <a:pt x="128763" y="93473"/>
                    </a:lnTo>
                    <a:cubicBezTo>
                      <a:pt x="129103" y="94222"/>
                      <a:pt x="129386" y="94994"/>
                      <a:pt x="129613" y="95784"/>
                    </a:cubicBezTo>
                    <a:close/>
                    <a:moveTo>
                      <a:pt x="126424" y="89873"/>
                    </a:moveTo>
                    <a:lnTo>
                      <a:pt x="101348" y="98165"/>
                    </a:lnTo>
                    <a:cubicBezTo>
                      <a:pt x="101462" y="96224"/>
                      <a:pt x="101859" y="94312"/>
                      <a:pt x="102553" y="92495"/>
                    </a:cubicBezTo>
                    <a:lnTo>
                      <a:pt x="122030" y="86045"/>
                    </a:lnTo>
                    <a:cubicBezTo>
                      <a:pt x="123674" y="87086"/>
                      <a:pt x="125134" y="88377"/>
                      <a:pt x="126381" y="89873"/>
                    </a:cubicBezTo>
                    <a:close/>
                    <a:moveTo>
                      <a:pt x="99123" y="68950"/>
                    </a:moveTo>
                    <a:lnTo>
                      <a:pt x="110803" y="65081"/>
                    </a:lnTo>
                    <a:cubicBezTo>
                      <a:pt x="109527" y="67178"/>
                      <a:pt x="107968" y="69262"/>
                      <a:pt x="106423" y="71417"/>
                    </a:cubicBezTo>
                    <a:cubicBezTo>
                      <a:pt x="103800" y="70651"/>
                      <a:pt x="101348" y="69872"/>
                      <a:pt x="99080" y="68950"/>
                    </a:cubicBezTo>
                    <a:close/>
                    <a:moveTo>
                      <a:pt x="116884" y="83423"/>
                    </a:moveTo>
                    <a:lnTo>
                      <a:pt x="105190" y="87293"/>
                    </a:lnTo>
                    <a:cubicBezTo>
                      <a:pt x="106465" y="85195"/>
                      <a:pt x="108025" y="83040"/>
                      <a:pt x="109584" y="80957"/>
                    </a:cubicBezTo>
                    <a:cubicBezTo>
                      <a:pt x="112107" y="81708"/>
                      <a:pt x="114559" y="82502"/>
                      <a:pt x="116841" y="83423"/>
                    </a:cubicBezTo>
                    <a:close/>
                    <a:moveTo>
                      <a:pt x="113397" y="59864"/>
                    </a:moveTo>
                    <a:lnTo>
                      <a:pt x="93920" y="66314"/>
                    </a:lnTo>
                    <a:cubicBezTo>
                      <a:pt x="92276" y="65273"/>
                      <a:pt x="90816" y="63988"/>
                      <a:pt x="89569" y="62501"/>
                    </a:cubicBezTo>
                    <a:lnTo>
                      <a:pt x="114616" y="54208"/>
                    </a:lnTo>
                    <a:cubicBezTo>
                      <a:pt x="114488" y="56147"/>
                      <a:pt x="114063" y="58054"/>
                      <a:pt x="113354" y="59864"/>
                    </a:cubicBezTo>
                    <a:close/>
                    <a:moveTo>
                      <a:pt x="113666" y="47532"/>
                    </a:moveTo>
                    <a:cubicBezTo>
                      <a:pt x="113935" y="48324"/>
                      <a:pt x="114134" y="49134"/>
                      <a:pt x="114290" y="49956"/>
                    </a:cubicBezTo>
                    <a:lnTo>
                      <a:pt x="87357" y="58900"/>
                    </a:lnTo>
                    <a:cubicBezTo>
                      <a:pt x="87003" y="58146"/>
                      <a:pt x="86691" y="57375"/>
                      <a:pt x="86408" y="56590"/>
                    </a:cubicBezTo>
                    <a:cubicBezTo>
                      <a:pt x="86153" y="55794"/>
                      <a:pt x="85954" y="54985"/>
                      <a:pt x="85798" y="54166"/>
                    </a:cubicBezTo>
                    <a:lnTo>
                      <a:pt x="112731" y="45235"/>
                    </a:lnTo>
                    <a:cubicBezTo>
                      <a:pt x="113085" y="45977"/>
                      <a:pt x="113383" y="46745"/>
                      <a:pt x="113624" y="47532"/>
                    </a:cubicBezTo>
                    <a:close/>
                    <a:moveTo>
                      <a:pt x="110236" y="41692"/>
                    </a:moveTo>
                    <a:lnTo>
                      <a:pt x="85415" y="49913"/>
                    </a:lnTo>
                    <a:cubicBezTo>
                      <a:pt x="85529" y="47973"/>
                      <a:pt x="85926" y="46059"/>
                      <a:pt x="86620" y="44243"/>
                    </a:cubicBezTo>
                    <a:lnTo>
                      <a:pt x="105572" y="37964"/>
                    </a:lnTo>
                    <a:cubicBezTo>
                      <a:pt x="107287" y="38970"/>
                      <a:pt x="108847" y="40227"/>
                      <a:pt x="110193" y="41692"/>
                    </a:cubicBezTo>
                    <a:close/>
                    <a:moveTo>
                      <a:pt x="100200" y="35398"/>
                    </a:moveTo>
                    <a:lnTo>
                      <a:pt x="89214" y="39041"/>
                    </a:lnTo>
                    <a:cubicBezTo>
                      <a:pt x="90433" y="37028"/>
                      <a:pt x="91879" y="35015"/>
                      <a:pt x="93467" y="32946"/>
                    </a:cubicBezTo>
                    <a:cubicBezTo>
                      <a:pt x="95749" y="33754"/>
                      <a:pt x="98031" y="34533"/>
                      <a:pt x="100157" y="35398"/>
                    </a:cubicBezTo>
                    <a:close/>
                    <a:moveTo>
                      <a:pt x="86223" y="9996"/>
                    </a:moveTo>
                    <a:lnTo>
                      <a:pt x="98740" y="5843"/>
                    </a:lnTo>
                    <a:cubicBezTo>
                      <a:pt x="98683" y="7782"/>
                      <a:pt x="98315" y="9699"/>
                      <a:pt x="97620" y="11513"/>
                    </a:cubicBezTo>
                    <a:lnTo>
                      <a:pt x="84083" y="15992"/>
                    </a:lnTo>
                    <a:close/>
                    <a:moveTo>
                      <a:pt x="94955" y="16715"/>
                    </a:moveTo>
                    <a:cubicBezTo>
                      <a:pt x="93637" y="18813"/>
                      <a:pt x="92120" y="20968"/>
                      <a:pt x="90391" y="23137"/>
                    </a:cubicBezTo>
                    <a:cubicBezTo>
                      <a:pt x="88109" y="22354"/>
                      <a:pt x="85869" y="21455"/>
                      <a:pt x="83672" y="20443"/>
                    </a:cubicBezTo>
                    <a:close/>
                    <a:moveTo>
                      <a:pt x="79901" y="27630"/>
                    </a:moveTo>
                    <a:cubicBezTo>
                      <a:pt x="81659" y="28509"/>
                      <a:pt x="83445" y="29289"/>
                      <a:pt x="85245" y="29997"/>
                    </a:cubicBezTo>
                    <a:cubicBezTo>
                      <a:pt x="79448" y="38077"/>
                      <a:pt x="74529" y="47305"/>
                      <a:pt x="78456" y="59127"/>
                    </a:cubicBezTo>
                    <a:cubicBezTo>
                      <a:pt x="82382" y="70949"/>
                      <a:pt x="91695" y="75372"/>
                      <a:pt x="101136" y="78391"/>
                    </a:cubicBezTo>
                    <a:cubicBezTo>
                      <a:pt x="98371" y="82051"/>
                      <a:pt x="96160" y="86089"/>
                      <a:pt x="94544" y="90383"/>
                    </a:cubicBezTo>
                    <a:lnTo>
                      <a:pt x="57406" y="9038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AF8ADC5F-74BC-4581-8721-3F5A114A41D8}"/>
                  </a:ext>
                </a:extLst>
              </p:cNvPr>
              <p:cNvSpPr/>
              <p:nvPr/>
            </p:nvSpPr>
            <p:spPr>
              <a:xfrm>
                <a:off x="2540276" y="-1179983"/>
                <a:ext cx="245106" cy="205622"/>
              </a:xfrm>
              <a:custGeom>
                <a:avLst/>
                <a:gdLst>
                  <a:gd name="connsiteX0" fmla="*/ 49282 w 245106"/>
                  <a:gd name="connsiteY0" fmla="*/ 168330 h 205622"/>
                  <a:gd name="connsiteX1" fmla="*/ 33760 w 245106"/>
                  <a:gd name="connsiteY1" fmla="*/ 192824 h 205622"/>
                  <a:gd name="connsiteX2" fmla="*/ 8245 w 245106"/>
                  <a:gd name="connsiteY2" fmla="*/ 192824 h 205622"/>
                  <a:gd name="connsiteX3" fmla="*/ -388 w 245106"/>
                  <a:gd name="connsiteY3" fmla="*/ 192456 h 205622"/>
                  <a:gd name="connsiteX4" fmla="*/ -756 w 245106"/>
                  <a:gd name="connsiteY4" fmla="*/ 201088 h 205622"/>
                  <a:gd name="connsiteX5" fmla="*/ 7877 w 245106"/>
                  <a:gd name="connsiteY5" fmla="*/ 201457 h 205622"/>
                  <a:gd name="connsiteX6" fmla="*/ 8245 w 245106"/>
                  <a:gd name="connsiteY6" fmla="*/ 201088 h 205622"/>
                  <a:gd name="connsiteX7" fmla="*/ 38466 w 245106"/>
                  <a:gd name="connsiteY7" fmla="*/ 201003 h 205622"/>
                  <a:gd name="connsiteX8" fmla="*/ 49324 w 245106"/>
                  <a:gd name="connsiteY8" fmla="*/ 182264 h 205622"/>
                  <a:gd name="connsiteX9" fmla="*/ 63159 w 245106"/>
                  <a:gd name="connsiteY9" fmla="*/ 205398 h 205622"/>
                  <a:gd name="connsiteX10" fmla="*/ 70133 w 245106"/>
                  <a:gd name="connsiteY10" fmla="*/ 205398 h 205622"/>
                  <a:gd name="connsiteX11" fmla="*/ 124338 w 245106"/>
                  <a:gd name="connsiteY11" fmla="*/ 36899 h 205622"/>
                  <a:gd name="connsiteX12" fmla="*/ 154715 w 245106"/>
                  <a:gd name="connsiteY12" fmla="*/ 152369 h 205622"/>
                  <a:gd name="connsiteX13" fmla="*/ 176942 w 245106"/>
                  <a:gd name="connsiteY13" fmla="*/ 152369 h 205622"/>
                  <a:gd name="connsiteX14" fmla="*/ 204909 w 245106"/>
                  <a:gd name="connsiteY14" fmla="*/ 65433 h 205622"/>
                  <a:gd name="connsiteX15" fmla="*/ 204909 w 245106"/>
                  <a:gd name="connsiteY15" fmla="*/ 152369 h 205622"/>
                  <a:gd name="connsiteX16" fmla="*/ 242743 w 245106"/>
                  <a:gd name="connsiteY16" fmla="*/ 152369 h 205622"/>
                  <a:gd name="connsiteX17" fmla="*/ 242743 w 245106"/>
                  <a:gd name="connsiteY17" fmla="*/ 10122 h 205622"/>
                  <a:gd name="connsiteX18" fmla="*/ 234861 w 245106"/>
                  <a:gd name="connsiteY18" fmla="*/ 115 h 205622"/>
                  <a:gd name="connsiteX19" fmla="*/ 234861 w 245106"/>
                  <a:gd name="connsiteY19" fmla="*/ 127690 h 205622"/>
                  <a:gd name="connsiteX20" fmla="*/ 236279 w 245106"/>
                  <a:gd name="connsiteY20" fmla="*/ 130128 h 205622"/>
                  <a:gd name="connsiteX21" fmla="*/ 233458 w 245106"/>
                  <a:gd name="connsiteY21" fmla="*/ 132980 h 205622"/>
                  <a:gd name="connsiteX22" fmla="*/ 230609 w 245106"/>
                  <a:gd name="connsiteY22" fmla="*/ 130162 h 205622"/>
                  <a:gd name="connsiteX23" fmla="*/ 232026 w 245106"/>
                  <a:gd name="connsiteY23" fmla="*/ 127690 h 205622"/>
                  <a:gd name="connsiteX24" fmla="*/ 232026 w 245106"/>
                  <a:gd name="connsiteY24" fmla="*/ -183 h 205622"/>
                  <a:gd name="connsiteX25" fmla="*/ 225123 w 245106"/>
                  <a:gd name="connsiteY25" fmla="*/ -183 h 205622"/>
                  <a:gd name="connsiteX26" fmla="*/ 225123 w 245106"/>
                  <a:gd name="connsiteY26" fmla="*/ 127619 h 205622"/>
                  <a:gd name="connsiteX27" fmla="*/ 226158 w 245106"/>
                  <a:gd name="connsiteY27" fmla="*/ 131492 h 205622"/>
                  <a:gd name="connsiteX28" fmla="*/ 222288 w 245106"/>
                  <a:gd name="connsiteY28" fmla="*/ 132530 h 205622"/>
                  <a:gd name="connsiteX29" fmla="*/ 220871 w 245106"/>
                  <a:gd name="connsiteY29" fmla="*/ 130057 h 205622"/>
                  <a:gd name="connsiteX30" fmla="*/ 222288 w 245106"/>
                  <a:gd name="connsiteY30" fmla="*/ 127619 h 205622"/>
                  <a:gd name="connsiteX31" fmla="*/ 222288 w 245106"/>
                  <a:gd name="connsiteY31" fmla="*/ -183 h 205622"/>
                  <a:gd name="connsiteX32" fmla="*/ 215385 w 245106"/>
                  <a:gd name="connsiteY32" fmla="*/ -183 h 205622"/>
                  <a:gd name="connsiteX33" fmla="*/ 215385 w 245106"/>
                  <a:gd name="connsiteY33" fmla="*/ 127619 h 205622"/>
                  <a:gd name="connsiteX34" fmla="*/ 216419 w 245106"/>
                  <a:gd name="connsiteY34" fmla="*/ 131492 h 205622"/>
                  <a:gd name="connsiteX35" fmla="*/ 212550 w 245106"/>
                  <a:gd name="connsiteY35" fmla="*/ 132530 h 205622"/>
                  <a:gd name="connsiteX36" fmla="*/ 211132 w 245106"/>
                  <a:gd name="connsiteY36" fmla="*/ 130057 h 205622"/>
                  <a:gd name="connsiteX37" fmla="*/ 212550 w 245106"/>
                  <a:gd name="connsiteY37" fmla="*/ 127619 h 205622"/>
                  <a:gd name="connsiteX38" fmla="*/ 212550 w 245106"/>
                  <a:gd name="connsiteY38" fmla="*/ -183 h 205622"/>
                  <a:gd name="connsiteX39" fmla="*/ 204668 w 245106"/>
                  <a:gd name="connsiteY39" fmla="*/ -183 h 205622"/>
                  <a:gd name="connsiteX40" fmla="*/ 204668 w 245106"/>
                  <a:gd name="connsiteY40" fmla="*/ -41 h 205622"/>
                  <a:gd name="connsiteX41" fmla="*/ 204342 w 245106"/>
                  <a:gd name="connsiteY41" fmla="*/ -225 h 205622"/>
                  <a:gd name="connsiteX42" fmla="*/ 168281 w 245106"/>
                  <a:gd name="connsiteY42" fmla="*/ 111871 h 205622"/>
                  <a:gd name="connsiteX43" fmla="*/ 137507 w 245106"/>
                  <a:gd name="connsiteY43" fmla="*/ -112 h 205622"/>
                  <a:gd name="connsiteX44" fmla="*/ 121546 w 245106"/>
                  <a:gd name="connsiteY44" fmla="*/ -112 h 205622"/>
                  <a:gd name="connsiteX45" fmla="*/ 62011 w 245106"/>
                  <a:gd name="connsiteY45" fmla="*/ 189181 h 205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45106" h="205622">
                    <a:moveTo>
                      <a:pt x="49282" y="168330"/>
                    </a:moveTo>
                    <a:lnTo>
                      <a:pt x="33760" y="192824"/>
                    </a:lnTo>
                    <a:lnTo>
                      <a:pt x="8245" y="192824"/>
                    </a:lnTo>
                    <a:cubicBezTo>
                      <a:pt x="5963" y="190340"/>
                      <a:pt x="2093" y="190174"/>
                      <a:pt x="-388" y="192456"/>
                    </a:cubicBezTo>
                    <a:cubicBezTo>
                      <a:pt x="-2868" y="194738"/>
                      <a:pt x="-3038" y="198604"/>
                      <a:pt x="-756" y="201088"/>
                    </a:cubicBezTo>
                    <a:cubicBezTo>
                      <a:pt x="1526" y="203573"/>
                      <a:pt x="5396" y="203739"/>
                      <a:pt x="7877" y="201457"/>
                    </a:cubicBezTo>
                    <a:cubicBezTo>
                      <a:pt x="8004" y="201339"/>
                      <a:pt x="8132" y="201216"/>
                      <a:pt x="8245" y="201088"/>
                    </a:cubicBezTo>
                    <a:lnTo>
                      <a:pt x="38466" y="201003"/>
                    </a:lnTo>
                    <a:lnTo>
                      <a:pt x="49324" y="182264"/>
                    </a:lnTo>
                    <a:lnTo>
                      <a:pt x="63159" y="205398"/>
                    </a:lnTo>
                    <a:lnTo>
                      <a:pt x="70133" y="205398"/>
                    </a:lnTo>
                    <a:lnTo>
                      <a:pt x="124338" y="36899"/>
                    </a:lnTo>
                    <a:lnTo>
                      <a:pt x="154715" y="152369"/>
                    </a:lnTo>
                    <a:lnTo>
                      <a:pt x="176942" y="152369"/>
                    </a:lnTo>
                    <a:lnTo>
                      <a:pt x="204909" y="65433"/>
                    </a:lnTo>
                    <a:lnTo>
                      <a:pt x="204909" y="152369"/>
                    </a:lnTo>
                    <a:lnTo>
                      <a:pt x="242743" y="152369"/>
                    </a:lnTo>
                    <a:lnTo>
                      <a:pt x="242743" y="10122"/>
                    </a:lnTo>
                    <a:cubicBezTo>
                      <a:pt x="242743" y="5368"/>
                      <a:pt x="239482" y="1233"/>
                      <a:pt x="234861" y="115"/>
                    </a:cubicBezTo>
                    <a:lnTo>
                      <a:pt x="234861" y="127690"/>
                    </a:lnTo>
                    <a:cubicBezTo>
                      <a:pt x="235726" y="128193"/>
                      <a:pt x="236279" y="129122"/>
                      <a:pt x="236279" y="130128"/>
                    </a:cubicBezTo>
                    <a:cubicBezTo>
                      <a:pt x="236293" y="131695"/>
                      <a:pt x="235031" y="132970"/>
                      <a:pt x="233458" y="132980"/>
                    </a:cubicBezTo>
                    <a:cubicBezTo>
                      <a:pt x="231899" y="132990"/>
                      <a:pt x="230623" y="131729"/>
                      <a:pt x="230609" y="130162"/>
                    </a:cubicBezTo>
                    <a:cubicBezTo>
                      <a:pt x="230609" y="129143"/>
                      <a:pt x="231147" y="128199"/>
                      <a:pt x="232026" y="127690"/>
                    </a:cubicBezTo>
                    <a:lnTo>
                      <a:pt x="232026" y="-183"/>
                    </a:lnTo>
                    <a:lnTo>
                      <a:pt x="225123" y="-183"/>
                    </a:lnTo>
                    <a:lnTo>
                      <a:pt x="225123" y="127619"/>
                    </a:lnTo>
                    <a:cubicBezTo>
                      <a:pt x="226484" y="128402"/>
                      <a:pt x="226938" y="130135"/>
                      <a:pt x="226158" y="131492"/>
                    </a:cubicBezTo>
                    <a:cubicBezTo>
                      <a:pt x="225378" y="132848"/>
                      <a:pt x="223649" y="133312"/>
                      <a:pt x="222288" y="132530"/>
                    </a:cubicBezTo>
                    <a:cubicBezTo>
                      <a:pt x="221409" y="132021"/>
                      <a:pt x="220871" y="131077"/>
                      <a:pt x="220871" y="130057"/>
                    </a:cubicBezTo>
                    <a:cubicBezTo>
                      <a:pt x="220871" y="129051"/>
                      <a:pt x="221409" y="128123"/>
                      <a:pt x="222288" y="127619"/>
                    </a:cubicBezTo>
                    <a:lnTo>
                      <a:pt x="222288" y="-183"/>
                    </a:lnTo>
                    <a:lnTo>
                      <a:pt x="215385" y="-183"/>
                    </a:lnTo>
                    <a:lnTo>
                      <a:pt x="215385" y="127619"/>
                    </a:lnTo>
                    <a:cubicBezTo>
                      <a:pt x="216745" y="128402"/>
                      <a:pt x="217199" y="130135"/>
                      <a:pt x="216419" y="131492"/>
                    </a:cubicBezTo>
                    <a:cubicBezTo>
                      <a:pt x="215640" y="132848"/>
                      <a:pt x="213910" y="133312"/>
                      <a:pt x="212550" y="132530"/>
                    </a:cubicBezTo>
                    <a:cubicBezTo>
                      <a:pt x="211671" y="132021"/>
                      <a:pt x="211132" y="131077"/>
                      <a:pt x="211132" y="130057"/>
                    </a:cubicBezTo>
                    <a:cubicBezTo>
                      <a:pt x="211132" y="129051"/>
                      <a:pt x="211671" y="128123"/>
                      <a:pt x="212550" y="127619"/>
                    </a:cubicBezTo>
                    <a:lnTo>
                      <a:pt x="212550" y="-183"/>
                    </a:lnTo>
                    <a:lnTo>
                      <a:pt x="204668" y="-183"/>
                    </a:lnTo>
                    <a:lnTo>
                      <a:pt x="204668" y="-41"/>
                    </a:lnTo>
                    <a:lnTo>
                      <a:pt x="204342" y="-225"/>
                    </a:lnTo>
                    <a:lnTo>
                      <a:pt x="168281" y="111871"/>
                    </a:lnTo>
                    <a:lnTo>
                      <a:pt x="137507" y="-112"/>
                    </a:lnTo>
                    <a:lnTo>
                      <a:pt x="121546" y="-112"/>
                    </a:lnTo>
                    <a:lnTo>
                      <a:pt x="62011" y="18918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1038C4D4-B595-45F3-A435-5706B75961DB}"/>
                  </a:ext>
                </a:extLst>
              </p:cNvPr>
              <p:cNvSpPr/>
              <p:nvPr/>
            </p:nvSpPr>
            <p:spPr>
              <a:xfrm>
                <a:off x="2555930" y="-1210785"/>
                <a:ext cx="29455" cy="10050"/>
              </a:xfrm>
              <a:custGeom>
                <a:avLst/>
                <a:gdLst>
                  <a:gd name="connsiteX0" fmla="*/ 17635 w 29455"/>
                  <a:gd name="connsiteY0" fmla="*/ -150 h 10050"/>
                  <a:gd name="connsiteX1" fmla="*/ 16217 w 29455"/>
                  <a:gd name="connsiteY1" fmla="*/ -150 h 10050"/>
                  <a:gd name="connsiteX2" fmla="*/ -2054 w 29455"/>
                  <a:gd name="connsiteY2" fmla="*/ 3295 h 10050"/>
                  <a:gd name="connsiteX3" fmla="*/ -2309 w 29455"/>
                  <a:gd name="connsiteY3" fmla="*/ 7462 h 10050"/>
                  <a:gd name="connsiteX4" fmla="*/ -2309 w 29455"/>
                  <a:gd name="connsiteY4" fmla="*/ 7462 h 10050"/>
                  <a:gd name="connsiteX5" fmla="*/ 5218 w 29455"/>
                  <a:gd name="connsiteY5" fmla="*/ 9900 h 10050"/>
                  <a:gd name="connsiteX6" fmla="*/ 5218 w 29455"/>
                  <a:gd name="connsiteY6" fmla="*/ 9900 h 10050"/>
                  <a:gd name="connsiteX7" fmla="*/ 8124 w 29455"/>
                  <a:gd name="connsiteY7" fmla="*/ 5364 h 10050"/>
                  <a:gd name="connsiteX8" fmla="*/ 11384 w 29455"/>
                  <a:gd name="connsiteY8" fmla="*/ 5549 h 10050"/>
                  <a:gd name="connsiteX9" fmla="*/ 14431 w 29455"/>
                  <a:gd name="connsiteY9" fmla="*/ 5379 h 10050"/>
                  <a:gd name="connsiteX10" fmla="*/ 17337 w 29455"/>
                  <a:gd name="connsiteY10" fmla="*/ 9900 h 10050"/>
                  <a:gd name="connsiteX11" fmla="*/ 17337 w 29455"/>
                  <a:gd name="connsiteY11" fmla="*/ 9900 h 10050"/>
                  <a:gd name="connsiteX12" fmla="*/ 24864 w 29455"/>
                  <a:gd name="connsiteY12" fmla="*/ 7462 h 10050"/>
                  <a:gd name="connsiteX13" fmla="*/ 24864 w 29455"/>
                  <a:gd name="connsiteY13" fmla="*/ 7462 h 10050"/>
                  <a:gd name="connsiteX14" fmla="*/ 24553 w 29455"/>
                  <a:gd name="connsiteY14" fmla="*/ 2147 h 10050"/>
                  <a:gd name="connsiteX15" fmla="*/ 27146 w 29455"/>
                  <a:gd name="connsiteY15" fmla="*/ 488 h 10050"/>
                  <a:gd name="connsiteX16" fmla="*/ 17635 w 29455"/>
                  <a:gd name="connsiteY16" fmla="*/ -150 h 1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455" h="10050">
                    <a:moveTo>
                      <a:pt x="17635" y="-150"/>
                    </a:moveTo>
                    <a:lnTo>
                      <a:pt x="16217" y="-150"/>
                    </a:lnTo>
                    <a:cubicBezTo>
                      <a:pt x="7925" y="-150"/>
                      <a:pt x="2042" y="1268"/>
                      <a:pt x="-2054" y="3295"/>
                    </a:cubicBezTo>
                    <a:lnTo>
                      <a:pt x="-2309" y="7462"/>
                    </a:lnTo>
                    <a:lnTo>
                      <a:pt x="-2309" y="7462"/>
                    </a:lnTo>
                    <a:lnTo>
                      <a:pt x="5218" y="9900"/>
                    </a:lnTo>
                    <a:lnTo>
                      <a:pt x="5218" y="9900"/>
                    </a:lnTo>
                    <a:lnTo>
                      <a:pt x="8124" y="5364"/>
                    </a:lnTo>
                    <a:cubicBezTo>
                      <a:pt x="9201" y="5491"/>
                      <a:pt x="10292" y="5552"/>
                      <a:pt x="11384" y="5549"/>
                    </a:cubicBezTo>
                    <a:cubicBezTo>
                      <a:pt x="12404" y="5549"/>
                      <a:pt x="13425" y="5492"/>
                      <a:pt x="14431" y="5379"/>
                    </a:cubicBezTo>
                    <a:lnTo>
                      <a:pt x="17337" y="9900"/>
                    </a:lnTo>
                    <a:lnTo>
                      <a:pt x="17337" y="9900"/>
                    </a:lnTo>
                    <a:lnTo>
                      <a:pt x="24864" y="7462"/>
                    </a:lnTo>
                    <a:lnTo>
                      <a:pt x="24864" y="7462"/>
                    </a:lnTo>
                    <a:lnTo>
                      <a:pt x="24553" y="2147"/>
                    </a:lnTo>
                    <a:cubicBezTo>
                      <a:pt x="25445" y="1642"/>
                      <a:pt x="26310" y="1089"/>
                      <a:pt x="27146" y="488"/>
                    </a:cubicBezTo>
                    <a:cubicBezTo>
                      <a:pt x="23574" y="162"/>
                      <a:pt x="20739" y="-22"/>
                      <a:pt x="17635" y="-150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8E852826-DAB5-42C8-8979-819770CFC006}"/>
                  </a:ext>
                </a:extLst>
              </p:cNvPr>
              <p:cNvSpPr/>
              <p:nvPr/>
            </p:nvSpPr>
            <p:spPr>
              <a:xfrm>
                <a:off x="2537801" y="-1263786"/>
                <a:ext cx="63461" cy="36174"/>
              </a:xfrm>
              <a:custGeom>
                <a:avLst/>
                <a:gdLst>
                  <a:gd name="connsiteX0" fmla="*/ 15169 w 63461"/>
                  <a:gd name="connsiteY0" fmla="*/ 29358 h 36174"/>
                  <a:gd name="connsiteX1" fmla="*/ 32094 w 63461"/>
                  <a:gd name="connsiteY1" fmla="*/ 18140 h 36174"/>
                  <a:gd name="connsiteX2" fmla="*/ 41719 w 63461"/>
                  <a:gd name="connsiteY2" fmla="*/ 25105 h 36174"/>
                  <a:gd name="connsiteX3" fmla="*/ 47502 w 63461"/>
                  <a:gd name="connsiteY3" fmla="*/ 24850 h 36174"/>
                  <a:gd name="connsiteX4" fmla="*/ 49473 w 63461"/>
                  <a:gd name="connsiteY4" fmla="*/ 24850 h 36174"/>
                  <a:gd name="connsiteX5" fmla="*/ 58559 w 63461"/>
                  <a:gd name="connsiteY5" fmla="*/ 28337 h 36174"/>
                  <a:gd name="connsiteX6" fmla="*/ 61153 w 63461"/>
                  <a:gd name="connsiteY6" fmla="*/ 29755 h 36174"/>
                  <a:gd name="connsiteX7" fmla="*/ 61153 w 63461"/>
                  <a:gd name="connsiteY7" fmla="*/ 27373 h 36174"/>
                  <a:gd name="connsiteX8" fmla="*/ 61153 w 63461"/>
                  <a:gd name="connsiteY8" fmla="*/ 27373 h 36174"/>
                  <a:gd name="connsiteX9" fmla="*/ 56064 w 63461"/>
                  <a:gd name="connsiteY9" fmla="*/ 26041 h 36174"/>
                  <a:gd name="connsiteX10" fmla="*/ 54065 w 63461"/>
                  <a:gd name="connsiteY10" fmla="*/ 19917 h 36174"/>
                  <a:gd name="connsiteX11" fmla="*/ 57410 w 63461"/>
                  <a:gd name="connsiteY11" fmla="*/ 15849 h 36174"/>
                  <a:gd name="connsiteX12" fmla="*/ 57410 w 63461"/>
                  <a:gd name="connsiteY12" fmla="*/ 15849 h 36174"/>
                  <a:gd name="connsiteX13" fmla="*/ 52761 w 63461"/>
                  <a:gd name="connsiteY13" fmla="*/ 9442 h 36174"/>
                  <a:gd name="connsiteX14" fmla="*/ 52761 w 63461"/>
                  <a:gd name="connsiteY14" fmla="*/ 9442 h 36174"/>
                  <a:gd name="connsiteX15" fmla="*/ 47828 w 63461"/>
                  <a:gd name="connsiteY15" fmla="*/ 11384 h 36174"/>
                  <a:gd name="connsiteX16" fmla="*/ 42626 w 63461"/>
                  <a:gd name="connsiteY16" fmla="*/ 7628 h 36174"/>
                  <a:gd name="connsiteX17" fmla="*/ 42952 w 63461"/>
                  <a:gd name="connsiteY17" fmla="*/ 2312 h 36174"/>
                  <a:gd name="connsiteX18" fmla="*/ 35425 w 63461"/>
                  <a:gd name="connsiteY18" fmla="*/ -126 h 36174"/>
                  <a:gd name="connsiteX19" fmla="*/ 35425 w 63461"/>
                  <a:gd name="connsiteY19" fmla="*/ -126 h 36174"/>
                  <a:gd name="connsiteX20" fmla="*/ 32590 w 63461"/>
                  <a:gd name="connsiteY20" fmla="*/ 4396 h 36174"/>
                  <a:gd name="connsiteX21" fmla="*/ 29528 w 63461"/>
                  <a:gd name="connsiteY21" fmla="*/ 4226 h 36174"/>
                  <a:gd name="connsiteX22" fmla="*/ 26254 w 63461"/>
                  <a:gd name="connsiteY22" fmla="*/ 4424 h 36174"/>
                  <a:gd name="connsiteX23" fmla="*/ 23419 w 63461"/>
                  <a:gd name="connsiteY23" fmla="*/ -126 h 36174"/>
                  <a:gd name="connsiteX24" fmla="*/ 23419 w 63461"/>
                  <a:gd name="connsiteY24" fmla="*/ -126 h 36174"/>
                  <a:gd name="connsiteX25" fmla="*/ 15892 w 63461"/>
                  <a:gd name="connsiteY25" fmla="*/ 2312 h 36174"/>
                  <a:gd name="connsiteX26" fmla="*/ 16218 w 63461"/>
                  <a:gd name="connsiteY26" fmla="*/ 7741 h 36174"/>
                  <a:gd name="connsiteX27" fmla="*/ 11172 w 63461"/>
                  <a:gd name="connsiteY27" fmla="*/ 11441 h 36174"/>
                  <a:gd name="connsiteX28" fmla="*/ 6083 w 63461"/>
                  <a:gd name="connsiteY28" fmla="*/ 9442 h 36174"/>
                  <a:gd name="connsiteX29" fmla="*/ 1433 w 63461"/>
                  <a:gd name="connsiteY29" fmla="*/ 15849 h 36174"/>
                  <a:gd name="connsiteX30" fmla="*/ 1433 w 63461"/>
                  <a:gd name="connsiteY30" fmla="*/ 15849 h 36174"/>
                  <a:gd name="connsiteX31" fmla="*/ 4920 w 63461"/>
                  <a:gd name="connsiteY31" fmla="*/ 20102 h 36174"/>
                  <a:gd name="connsiteX32" fmla="*/ 3007 w 63461"/>
                  <a:gd name="connsiteY32" fmla="*/ 26027 h 36174"/>
                  <a:gd name="connsiteX33" fmla="*/ -2309 w 63461"/>
                  <a:gd name="connsiteY33" fmla="*/ 27444 h 36174"/>
                  <a:gd name="connsiteX34" fmla="*/ -2309 w 63461"/>
                  <a:gd name="connsiteY34" fmla="*/ 35368 h 36174"/>
                  <a:gd name="connsiteX35" fmla="*/ 328 w 63461"/>
                  <a:gd name="connsiteY35" fmla="*/ 36048 h 36174"/>
                  <a:gd name="connsiteX36" fmla="*/ 15169 w 63461"/>
                  <a:gd name="connsiteY36" fmla="*/ 29358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3461" h="36174">
                    <a:moveTo>
                      <a:pt x="15169" y="29358"/>
                    </a:moveTo>
                    <a:cubicBezTo>
                      <a:pt x="16742" y="21586"/>
                      <a:pt x="24326" y="16563"/>
                      <a:pt x="32094" y="18140"/>
                    </a:cubicBezTo>
                    <a:cubicBezTo>
                      <a:pt x="36162" y="18963"/>
                      <a:pt x="39663" y="21503"/>
                      <a:pt x="41719" y="25105"/>
                    </a:cubicBezTo>
                    <a:cubicBezTo>
                      <a:pt x="43561" y="24949"/>
                      <a:pt x="45461" y="24850"/>
                      <a:pt x="47502" y="24850"/>
                    </a:cubicBezTo>
                    <a:cubicBezTo>
                      <a:pt x="48154" y="24850"/>
                      <a:pt x="48806" y="24850"/>
                      <a:pt x="49473" y="24850"/>
                    </a:cubicBezTo>
                    <a:cubicBezTo>
                      <a:pt x="52875" y="24964"/>
                      <a:pt x="55894" y="26750"/>
                      <a:pt x="58559" y="28337"/>
                    </a:cubicBezTo>
                    <a:cubicBezTo>
                      <a:pt x="59423" y="28848"/>
                      <a:pt x="60316" y="29372"/>
                      <a:pt x="61153" y="29755"/>
                    </a:cubicBezTo>
                    <a:lnTo>
                      <a:pt x="61153" y="27373"/>
                    </a:lnTo>
                    <a:lnTo>
                      <a:pt x="61153" y="27373"/>
                    </a:lnTo>
                    <a:lnTo>
                      <a:pt x="56064" y="26041"/>
                    </a:lnTo>
                    <a:cubicBezTo>
                      <a:pt x="55639" y="23927"/>
                      <a:pt x="54972" y="21872"/>
                      <a:pt x="54065" y="19917"/>
                    </a:cubicBezTo>
                    <a:lnTo>
                      <a:pt x="57410" y="15849"/>
                    </a:lnTo>
                    <a:lnTo>
                      <a:pt x="57410" y="15849"/>
                    </a:lnTo>
                    <a:lnTo>
                      <a:pt x="52761" y="9442"/>
                    </a:lnTo>
                    <a:lnTo>
                      <a:pt x="52761" y="9442"/>
                    </a:lnTo>
                    <a:lnTo>
                      <a:pt x="47828" y="11384"/>
                    </a:lnTo>
                    <a:cubicBezTo>
                      <a:pt x="46241" y="9931"/>
                      <a:pt x="44497" y="8671"/>
                      <a:pt x="42626" y="7628"/>
                    </a:cubicBezTo>
                    <a:lnTo>
                      <a:pt x="42952" y="2312"/>
                    </a:lnTo>
                    <a:lnTo>
                      <a:pt x="35425" y="-126"/>
                    </a:lnTo>
                    <a:lnTo>
                      <a:pt x="35425" y="-126"/>
                    </a:lnTo>
                    <a:lnTo>
                      <a:pt x="32590" y="4396"/>
                    </a:lnTo>
                    <a:cubicBezTo>
                      <a:pt x="31569" y="4282"/>
                      <a:pt x="30549" y="4226"/>
                      <a:pt x="29528" y="4226"/>
                    </a:cubicBezTo>
                    <a:cubicBezTo>
                      <a:pt x="28437" y="4220"/>
                      <a:pt x="27345" y="4286"/>
                      <a:pt x="26254" y="4424"/>
                    </a:cubicBezTo>
                    <a:lnTo>
                      <a:pt x="23419" y="-126"/>
                    </a:lnTo>
                    <a:lnTo>
                      <a:pt x="23419" y="-126"/>
                    </a:lnTo>
                    <a:lnTo>
                      <a:pt x="15892" y="2312"/>
                    </a:lnTo>
                    <a:lnTo>
                      <a:pt x="16218" y="7741"/>
                    </a:lnTo>
                    <a:cubicBezTo>
                      <a:pt x="14403" y="8779"/>
                      <a:pt x="12702" y="10019"/>
                      <a:pt x="11172" y="11441"/>
                    </a:cubicBezTo>
                    <a:lnTo>
                      <a:pt x="6083" y="9442"/>
                    </a:lnTo>
                    <a:lnTo>
                      <a:pt x="1433" y="15849"/>
                    </a:lnTo>
                    <a:lnTo>
                      <a:pt x="1433" y="15849"/>
                    </a:lnTo>
                    <a:lnTo>
                      <a:pt x="4920" y="20102"/>
                    </a:lnTo>
                    <a:cubicBezTo>
                      <a:pt x="4056" y="21997"/>
                      <a:pt x="3418" y="23984"/>
                      <a:pt x="3007" y="26027"/>
                    </a:cubicBezTo>
                    <a:lnTo>
                      <a:pt x="-2309" y="27444"/>
                    </a:lnTo>
                    <a:lnTo>
                      <a:pt x="-2309" y="35368"/>
                    </a:lnTo>
                    <a:lnTo>
                      <a:pt x="328" y="36048"/>
                    </a:lnTo>
                    <a:cubicBezTo>
                      <a:pt x="4906" y="33084"/>
                      <a:pt x="9910" y="30829"/>
                      <a:pt x="15169" y="29358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9D9BCEFE-B247-4376-B0AA-C4D72B4087C8}"/>
                  </a:ext>
                </a:extLst>
              </p:cNvPr>
              <p:cNvSpPr/>
              <p:nvPr/>
            </p:nvSpPr>
            <p:spPr>
              <a:xfrm>
                <a:off x="2524093" y="-1234968"/>
                <a:ext cx="101110" cy="207508"/>
              </a:xfrm>
              <a:custGeom>
                <a:avLst/>
                <a:gdLst>
                  <a:gd name="connsiteX0" fmla="*/ 12671 w 101110"/>
                  <a:gd name="connsiteY0" fmla="*/ 77458 h 207508"/>
                  <a:gd name="connsiteX1" fmla="*/ 24465 w 101110"/>
                  <a:gd name="connsiteY1" fmla="*/ 86487 h 207508"/>
                  <a:gd name="connsiteX2" fmla="*/ 24465 w 101110"/>
                  <a:gd name="connsiteY2" fmla="*/ 144052 h 207508"/>
                  <a:gd name="connsiteX3" fmla="*/ -2142 w 101110"/>
                  <a:gd name="connsiteY3" fmla="*/ 175747 h 207508"/>
                  <a:gd name="connsiteX4" fmla="*/ 7398 w 101110"/>
                  <a:gd name="connsiteY4" fmla="*/ 197605 h 207508"/>
                  <a:gd name="connsiteX5" fmla="*/ 24408 w 101110"/>
                  <a:gd name="connsiteY5" fmla="*/ 206238 h 207508"/>
                  <a:gd name="connsiteX6" fmla="*/ 24408 w 101110"/>
                  <a:gd name="connsiteY6" fmla="*/ 207315 h 207508"/>
                  <a:gd name="connsiteX7" fmla="*/ 62227 w 101110"/>
                  <a:gd name="connsiteY7" fmla="*/ 207315 h 207508"/>
                  <a:gd name="connsiteX8" fmla="*/ 62227 w 101110"/>
                  <a:gd name="connsiteY8" fmla="*/ 202354 h 207508"/>
                  <a:gd name="connsiteX9" fmla="*/ 67430 w 101110"/>
                  <a:gd name="connsiteY9" fmla="*/ 199930 h 207508"/>
                  <a:gd name="connsiteX10" fmla="*/ 83022 w 101110"/>
                  <a:gd name="connsiteY10" fmla="*/ 181261 h 207508"/>
                  <a:gd name="connsiteX11" fmla="*/ 71469 w 101110"/>
                  <a:gd name="connsiteY11" fmla="*/ 167441 h 207508"/>
                  <a:gd name="connsiteX12" fmla="*/ 63390 w 101110"/>
                  <a:gd name="connsiteY12" fmla="*/ 166775 h 207508"/>
                  <a:gd name="connsiteX13" fmla="*/ 63390 w 101110"/>
                  <a:gd name="connsiteY13" fmla="*/ 174457 h 207508"/>
                  <a:gd name="connsiteX14" fmla="*/ 64580 w 101110"/>
                  <a:gd name="connsiteY14" fmla="*/ 183529 h 207508"/>
                  <a:gd name="connsiteX15" fmla="*/ 62199 w 101110"/>
                  <a:gd name="connsiteY15" fmla="*/ 184706 h 207508"/>
                  <a:gd name="connsiteX16" fmla="*/ 62199 w 101110"/>
                  <a:gd name="connsiteY16" fmla="*/ 182055 h 207508"/>
                  <a:gd name="connsiteX17" fmla="*/ 62270 w 101110"/>
                  <a:gd name="connsiteY17" fmla="*/ 182055 h 207508"/>
                  <a:gd name="connsiteX18" fmla="*/ 62270 w 101110"/>
                  <a:gd name="connsiteY18" fmla="*/ 148701 h 207508"/>
                  <a:gd name="connsiteX19" fmla="*/ 87870 w 101110"/>
                  <a:gd name="connsiteY19" fmla="*/ 115447 h 207508"/>
                  <a:gd name="connsiteX20" fmla="*/ 62199 w 101110"/>
                  <a:gd name="connsiteY20" fmla="*/ 83383 h 207508"/>
                  <a:gd name="connsiteX21" fmla="*/ 62199 w 101110"/>
                  <a:gd name="connsiteY21" fmla="*/ 54834 h 207508"/>
                  <a:gd name="connsiteX22" fmla="*/ 24380 w 101110"/>
                  <a:gd name="connsiteY22" fmla="*/ 54834 h 207508"/>
                  <a:gd name="connsiteX23" fmla="*/ 24380 w 101110"/>
                  <a:gd name="connsiteY23" fmla="*/ 63339 h 207508"/>
                  <a:gd name="connsiteX24" fmla="*/ 15946 w 101110"/>
                  <a:gd name="connsiteY24" fmla="*/ 44699 h 207508"/>
                  <a:gd name="connsiteX25" fmla="*/ 47896 w 101110"/>
                  <a:gd name="connsiteY25" fmla="*/ 20276 h 207508"/>
                  <a:gd name="connsiteX26" fmla="*/ 49441 w 101110"/>
                  <a:gd name="connsiteY26" fmla="*/ 20276 h 207508"/>
                  <a:gd name="connsiteX27" fmla="*/ 60526 w 101110"/>
                  <a:gd name="connsiteY27" fmla="*/ 21055 h 207508"/>
                  <a:gd name="connsiteX28" fmla="*/ 81789 w 101110"/>
                  <a:gd name="connsiteY28" fmla="*/ 19411 h 207508"/>
                  <a:gd name="connsiteX29" fmla="*/ 83816 w 101110"/>
                  <a:gd name="connsiteY29" fmla="*/ 18362 h 207508"/>
                  <a:gd name="connsiteX30" fmla="*/ 94986 w 101110"/>
                  <a:gd name="connsiteY30" fmla="*/ 28525 h 207508"/>
                  <a:gd name="connsiteX31" fmla="*/ 94830 w 101110"/>
                  <a:gd name="connsiteY31" fmla="*/ 23153 h 207508"/>
                  <a:gd name="connsiteX32" fmla="*/ 98799 w 101110"/>
                  <a:gd name="connsiteY32" fmla="*/ 23904 h 207508"/>
                  <a:gd name="connsiteX33" fmla="*/ 86920 w 101110"/>
                  <a:gd name="connsiteY33" fmla="*/ 15399 h 207508"/>
                  <a:gd name="connsiteX34" fmla="*/ 86424 w 101110"/>
                  <a:gd name="connsiteY34" fmla="*/ 8553 h 207508"/>
                  <a:gd name="connsiteX35" fmla="*/ 77097 w 101110"/>
                  <a:gd name="connsiteY35" fmla="*/ 5718 h 207508"/>
                  <a:gd name="connsiteX36" fmla="*/ 62993 w 101110"/>
                  <a:gd name="connsiteY36" fmla="*/ -165 h 207508"/>
                  <a:gd name="connsiteX37" fmla="*/ 38824 w 101110"/>
                  <a:gd name="connsiteY37" fmla="*/ 2429 h 207508"/>
                  <a:gd name="connsiteX38" fmla="*/ 37265 w 101110"/>
                  <a:gd name="connsiteY38" fmla="*/ 2614 h 207508"/>
                  <a:gd name="connsiteX39" fmla="*/ -2312 w 101110"/>
                  <a:gd name="connsiteY39" fmla="*/ 44770 h 207508"/>
                  <a:gd name="connsiteX40" fmla="*/ 12671 w 101110"/>
                  <a:gd name="connsiteY40" fmla="*/ 77458 h 207508"/>
                  <a:gd name="connsiteX41" fmla="*/ 24465 w 101110"/>
                  <a:gd name="connsiteY41" fmla="*/ 187201 h 207508"/>
                  <a:gd name="connsiteX42" fmla="*/ 20298 w 101110"/>
                  <a:gd name="connsiteY42" fmla="*/ 184196 h 207508"/>
                  <a:gd name="connsiteX43" fmla="*/ 16470 w 101110"/>
                  <a:gd name="connsiteY43" fmla="*/ 175691 h 207508"/>
                  <a:gd name="connsiteX44" fmla="*/ 24465 w 101110"/>
                  <a:gd name="connsiteY44" fmla="*/ 164833 h 207508"/>
                  <a:gd name="connsiteX45" fmla="*/ 62284 w 101110"/>
                  <a:gd name="connsiteY45" fmla="*/ 104532 h 207508"/>
                  <a:gd name="connsiteX46" fmla="*/ 69371 w 101110"/>
                  <a:gd name="connsiteY46" fmla="*/ 115447 h 207508"/>
                  <a:gd name="connsiteX47" fmla="*/ 62383 w 101110"/>
                  <a:gd name="connsiteY47" fmla="*/ 127226 h 207508"/>
                  <a:gd name="connsiteX48" fmla="*/ 62383 w 101110"/>
                  <a:gd name="connsiteY48" fmla="*/ 119161 h 207508"/>
                  <a:gd name="connsiteX49" fmla="*/ 62312 w 101110"/>
                  <a:gd name="connsiteY49" fmla="*/ 119161 h 207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01110" h="207508">
                    <a:moveTo>
                      <a:pt x="12671" y="77458"/>
                    </a:moveTo>
                    <a:cubicBezTo>
                      <a:pt x="16286" y="80857"/>
                      <a:pt x="20241" y="83882"/>
                      <a:pt x="24465" y="86487"/>
                    </a:cubicBezTo>
                    <a:lnTo>
                      <a:pt x="24465" y="144052"/>
                    </a:lnTo>
                    <a:cubicBezTo>
                      <a:pt x="10517" y="150346"/>
                      <a:pt x="-2142" y="159233"/>
                      <a:pt x="-2142" y="175747"/>
                    </a:cubicBezTo>
                    <a:cubicBezTo>
                      <a:pt x="-2184" y="184052"/>
                      <a:pt x="1275" y="191992"/>
                      <a:pt x="7398" y="197605"/>
                    </a:cubicBezTo>
                    <a:cubicBezTo>
                      <a:pt x="12133" y="202046"/>
                      <a:pt x="18030" y="205041"/>
                      <a:pt x="24408" y="206238"/>
                    </a:cubicBezTo>
                    <a:lnTo>
                      <a:pt x="24408" y="207315"/>
                    </a:lnTo>
                    <a:lnTo>
                      <a:pt x="62227" y="207315"/>
                    </a:lnTo>
                    <a:lnTo>
                      <a:pt x="62227" y="202354"/>
                    </a:lnTo>
                    <a:cubicBezTo>
                      <a:pt x="64027" y="201689"/>
                      <a:pt x="65771" y="200878"/>
                      <a:pt x="67430" y="199930"/>
                    </a:cubicBezTo>
                    <a:cubicBezTo>
                      <a:pt x="73015" y="196556"/>
                      <a:pt x="82526" y="189455"/>
                      <a:pt x="83022" y="181261"/>
                    </a:cubicBezTo>
                    <a:cubicBezTo>
                      <a:pt x="83575" y="172586"/>
                      <a:pt x="76657" y="168390"/>
                      <a:pt x="71469" y="167441"/>
                    </a:cubicBezTo>
                    <a:cubicBezTo>
                      <a:pt x="68805" y="167008"/>
                      <a:pt x="66097" y="166786"/>
                      <a:pt x="63390" y="166775"/>
                    </a:cubicBezTo>
                    <a:lnTo>
                      <a:pt x="63390" y="174457"/>
                    </a:lnTo>
                    <a:cubicBezTo>
                      <a:pt x="68507" y="174245"/>
                      <a:pt x="74021" y="178511"/>
                      <a:pt x="64580" y="183529"/>
                    </a:cubicBezTo>
                    <a:cubicBezTo>
                      <a:pt x="63801" y="183940"/>
                      <a:pt x="63007" y="184323"/>
                      <a:pt x="62199" y="184706"/>
                    </a:cubicBezTo>
                    <a:lnTo>
                      <a:pt x="62199" y="182055"/>
                    </a:lnTo>
                    <a:lnTo>
                      <a:pt x="62270" y="182055"/>
                    </a:lnTo>
                    <a:lnTo>
                      <a:pt x="62270" y="148701"/>
                    </a:lnTo>
                    <a:cubicBezTo>
                      <a:pt x="75991" y="142053"/>
                      <a:pt x="87870" y="132556"/>
                      <a:pt x="87870" y="115447"/>
                    </a:cubicBezTo>
                    <a:cubicBezTo>
                      <a:pt x="87870" y="98621"/>
                      <a:pt x="75693" y="89662"/>
                      <a:pt x="62199" y="83383"/>
                    </a:cubicBezTo>
                    <a:lnTo>
                      <a:pt x="62199" y="54834"/>
                    </a:lnTo>
                    <a:lnTo>
                      <a:pt x="24380" y="54834"/>
                    </a:lnTo>
                    <a:lnTo>
                      <a:pt x="24380" y="63339"/>
                    </a:lnTo>
                    <a:cubicBezTo>
                      <a:pt x="19334" y="58293"/>
                      <a:pt x="15946" y="52127"/>
                      <a:pt x="15946" y="44699"/>
                    </a:cubicBezTo>
                    <a:cubicBezTo>
                      <a:pt x="15946" y="28582"/>
                      <a:pt x="26690" y="20361"/>
                      <a:pt x="47896" y="20276"/>
                    </a:cubicBezTo>
                    <a:lnTo>
                      <a:pt x="49441" y="20276"/>
                    </a:lnTo>
                    <a:cubicBezTo>
                      <a:pt x="52716" y="20403"/>
                      <a:pt x="55934" y="20616"/>
                      <a:pt x="60526" y="21055"/>
                    </a:cubicBezTo>
                    <a:cubicBezTo>
                      <a:pt x="67288" y="21721"/>
                      <a:pt x="75098" y="22189"/>
                      <a:pt x="81789" y="19411"/>
                    </a:cubicBezTo>
                    <a:cubicBezTo>
                      <a:pt x="82483" y="19110"/>
                      <a:pt x="83164" y="18759"/>
                      <a:pt x="83816" y="18362"/>
                    </a:cubicBezTo>
                    <a:cubicBezTo>
                      <a:pt x="87983" y="20885"/>
                      <a:pt x="92633" y="24386"/>
                      <a:pt x="94986" y="28525"/>
                    </a:cubicBezTo>
                    <a:lnTo>
                      <a:pt x="94830" y="23153"/>
                    </a:lnTo>
                    <a:lnTo>
                      <a:pt x="98799" y="23904"/>
                    </a:lnTo>
                    <a:cubicBezTo>
                      <a:pt x="98799" y="23904"/>
                      <a:pt x="94008" y="16888"/>
                      <a:pt x="86920" y="15399"/>
                    </a:cubicBezTo>
                    <a:cubicBezTo>
                      <a:pt x="88267" y="13253"/>
                      <a:pt x="88068" y="10483"/>
                      <a:pt x="86424" y="8553"/>
                    </a:cubicBezTo>
                    <a:cubicBezTo>
                      <a:pt x="84426" y="5817"/>
                      <a:pt x="79677" y="5930"/>
                      <a:pt x="77097" y="5718"/>
                    </a:cubicBezTo>
                    <a:cubicBezTo>
                      <a:pt x="72391" y="5264"/>
                      <a:pt x="67727" y="48"/>
                      <a:pt x="62993" y="-165"/>
                    </a:cubicBezTo>
                    <a:cubicBezTo>
                      <a:pt x="53495" y="-462"/>
                      <a:pt x="46550" y="1635"/>
                      <a:pt x="38824" y="2429"/>
                    </a:cubicBezTo>
                    <a:lnTo>
                      <a:pt x="37265" y="2614"/>
                    </a:lnTo>
                    <a:cubicBezTo>
                      <a:pt x="22565" y="4371"/>
                      <a:pt x="-2312" y="15215"/>
                      <a:pt x="-2312" y="44770"/>
                    </a:cubicBezTo>
                    <a:cubicBezTo>
                      <a:pt x="-2241" y="56975"/>
                      <a:pt x="2777" y="67989"/>
                      <a:pt x="12671" y="77458"/>
                    </a:cubicBezTo>
                    <a:close/>
                    <a:moveTo>
                      <a:pt x="24465" y="187201"/>
                    </a:moveTo>
                    <a:cubicBezTo>
                      <a:pt x="22948" y="186391"/>
                      <a:pt x="21545" y="185381"/>
                      <a:pt x="20298" y="184196"/>
                    </a:cubicBezTo>
                    <a:cubicBezTo>
                      <a:pt x="17845" y="182051"/>
                      <a:pt x="16456" y="178947"/>
                      <a:pt x="16470" y="175691"/>
                    </a:cubicBezTo>
                    <a:cubicBezTo>
                      <a:pt x="16470" y="171325"/>
                      <a:pt x="19305" y="167979"/>
                      <a:pt x="24465" y="164833"/>
                    </a:cubicBezTo>
                    <a:close/>
                    <a:moveTo>
                      <a:pt x="62284" y="104532"/>
                    </a:moveTo>
                    <a:cubicBezTo>
                      <a:pt x="67118" y="107764"/>
                      <a:pt x="69371" y="111067"/>
                      <a:pt x="69371" y="115447"/>
                    </a:cubicBezTo>
                    <a:cubicBezTo>
                      <a:pt x="69371" y="120224"/>
                      <a:pt x="66848" y="123952"/>
                      <a:pt x="62383" y="127226"/>
                    </a:cubicBezTo>
                    <a:lnTo>
                      <a:pt x="62383" y="119161"/>
                    </a:lnTo>
                    <a:lnTo>
                      <a:pt x="62312" y="11916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050EAA09-4800-4EE9-88BF-D770FDBC7886}"/>
                  </a:ext>
                </a:extLst>
              </p:cNvPr>
              <p:cNvSpPr/>
              <p:nvPr/>
            </p:nvSpPr>
            <p:spPr>
              <a:xfrm>
                <a:off x="2324452" y="-941984"/>
                <a:ext cx="25770" cy="25444"/>
              </a:xfrm>
              <a:custGeom>
                <a:avLst/>
                <a:gdLst>
                  <a:gd name="connsiteX0" fmla="*/ -2172 w 25770"/>
                  <a:gd name="connsiteY0" fmla="*/ 10447 h 25444"/>
                  <a:gd name="connsiteX1" fmla="*/ 7892 w 25770"/>
                  <a:gd name="connsiteY1" fmla="*/ 25132 h 25444"/>
                  <a:gd name="connsiteX2" fmla="*/ 23598 w 25770"/>
                  <a:gd name="connsiteY2" fmla="*/ 14373 h 25444"/>
                  <a:gd name="connsiteX3" fmla="*/ 13533 w 25770"/>
                  <a:gd name="connsiteY3" fmla="*/ -312 h 25444"/>
                  <a:gd name="connsiteX4" fmla="*/ 8757 w 25770"/>
                  <a:gd name="connsiteY4" fmla="*/ 18399 h 25444"/>
                  <a:gd name="connsiteX5" fmla="*/ 4419 w 25770"/>
                  <a:gd name="connsiteY5" fmla="*/ 12077 h 25444"/>
                  <a:gd name="connsiteX6" fmla="*/ 12626 w 25770"/>
                  <a:gd name="connsiteY6" fmla="*/ 6407 h 25444"/>
                  <a:gd name="connsiteX7" fmla="*/ 16964 w 25770"/>
                  <a:gd name="connsiteY7" fmla="*/ 12715 h 25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70" h="25444">
                    <a:moveTo>
                      <a:pt x="-2172" y="10447"/>
                    </a:moveTo>
                    <a:lnTo>
                      <a:pt x="7892" y="25132"/>
                    </a:lnTo>
                    <a:lnTo>
                      <a:pt x="23598" y="14373"/>
                    </a:lnTo>
                    <a:lnTo>
                      <a:pt x="13533" y="-312"/>
                    </a:lnTo>
                    <a:close/>
                    <a:moveTo>
                      <a:pt x="8757" y="18399"/>
                    </a:moveTo>
                    <a:lnTo>
                      <a:pt x="4419" y="12077"/>
                    </a:lnTo>
                    <a:lnTo>
                      <a:pt x="12626" y="6407"/>
                    </a:lnTo>
                    <a:lnTo>
                      <a:pt x="16964" y="1271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04BD8584-2163-412D-A8A3-AC6174F2DF2C}"/>
                  </a:ext>
                </a:extLst>
              </p:cNvPr>
              <p:cNvSpPr/>
              <p:nvPr/>
            </p:nvSpPr>
            <p:spPr>
              <a:xfrm>
                <a:off x="2293848" y="-960440"/>
                <a:ext cx="44892" cy="54403"/>
              </a:xfrm>
              <a:custGeom>
                <a:avLst/>
                <a:gdLst>
                  <a:gd name="connsiteX0" fmla="*/ 27721 w 44892"/>
                  <a:gd name="connsiteY0" fmla="*/ 27062 h 54403"/>
                  <a:gd name="connsiteX1" fmla="*/ 27097 w 44892"/>
                  <a:gd name="connsiteY1" fmla="*/ 16218 h 54403"/>
                  <a:gd name="connsiteX2" fmla="*/ 27551 w 44892"/>
                  <a:gd name="connsiteY2" fmla="*/ 16091 h 54403"/>
                  <a:gd name="connsiteX3" fmla="*/ 33094 w 44892"/>
                  <a:gd name="connsiteY3" fmla="*/ 24170 h 54403"/>
                  <a:gd name="connsiteX4" fmla="*/ 36992 w 44892"/>
                  <a:gd name="connsiteY4" fmla="*/ 21491 h 54403"/>
                  <a:gd name="connsiteX5" fmla="*/ 32045 w 44892"/>
                  <a:gd name="connsiteY5" fmla="*/ 14276 h 54403"/>
                  <a:gd name="connsiteX6" fmla="*/ 35035 w 44892"/>
                  <a:gd name="connsiteY6" fmla="*/ 12660 h 54403"/>
                  <a:gd name="connsiteX7" fmla="*/ 38990 w 44892"/>
                  <a:gd name="connsiteY7" fmla="*/ 18444 h 54403"/>
                  <a:gd name="connsiteX8" fmla="*/ 42732 w 44892"/>
                  <a:gd name="connsiteY8" fmla="*/ 15878 h 54403"/>
                  <a:gd name="connsiteX9" fmla="*/ 35163 w 44892"/>
                  <a:gd name="connsiteY9" fmla="*/ 4850 h 54403"/>
                  <a:gd name="connsiteX10" fmla="*/ 37913 w 44892"/>
                  <a:gd name="connsiteY10" fmla="*/ 4297 h 54403"/>
                  <a:gd name="connsiteX11" fmla="*/ 36141 w 44892"/>
                  <a:gd name="connsiteY11" fmla="*/ -154 h 54403"/>
                  <a:gd name="connsiteX12" fmla="*/ 25722 w 44892"/>
                  <a:gd name="connsiteY12" fmla="*/ -310 h 54403"/>
                  <a:gd name="connsiteX13" fmla="*/ 24589 w 44892"/>
                  <a:gd name="connsiteY13" fmla="*/ 3418 h 54403"/>
                  <a:gd name="connsiteX14" fmla="*/ 23355 w 44892"/>
                  <a:gd name="connsiteY14" fmla="*/ 1604 h 54403"/>
                  <a:gd name="connsiteX15" fmla="*/ 19457 w 44892"/>
                  <a:gd name="connsiteY15" fmla="*/ 4283 h 54403"/>
                  <a:gd name="connsiteX16" fmla="*/ 24489 w 44892"/>
                  <a:gd name="connsiteY16" fmla="*/ 11611 h 54403"/>
                  <a:gd name="connsiteX17" fmla="*/ 12256 w 44892"/>
                  <a:gd name="connsiteY17" fmla="*/ 7940 h 54403"/>
                  <a:gd name="connsiteX18" fmla="*/ 10740 w 44892"/>
                  <a:gd name="connsiteY18" fmla="*/ 13199 h 54403"/>
                  <a:gd name="connsiteX19" fmla="*/ 14538 w 44892"/>
                  <a:gd name="connsiteY19" fmla="*/ 15127 h 54403"/>
                  <a:gd name="connsiteX20" fmla="*/ -2160 w 44892"/>
                  <a:gd name="connsiteY20" fmla="*/ 26552 h 54403"/>
                  <a:gd name="connsiteX21" fmla="*/ 789 w 44892"/>
                  <a:gd name="connsiteY21" fmla="*/ 30804 h 54403"/>
                  <a:gd name="connsiteX22" fmla="*/ 2305 w 44892"/>
                  <a:gd name="connsiteY22" fmla="*/ 29770 h 54403"/>
                  <a:gd name="connsiteX23" fmla="*/ 15290 w 44892"/>
                  <a:gd name="connsiteY23" fmla="*/ 48707 h 54403"/>
                  <a:gd name="connsiteX24" fmla="*/ 13773 w 44892"/>
                  <a:gd name="connsiteY24" fmla="*/ 49756 h 54403"/>
                  <a:gd name="connsiteX25" fmla="*/ 16764 w 44892"/>
                  <a:gd name="connsiteY25" fmla="*/ 54094 h 54403"/>
                  <a:gd name="connsiteX26" fmla="*/ 34440 w 44892"/>
                  <a:gd name="connsiteY26" fmla="*/ 41988 h 54403"/>
                  <a:gd name="connsiteX27" fmla="*/ 23639 w 44892"/>
                  <a:gd name="connsiteY27" fmla="*/ 26240 h 54403"/>
                  <a:gd name="connsiteX28" fmla="*/ 30003 w 44892"/>
                  <a:gd name="connsiteY28" fmla="*/ 5318 h 54403"/>
                  <a:gd name="connsiteX29" fmla="*/ 32271 w 44892"/>
                  <a:gd name="connsiteY29" fmla="*/ 8635 h 54403"/>
                  <a:gd name="connsiteX30" fmla="*/ 29238 w 44892"/>
                  <a:gd name="connsiteY30" fmla="*/ 10180 h 54403"/>
                  <a:gd name="connsiteX31" fmla="*/ 25581 w 44892"/>
                  <a:gd name="connsiteY31" fmla="*/ 4850 h 54403"/>
                  <a:gd name="connsiteX32" fmla="*/ 30003 w 44892"/>
                  <a:gd name="connsiteY32" fmla="*/ 5247 h 54403"/>
                  <a:gd name="connsiteX33" fmla="*/ 22987 w 44892"/>
                  <a:gd name="connsiteY33" fmla="*/ 16984 h 54403"/>
                  <a:gd name="connsiteX34" fmla="*/ 22746 w 44892"/>
                  <a:gd name="connsiteY34" fmla="*/ 24993 h 54403"/>
                  <a:gd name="connsiteX35" fmla="*/ 16509 w 44892"/>
                  <a:gd name="connsiteY35" fmla="*/ 15878 h 54403"/>
                  <a:gd name="connsiteX36" fmla="*/ 23015 w 44892"/>
                  <a:gd name="connsiteY36" fmla="*/ 16913 h 54403"/>
                  <a:gd name="connsiteX37" fmla="*/ 19074 w 44892"/>
                  <a:gd name="connsiteY37" fmla="*/ 46184 h 54403"/>
                  <a:gd name="connsiteX38" fmla="*/ 6076 w 44892"/>
                  <a:gd name="connsiteY38" fmla="*/ 27232 h 54403"/>
                  <a:gd name="connsiteX39" fmla="*/ 8457 w 44892"/>
                  <a:gd name="connsiteY39" fmla="*/ 25602 h 54403"/>
                  <a:gd name="connsiteX40" fmla="*/ 21456 w 44892"/>
                  <a:gd name="connsiteY40" fmla="*/ 44554 h 54403"/>
                  <a:gd name="connsiteX41" fmla="*/ 27693 w 44892"/>
                  <a:gd name="connsiteY41" fmla="*/ 40287 h 54403"/>
                  <a:gd name="connsiteX42" fmla="*/ 25141 w 44892"/>
                  <a:gd name="connsiteY42" fmla="*/ 42031 h 54403"/>
                  <a:gd name="connsiteX43" fmla="*/ 12157 w 44892"/>
                  <a:gd name="connsiteY43" fmla="*/ 23079 h 54403"/>
                  <a:gd name="connsiteX44" fmla="*/ 14694 w 44892"/>
                  <a:gd name="connsiteY44" fmla="*/ 21335 h 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4892" h="54403">
                    <a:moveTo>
                      <a:pt x="27721" y="27062"/>
                    </a:moveTo>
                    <a:cubicBezTo>
                      <a:pt x="27820" y="23436"/>
                      <a:pt x="27608" y="19809"/>
                      <a:pt x="27097" y="16218"/>
                    </a:cubicBezTo>
                    <a:lnTo>
                      <a:pt x="27551" y="16091"/>
                    </a:lnTo>
                    <a:lnTo>
                      <a:pt x="33094" y="24170"/>
                    </a:lnTo>
                    <a:lnTo>
                      <a:pt x="36992" y="21491"/>
                    </a:lnTo>
                    <a:lnTo>
                      <a:pt x="32045" y="14276"/>
                    </a:lnTo>
                    <a:cubicBezTo>
                      <a:pt x="33037" y="13780"/>
                      <a:pt x="33986" y="13241"/>
                      <a:pt x="35035" y="12660"/>
                    </a:cubicBezTo>
                    <a:lnTo>
                      <a:pt x="38990" y="18444"/>
                    </a:lnTo>
                    <a:lnTo>
                      <a:pt x="42732" y="15878"/>
                    </a:lnTo>
                    <a:lnTo>
                      <a:pt x="35163" y="4850"/>
                    </a:lnTo>
                    <a:cubicBezTo>
                      <a:pt x="36042" y="4722"/>
                      <a:pt x="36978" y="4510"/>
                      <a:pt x="37913" y="4297"/>
                    </a:cubicBezTo>
                    <a:lnTo>
                      <a:pt x="36141" y="-154"/>
                    </a:lnTo>
                    <a:cubicBezTo>
                      <a:pt x="32697" y="508"/>
                      <a:pt x="29153" y="456"/>
                      <a:pt x="25722" y="-310"/>
                    </a:cubicBezTo>
                    <a:lnTo>
                      <a:pt x="24589" y="3418"/>
                    </a:lnTo>
                    <a:lnTo>
                      <a:pt x="23355" y="1604"/>
                    </a:lnTo>
                    <a:lnTo>
                      <a:pt x="19457" y="4283"/>
                    </a:lnTo>
                    <a:lnTo>
                      <a:pt x="24489" y="11611"/>
                    </a:lnTo>
                    <a:cubicBezTo>
                      <a:pt x="21073" y="12093"/>
                      <a:pt x="16976" y="10860"/>
                      <a:pt x="12256" y="7940"/>
                    </a:cubicBezTo>
                    <a:lnTo>
                      <a:pt x="10740" y="13199"/>
                    </a:lnTo>
                    <a:cubicBezTo>
                      <a:pt x="12001" y="13893"/>
                      <a:pt x="13291" y="14531"/>
                      <a:pt x="14538" y="15127"/>
                    </a:cubicBezTo>
                    <a:lnTo>
                      <a:pt x="-2160" y="26552"/>
                    </a:lnTo>
                    <a:lnTo>
                      <a:pt x="789" y="30804"/>
                    </a:lnTo>
                    <a:lnTo>
                      <a:pt x="2305" y="29770"/>
                    </a:lnTo>
                    <a:lnTo>
                      <a:pt x="15290" y="48707"/>
                    </a:lnTo>
                    <a:lnTo>
                      <a:pt x="13773" y="49756"/>
                    </a:lnTo>
                    <a:lnTo>
                      <a:pt x="16764" y="54094"/>
                    </a:lnTo>
                    <a:lnTo>
                      <a:pt x="34440" y="41988"/>
                    </a:lnTo>
                    <a:lnTo>
                      <a:pt x="23639" y="26240"/>
                    </a:lnTo>
                    <a:close/>
                    <a:moveTo>
                      <a:pt x="30003" y="5318"/>
                    </a:moveTo>
                    <a:lnTo>
                      <a:pt x="32271" y="8635"/>
                    </a:lnTo>
                    <a:cubicBezTo>
                      <a:pt x="31237" y="9230"/>
                      <a:pt x="30244" y="9726"/>
                      <a:pt x="29238" y="10180"/>
                    </a:cubicBezTo>
                    <a:lnTo>
                      <a:pt x="25581" y="4850"/>
                    </a:lnTo>
                    <a:cubicBezTo>
                      <a:pt x="27041" y="5111"/>
                      <a:pt x="28515" y="5244"/>
                      <a:pt x="30003" y="5247"/>
                    </a:cubicBezTo>
                    <a:close/>
                    <a:moveTo>
                      <a:pt x="22987" y="16984"/>
                    </a:moveTo>
                    <a:cubicBezTo>
                      <a:pt x="23128" y="19656"/>
                      <a:pt x="23043" y="22335"/>
                      <a:pt x="22746" y="24993"/>
                    </a:cubicBezTo>
                    <a:lnTo>
                      <a:pt x="16509" y="15878"/>
                    </a:lnTo>
                    <a:cubicBezTo>
                      <a:pt x="18606" y="16578"/>
                      <a:pt x="20804" y="16927"/>
                      <a:pt x="23015" y="16913"/>
                    </a:cubicBezTo>
                    <a:close/>
                    <a:moveTo>
                      <a:pt x="19074" y="46184"/>
                    </a:moveTo>
                    <a:lnTo>
                      <a:pt x="6076" y="27232"/>
                    </a:lnTo>
                    <a:lnTo>
                      <a:pt x="8457" y="25602"/>
                    </a:lnTo>
                    <a:lnTo>
                      <a:pt x="21456" y="44554"/>
                    </a:lnTo>
                    <a:close/>
                    <a:moveTo>
                      <a:pt x="27693" y="40287"/>
                    </a:moveTo>
                    <a:lnTo>
                      <a:pt x="25141" y="42031"/>
                    </a:lnTo>
                    <a:lnTo>
                      <a:pt x="12157" y="23079"/>
                    </a:lnTo>
                    <a:lnTo>
                      <a:pt x="14694" y="213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7105988B-AD88-41A5-9022-3DEAE624B8C7}"/>
                  </a:ext>
                </a:extLst>
              </p:cNvPr>
              <p:cNvSpPr/>
              <p:nvPr/>
            </p:nvSpPr>
            <p:spPr>
              <a:xfrm>
                <a:off x="2367828" y="-891861"/>
                <a:ext cx="49499" cy="47188"/>
              </a:xfrm>
              <a:custGeom>
                <a:avLst/>
                <a:gdLst>
                  <a:gd name="connsiteX0" fmla="*/ 42730 w 49499"/>
                  <a:gd name="connsiteY0" fmla="*/ 17583 h 47188"/>
                  <a:gd name="connsiteX1" fmla="*/ 38676 w 49499"/>
                  <a:gd name="connsiteY1" fmla="*/ 14521 h 47188"/>
                  <a:gd name="connsiteX2" fmla="*/ 37259 w 49499"/>
                  <a:gd name="connsiteY2" fmla="*/ 16350 h 47188"/>
                  <a:gd name="connsiteX3" fmla="*/ 31716 w 49499"/>
                  <a:gd name="connsiteY3" fmla="*/ 12098 h 47188"/>
                  <a:gd name="connsiteX4" fmla="*/ 29548 w 49499"/>
                  <a:gd name="connsiteY4" fmla="*/ 14933 h 47188"/>
                  <a:gd name="connsiteX5" fmla="*/ 35104 w 49499"/>
                  <a:gd name="connsiteY5" fmla="*/ 19185 h 47188"/>
                  <a:gd name="connsiteX6" fmla="*/ 34027 w 49499"/>
                  <a:gd name="connsiteY6" fmla="*/ 20603 h 47188"/>
                  <a:gd name="connsiteX7" fmla="*/ 29108 w 49499"/>
                  <a:gd name="connsiteY7" fmla="*/ 16889 h 47188"/>
                  <a:gd name="connsiteX8" fmla="*/ 26953 w 49499"/>
                  <a:gd name="connsiteY8" fmla="*/ 19724 h 47188"/>
                  <a:gd name="connsiteX9" fmla="*/ 31858 w 49499"/>
                  <a:gd name="connsiteY9" fmla="*/ 23452 h 47188"/>
                  <a:gd name="connsiteX10" fmla="*/ 30752 w 49499"/>
                  <a:gd name="connsiteY10" fmla="*/ 24869 h 47188"/>
                  <a:gd name="connsiteX11" fmla="*/ 25011 w 49499"/>
                  <a:gd name="connsiteY11" fmla="*/ 20518 h 47188"/>
                  <a:gd name="connsiteX12" fmla="*/ 22843 w 49499"/>
                  <a:gd name="connsiteY12" fmla="*/ 23353 h 47188"/>
                  <a:gd name="connsiteX13" fmla="*/ 28598 w 49499"/>
                  <a:gd name="connsiteY13" fmla="*/ 27704 h 47188"/>
                  <a:gd name="connsiteX14" fmla="*/ 27393 w 49499"/>
                  <a:gd name="connsiteY14" fmla="*/ 29292 h 47188"/>
                  <a:gd name="connsiteX15" fmla="*/ 15273 w 49499"/>
                  <a:gd name="connsiteY15" fmla="*/ 20106 h 47188"/>
                  <a:gd name="connsiteX16" fmla="*/ 16464 w 49499"/>
                  <a:gd name="connsiteY16" fmla="*/ 18519 h 47188"/>
                  <a:gd name="connsiteX17" fmla="*/ 21695 w 49499"/>
                  <a:gd name="connsiteY17" fmla="*/ 22474 h 47188"/>
                  <a:gd name="connsiteX18" fmla="*/ 23863 w 49499"/>
                  <a:gd name="connsiteY18" fmla="*/ 19639 h 47188"/>
                  <a:gd name="connsiteX19" fmla="*/ 18619 w 49499"/>
                  <a:gd name="connsiteY19" fmla="*/ 15684 h 47188"/>
                  <a:gd name="connsiteX20" fmla="*/ 19738 w 49499"/>
                  <a:gd name="connsiteY20" fmla="*/ 14266 h 47188"/>
                  <a:gd name="connsiteX21" fmla="*/ 24416 w 49499"/>
                  <a:gd name="connsiteY21" fmla="*/ 17810 h 47188"/>
                  <a:gd name="connsiteX22" fmla="*/ 26571 w 49499"/>
                  <a:gd name="connsiteY22" fmla="*/ 14975 h 47188"/>
                  <a:gd name="connsiteX23" fmla="*/ 21893 w 49499"/>
                  <a:gd name="connsiteY23" fmla="*/ 11446 h 47188"/>
                  <a:gd name="connsiteX24" fmla="*/ 22970 w 49499"/>
                  <a:gd name="connsiteY24" fmla="*/ 10028 h 47188"/>
                  <a:gd name="connsiteX25" fmla="*/ 28243 w 49499"/>
                  <a:gd name="connsiteY25" fmla="*/ 14011 h 47188"/>
                  <a:gd name="connsiteX26" fmla="*/ 30398 w 49499"/>
                  <a:gd name="connsiteY26" fmla="*/ 11176 h 47188"/>
                  <a:gd name="connsiteX27" fmla="*/ 25125 w 49499"/>
                  <a:gd name="connsiteY27" fmla="*/ 7179 h 47188"/>
                  <a:gd name="connsiteX28" fmla="*/ 26542 w 49499"/>
                  <a:gd name="connsiteY28" fmla="*/ 5364 h 47188"/>
                  <a:gd name="connsiteX29" fmla="*/ 22488 w 49499"/>
                  <a:gd name="connsiteY29" fmla="*/ 2303 h 47188"/>
                  <a:gd name="connsiteX30" fmla="*/ 21071 w 49499"/>
                  <a:gd name="connsiteY30" fmla="*/ 4117 h 47188"/>
                  <a:gd name="connsiteX31" fmla="*/ 15160 w 49499"/>
                  <a:gd name="connsiteY31" fmla="*/ -348 h 47188"/>
                  <a:gd name="connsiteX32" fmla="*/ 13005 w 49499"/>
                  <a:gd name="connsiteY32" fmla="*/ 2487 h 47188"/>
                  <a:gd name="connsiteX33" fmla="*/ 18916 w 49499"/>
                  <a:gd name="connsiteY33" fmla="*/ 6952 h 47188"/>
                  <a:gd name="connsiteX34" fmla="*/ 17839 w 49499"/>
                  <a:gd name="connsiteY34" fmla="*/ 8370 h 47188"/>
                  <a:gd name="connsiteX35" fmla="*/ 12636 w 49499"/>
                  <a:gd name="connsiteY35" fmla="*/ 4429 h 47188"/>
                  <a:gd name="connsiteX36" fmla="*/ 10482 w 49499"/>
                  <a:gd name="connsiteY36" fmla="*/ 7264 h 47188"/>
                  <a:gd name="connsiteX37" fmla="*/ 15670 w 49499"/>
                  <a:gd name="connsiteY37" fmla="*/ 11190 h 47188"/>
                  <a:gd name="connsiteX38" fmla="*/ 14564 w 49499"/>
                  <a:gd name="connsiteY38" fmla="*/ 12608 h 47188"/>
                  <a:gd name="connsiteX39" fmla="*/ 7902 w 49499"/>
                  <a:gd name="connsiteY39" fmla="*/ 7562 h 47188"/>
                  <a:gd name="connsiteX40" fmla="*/ 5748 w 49499"/>
                  <a:gd name="connsiteY40" fmla="*/ 10397 h 47188"/>
                  <a:gd name="connsiteX41" fmla="*/ 12410 w 49499"/>
                  <a:gd name="connsiteY41" fmla="*/ 15429 h 47188"/>
                  <a:gd name="connsiteX42" fmla="*/ 11205 w 49499"/>
                  <a:gd name="connsiteY42" fmla="*/ 17016 h 47188"/>
                  <a:gd name="connsiteX43" fmla="*/ 6952 w 49499"/>
                  <a:gd name="connsiteY43" fmla="*/ 13841 h 47188"/>
                  <a:gd name="connsiteX44" fmla="*/ 4727 w 49499"/>
                  <a:gd name="connsiteY44" fmla="*/ 16775 h 47188"/>
                  <a:gd name="connsiteX45" fmla="*/ 28825 w 49499"/>
                  <a:gd name="connsiteY45" fmla="*/ 34976 h 47188"/>
                  <a:gd name="connsiteX46" fmla="*/ 27691 w 49499"/>
                  <a:gd name="connsiteY46" fmla="*/ 36493 h 47188"/>
                  <a:gd name="connsiteX47" fmla="*/ 5010 w 49499"/>
                  <a:gd name="connsiteY47" fmla="*/ 19398 h 47188"/>
                  <a:gd name="connsiteX48" fmla="*/ 2941 w 49499"/>
                  <a:gd name="connsiteY48" fmla="*/ 22133 h 47188"/>
                  <a:gd name="connsiteX49" fmla="*/ 25706 w 49499"/>
                  <a:gd name="connsiteY49" fmla="*/ 39356 h 47188"/>
                  <a:gd name="connsiteX50" fmla="*/ 24558 w 49499"/>
                  <a:gd name="connsiteY50" fmla="*/ 40859 h 47188"/>
                  <a:gd name="connsiteX51" fmla="*/ 21 w 49499"/>
                  <a:gd name="connsiteY51" fmla="*/ 22304 h 47188"/>
                  <a:gd name="connsiteX52" fmla="*/ -2205 w 49499"/>
                  <a:gd name="connsiteY52" fmla="*/ 25238 h 47188"/>
                  <a:gd name="connsiteX53" fmla="*/ 11970 w 49499"/>
                  <a:gd name="connsiteY53" fmla="*/ 35926 h 47188"/>
                  <a:gd name="connsiteX54" fmla="*/ 9135 w 49499"/>
                  <a:gd name="connsiteY54" fmla="*/ 35685 h 47188"/>
                  <a:gd name="connsiteX55" fmla="*/ 10142 w 49499"/>
                  <a:gd name="connsiteY55" fmla="*/ 42772 h 47188"/>
                  <a:gd name="connsiteX56" fmla="*/ 14465 w 49499"/>
                  <a:gd name="connsiteY56" fmla="*/ 42928 h 47188"/>
                  <a:gd name="connsiteX57" fmla="*/ 13430 w 49499"/>
                  <a:gd name="connsiteY57" fmla="*/ 37031 h 47188"/>
                  <a:gd name="connsiteX58" fmla="*/ 26401 w 49499"/>
                  <a:gd name="connsiteY58" fmla="*/ 46841 h 47188"/>
                  <a:gd name="connsiteX59" fmla="*/ 35175 w 49499"/>
                  <a:gd name="connsiteY59" fmla="*/ 35217 h 47188"/>
                  <a:gd name="connsiteX60" fmla="*/ 31574 w 49499"/>
                  <a:gd name="connsiteY60" fmla="*/ 32481 h 47188"/>
                  <a:gd name="connsiteX61" fmla="*/ 32765 w 49499"/>
                  <a:gd name="connsiteY61" fmla="*/ 30908 h 47188"/>
                  <a:gd name="connsiteX62" fmla="*/ 39186 w 49499"/>
                  <a:gd name="connsiteY62" fmla="*/ 35756 h 47188"/>
                  <a:gd name="connsiteX63" fmla="*/ 41355 w 49499"/>
                  <a:gd name="connsiteY63" fmla="*/ 32921 h 47188"/>
                  <a:gd name="connsiteX64" fmla="*/ 34920 w 49499"/>
                  <a:gd name="connsiteY64" fmla="*/ 28059 h 47188"/>
                  <a:gd name="connsiteX65" fmla="*/ 36039 w 49499"/>
                  <a:gd name="connsiteY65" fmla="*/ 26641 h 47188"/>
                  <a:gd name="connsiteX66" fmla="*/ 41072 w 49499"/>
                  <a:gd name="connsiteY66" fmla="*/ 30454 h 47188"/>
                  <a:gd name="connsiteX67" fmla="*/ 43226 w 49499"/>
                  <a:gd name="connsiteY67" fmla="*/ 27619 h 47188"/>
                  <a:gd name="connsiteX68" fmla="*/ 38194 w 49499"/>
                  <a:gd name="connsiteY68" fmla="*/ 23806 h 47188"/>
                  <a:gd name="connsiteX69" fmla="*/ 39271 w 49499"/>
                  <a:gd name="connsiteY69" fmla="*/ 22389 h 47188"/>
                  <a:gd name="connsiteX70" fmla="*/ 45140 w 49499"/>
                  <a:gd name="connsiteY70" fmla="*/ 26840 h 47188"/>
                  <a:gd name="connsiteX71" fmla="*/ 47295 w 49499"/>
                  <a:gd name="connsiteY71" fmla="*/ 24005 h 47188"/>
                  <a:gd name="connsiteX72" fmla="*/ 41426 w 49499"/>
                  <a:gd name="connsiteY72" fmla="*/ 19568 h 47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49499" h="47188">
                    <a:moveTo>
                      <a:pt x="42730" y="17583"/>
                    </a:moveTo>
                    <a:lnTo>
                      <a:pt x="38676" y="14521"/>
                    </a:lnTo>
                    <a:lnTo>
                      <a:pt x="37259" y="16350"/>
                    </a:lnTo>
                    <a:lnTo>
                      <a:pt x="31716" y="12098"/>
                    </a:lnTo>
                    <a:lnTo>
                      <a:pt x="29548" y="14933"/>
                    </a:lnTo>
                    <a:lnTo>
                      <a:pt x="35104" y="19185"/>
                    </a:lnTo>
                    <a:lnTo>
                      <a:pt x="34027" y="20603"/>
                    </a:lnTo>
                    <a:lnTo>
                      <a:pt x="29108" y="16889"/>
                    </a:lnTo>
                    <a:lnTo>
                      <a:pt x="26953" y="19724"/>
                    </a:lnTo>
                    <a:lnTo>
                      <a:pt x="31858" y="23452"/>
                    </a:lnTo>
                    <a:lnTo>
                      <a:pt x="30752" y="24869"/>
                    </a:lnTo>
                    <a:lnTo>
                      <a:pt x="25011" y="20518"/>
                    </a:lnTo>
                    <a:lnTo>
                      <a:pt x="22843" y="23353"/>
                    </a:lnTo>
                    <a:lnTo>
                      <a:pt x="28598" y="27704"/>
                    </a:lnTo>
                    <a:lnTo>
                      <a:pt x="27393" y="29292"/>
                    </a:lnTo>
                    <a:lnTo>
                      <a:pt x="15273" y="20106"/>
                    </a:lnTo>
                    <a:lnTo>
                      <a:pt x="16464" y="18519"/>
                    </a:lnTo>
                    <a:lnTo>
                      <a:pt x="21695" y="22474"/>
                    </a:lnTo>
                    <a:lnTo>
                      <a:pt x="23863" y="19639"/>
                    </a:lnTo>
                    <a:lnTo>
                      <a:pt x="18619" y="15684"/>
                    </a:lnTo>
                    <a:lnTo>
                      <a:pt x="19738" y="14266"/>
                    </a:lnTo>
                    <a:lnTo>
                      <a:pt x="24416" y="17810"/>
                    </a:lnTo>
                    <a:lnTo>
                      <a:pt x="26571" y="14975"/>
                    </a:lnTo>
                    <a:lnTo>
                      <a:pt x="21893" y="11446"/>
                    </a:lnTo>
                    <a:lnTo>
                      <a:pt x="22970" y="10028"/>
                    </a:lnTo>
                    <a:lnTo>
                      <a:pt x="28243" y="14011"/>
                    </a:lnTo>
                    <a:lnTo>
                      <a:pt x="30398" y="11176"/>
                    </a:lnTo>
                    <a:lnTo>
                      <a:pt x="25125" y="7179"/>
                    </a:lnTo>
                    <a:lnTo>
                      <a:pt x="26542" y="5364"/>
                    </a:lnTo>
                    <a:lnTo>
                      <a:pt x="22488" y="2303"/>
                    </a:lnTo>
                    <a:lnTo>
                      <a:pt x="21071" y="4117"/>
                    </a:lnTo>
                    <a:lnTo>
                      <a:pt x="15160" y="-348"/>
                    </a:lnTo>
                    <a:lnTo>
                      <a:pt x="13005" y="2487"/>
                    </a:lnTo>
                    <a:lnTo>
                      <a:pt x="18916" y="6952"/>
                    </a:lnTo>
                    <a:lnTo>
                      <a:pt x="17839" y="8370"/>
                    </a:lnTo>
                    <a:lnTo>
                      <a:pt x="12636" y="4429"/>
                    </a:lnTo>
                    <a:lnTo>
                      <a:pt x="10482" y="7264"/>
                    </a:lnTo>
                    <a:lnTo>
                      <a:pt x="15670" y="11190"/>
                    </a:lnTo>
                    <a:lnTo>
                      <a:pt x="14564" y="12608"/>
                    </a:lnTo>
                    <a:lnTo>
                      <a:pt x="7902" y="7562"/>
                    </a:lnTo>
                    <a:lnTo>
                      <a:pt x="5748" y="10397"/>
                    </a:lnTo>
                    <a:lnTo>
                      <a:pt x="12410" y="15429"/>
                    </a:lnTo>
                    <a:lnTo>
                      <a:pt x="11205" y="17016"/>
                    </a:lnTo>
                    <a:lnTo>
                      <a:pt x="6952" y="13841"/>
                    </a:lnTo>
                    <a:lnTo>
                      <a:pt x="4727" y="16775"/>
                    </a:lnTo>
                    <a:lnTo>
                      <a:pt x="28825" y="34976"/>
                    </a:lnTo>
                    <a:lnTo>
                      <a:pt x="27691" y="36493"/>
                    </a:lnTo>
                    <a:lnTo>
                      <a:pt x="5010" y="19398"/>
                    </a:lnTo>
                    <a:lnTo>
                      <a:pt x="2941" y="22133"/>
                    </a:lnTo>
                    <a:lnTo>
                      <a:pt x="25706" y="39356"/>
                    </a:lnTo>
                    <a:lnTo>
                      <a:pt x="24558" y="40859"/>
                    </a:lnTo>
                    <a:lnTo>
                      <a:pt x="21" y="22304"/>
                    </a:lnTo>
                    <a:lnTo>
                      <a:pt x="-2205" y="25238"/>
                    </a:lnTo>
                    <a:lnTo>
                      <a:pt x="11970" y="35926"/>
                    </a:lnTo>
                    <a:lnTo>
                      <a:pt x="9135" y="35685"/>
                    </a:lnTo>
                    <a:cubicBezTo>
                      <a:pt x="9632" y="38022"/>
                      <a:pt x="9972" y="40389"/>
                      <a:pt x="10142" y="42772"/>
                    </a:cubicBezTo>
                    <a:lnTo>
                      <a:pt x="14465" y="42928"/>
                    </a:lnTo>
                    <a:cubicBezTo>
                      <a:pt x="14281" y="40938"/>
                      <a:pt x="13941" y="38965"/>
                      <a:pt x="13430" y="37031"/>
                    </a:cubicBezTo>
                    <a:lnTo>
                      <a:pt x="26401" y="46841"/>
                    </a:lnTo>
                    <a:lnTo>
                      <a:pt x="35175" y="35217"/>
                    </a:lnTo>
                    <a:lnTo>
                      <a:pt x="31574" y="32481"/>
                    </a:lnTo>
                    <a:lnTo>
                      <a:pt x="32765" y="30908"/>
                    </a:lnTo>
                    <a:lnTo>
                      <a:pt x="39186" y="35756"/>
                    </a:lnTo>
                    <a:lnTo>
                      <a:pt x="41355" y="32921"/>
                    </a:lnTo>
                    <a:lnTo>
                      <a:pt x="34920" y="28059"/>
                    </a:lnTo>
                    <a:lnTo>
                      <a:pt x="36039" y="26641"/>
                    </a:lnTo>
                    <a:lnTo>
                      <a:pt x="41072" y="30454"/>
                    </a:lnTo>
                    <a:lnTo>
                      <a:pt x="43226" y="27619"/>
                    </a:lnTo>
                    <a:lnTo>
                      <a:pt x="38194" y="23806"/>
                    </a:lnTo>
                    <a:lnTo>
                      <a:pt x="39271" y="22389"/>
                    </a:lnTo>
                    <a:lnTo>
                      <a:pt x="45140" y="26840"/>
                    </a:lnTo>
                    <a:lnTo>
                      <a:pt x="47295" y="24005"/>
                    </a:lnTo>
                    <a:lnTo>
                      <a:pt x="41426" y="195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FE3C9224-132B-467C-BE91-9A68FC14817C}"/>
                  </a:ext>
                </a:extLst>
              </p:cNvPr>
              <p:cNvSpPr/>
              <p:nvPr/>
            </p:nvSpPr>
            <p:spPr>
              <a:xfrm>
                <a:off x="2391316" y="-844758"/>
                <a:ext cx="4761" cy="10361"/>
              </a:xfrm>
              <a:custGeom>
                <a:avLst/>
                <a:gdLst>
                  <a:gd name="connsiteX0" fmla="*/ -2205 w 4761"/>
                  <a:gd name="connsiteY0" fmla="*/ -365 h 10361"/>
                  <a:gd name="connsiteX1" fmla="*/ -2106 w 4761"/>
                  <a:gd name="connsiteY1" fmla="*/ 9813 h 10361"/>
                  <a:gd name="connsiteX2" fmla="*/ 2501 w 4761"/>
                  <a:gd name="connsiteY2" fmla="*/ 9997 h 10361"/>
                  <a:gd name="connsiteX3" fmla="*/ 2104 w 4761"/>
                  <a:gd name="connsiteY3" fmla="*/ 74 h 10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1" h="10361">
                    <a:moveTo>
                      <a:pt x="-2205" y="-365"/>
                    </a:moveTo>
                    <a:cubicBezTo>
                      <a:pt x="-1908" y="3020"/>
                      <a:pt x="-1879" y="6423"/>
                      <a:pt x="-2106" y="9813"/>
                    </a:cubicBezTo>
                    <a:lnTo>
                      <a:pt x="2501" y="9997"/>
                    </a:lnTo>
                    <a:cubicBezTo>
                      <a:pt x="2642" y="6684"/>
                      <a:pt x="2515" y="3365"/>
                      <a:pt x="2104" y="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7F9413BB-0B45-4D85-B6EF-CE834FED132C}"/>
                  </a:ext>
                </a:extLst>
              </p:cNvPr>
              <p:cNvSpPr/>
              <p:nvPr/>
            </p:nvSpPr>
            <p:spPr>
              <a:xfrm>
                <a:off x="2359280" y="-864929"/>
                <a:ext cx="10574" cy="8264"/>
              </a:xfrm>
              <a:custGeom>
                <a:avLst/>
                <a:gdLst>
                  <a:gd name="connsiteX0" fmla="*/ 5410 w 10574"/>
                  <a:gd name="connsiteY0" fmla="*/ -352 h 8264"/>
                  <a:gd name="connsiteX1" fmla="*/ -2188 w 10574"/>
                  <a:gd name="connsiteY1" fmla="*/ 3361 h 8264"/>
                  <a:gd name="connsiteX2" fmla="*/ -459 w 10574"/>
                  <a:gd name="connsiteY2" fmla="*/ 7912 h 8264"/>
                  <a:gd name="connsiteX3" fmla="*/ 8387 w 10574"/>
                  <a:gd name="connsiteY3" fmla="*/ 3135 h 8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74" h="8264">
                    <a:moveTo>
                      <a:pt x="5410" y="-352"/>
                    </a:moveTo>
                    <a:cubicBezTo>
                      <a:pt x="3127" y="1336"/>
                      <a:pt x="548" y="2594"/>
                      <a:pt x="-2188" y="3361"/>
                    </a:cubicBezTo>
                    <a:lnTo>
                      <a:pt x="-459" y="7912"/>
                    </a:lnTo>
                    <a:cubicBezTo>
                      <a:pt x="2745" y="6829"/>
                      <a:pt x="5722" y="5214"/>
                      <a:pt x="8387" y="313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EE75D079-7F81-4496-AC86-360486707F42}"/>
                  </a:ext>
                </a:extLst>
              </p:cNvPr>
              <p:cNvSpPr/>
              <p:nvPr/>
            </p:nvSpPr>
            <p:spPr>
              <a:xfrm>
                <a:off x="2367988" y="-860861"/>
                <a:ext cx="22519" cy="21049"/>
              </a:xfrm>
              <a:custGeom>
                <a:avLst/>
                <a:gdLst>
                  <a:gd name="connsiteX0" fmla="*/ 14412 w 22519"/>
                  <a:gd name="connsiteY0" fmla="*/ 15319 h 21049"/>
                  <a:gd name="connsiteX1" fmla="*/ 12697 w 22519"/>
                  <a:gd name="connsiteY1" fmla="*/ 14780 h 21049"/>
                  <a:gd name="connsiteX2" fmla="*/ 3894 w 22519"/>
                  <a:gd name="connsiteY2" fmla="*/ 8118 h 21049"/>
                  <a:gd name="connsiteX3" fmla="*/ 3384 w 22519"/>
                  <a:gd name="connsiteY3" fmla="*/ 6491 h 21049"/>
                  <a:gd name="connsiteX4" fmla="*/ 3596 w 22519"/>
                  <a:gd name="connsiteY4" fmla="*/ 6204 h 21049"/>
                  <a:gd name="connsiteX5" fmla="*/ 6261 w 22519"/>
                  <a:gd name="connsiteY5" fmla="*/ 2675 h 21049"/>
                  <a:gd name="connsiteX6" fmla="*/ 2264 w 22519"/>
                  <a:gd name="connsiteY6" fmla="*/ -359 h 21049"/>
                  <a:gd name="connsiteX7" fmla="*/ -1067 w 22519"/>
                  <a:gd name="connsiteY7" fmla="*/ 4050 h 21049"/>
                  <a:gd name="connsiteX8" fmla="*/ 195 w 22519"/>
                  <a:gd name="connsiteY8" fmla="*/ 10797 h 21049"/>
                  <a:gd name="connsiteX9" fmla="*/ 10854 w 22519"/>
                  <a:gd name="connsiteY9" fmla="*/ 18863 h 21049"/>
                  <a:gd name="connsiteX10" fmla="*/ 14837 w 22519"/>
                  <a:gd name="connsiteY10" fmla="*/ 20691 h 21049"/>
                  <a:gd name="connsiteX11" fmla="*/ 20323 w 22519"/>
                  <a:gd name="connsiteY11" fmla="*/ 16807 h 21049"/>
                  <a:gd name="connsiteX12" fmla="*/ 17488 w 22519"/>
                  <a:gd name="connsiteY12" fmla="*/ 12767 h 21049"/>
                  <a:gd name="connsiteX13" fmla="*/ 14412 w 22519"/>
                  <a:gd name="connsiteY13" fmla="*/ 15319 h 21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519" h="21049">
                    <a:moveTo>
                      <a:pt x="14412" y="15319"/>
                    </a:moveTo>
                    <a:cubicBezTo>
                      <a:pt x="13789" y="15405"/>
                      <a:pt x="13165" y="15208"/>
                      <a:pt x="12697" y="14780"/>
                    </a:cubicBezTo>
                    <a:lnTo>
                      <a:pt x="3894" y="8118"/>
                    </a:lnTo>
                    <a:cubicBezTo>
                      <a:pt x="3299" y="7809"/>
                      <a:pt x="3072" y="7080"/>
                      <a:pt x="3384" y="6491"/>
                    </a:cubicBezTo>
                    <a:cubicBezTo>
                      <a:pt x="3441" y="6386"/>
                      <a:pt x="3512" y="6289"/>
                      <a:pt x="3596" y="6204"/>
                    </a:cubicBezTo>
                    <a:lnTo>
                      <a:pt x="6261" y="2675"/>
                    </a:lnTo>
                    <a:lnTo>
                      <a:pt x="2264" y="-359"/>
                    </a:lnTo>
                    <a:lnTo>
                      <a:pt x="-1067" y="4050"/>
                    </a:lnTo>
                    <a:cubicBezTo>
                      <a:pt x="-2924" y="6516"/>
                      <a:pt x="-2484" y="8756"/>
                      <a:pt x="195" y="10797"/>
                    </a:cubicBezTo>
                    <a:lnTo>
                      <a:pt x="10854" y="18863"/>
                    </a:lnTo>
                    <a:cubicBezTo>
                      <a:pt x="11988" y="19829"/>
                      <a:pt x="13363" y="20462"/>
                      <a:pt x="14837" y="20691"/>
                    </a:cubicBezTo>
                    <a:cubicBezTo>
                      <a:pt x="16000" y="20691"/>
                      <a:pt x="17857" y="19430"/>
                      <a:pt x="20323" y="16807"/>
                    </a:cubicBezTo>
                    <a:lnTo>
                      <a:pt x="17488" y="12767"/>
                    </a:lnTo>
                    <a:cubicBezTo>
                      <a:pt x="16056" y="14327"/>
                      <a:pt x="15036" y="15177"/>
                      <a:pt x="14412" y="15319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781E8E33-9CDA-4A38-AA6A-3695167FB2E1}"/>
                  </a:ext>
                </a:extLst>
              </p:cNvPr>
              <p:cNvSpPr/>
              <p:nvPr/>
            </p:nvSpPr>
            <p:spPr>
              <a:xfrm>
                <a:off x="2449334" y="-844786"/>
                <a:ext cx="51526" cy="53780"/>
              </a:xfrm>
              <a:custGeom>
                <a:avLst/>
                <a:gdLst>
                  <a:gd name="connsiteX0" fmla="*/ 4097 w 51526"/>
                  <a:gd name="connsiteY0" fmla="*/ 36756 h 53780"/>
                  <a:gd name="connsiteX1" fmla="*/ 14502 w 51526"/>
                  <a:gd name="connsiteY1" fmla="*/ 5528 h 53780"/>
                  <a:gd name="connsiteX2" fmla="*/ 47714 w 51526"/>
                  <a:gd name="connsiteY2" fmla="*/ 16599 h 53780"/>
                  <a:gd name="connsiteX3" fmla="*/ 49273 w 51526"/>
                  <a:gd name="connsiteY3" fmla="*/ 11935 h 53780"/>
                  <a:gd name="connsiteX4" fmla="*/ 11298 w 51526"/>
                  <a:gd name="connsiteY4" fmla="*/ -723 h 53780"/>
                  <a:gd name="connsiteX5" fmla="*/ -2253 w 51526"/>
                  <a:gd name="connsiteY5" fmla="*/ 39889 h 53780"/>
                  <a:gd name="connsiteX6" fmla="*/ 37239 w 51526"/>
                  <a:gd name="connsiteY6" fmla="*/ 53057 h 53780"/>
                  <a:gd name="connsiteX7" fmla="*/ 38812 w 51526"/>
                  <a:gd name="connsiteY7" fmla="*/ 48337 h 53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526" h="53780">
                    <a:moveTo>
                      <a:pt x="4097" y="36756"/>
                    </a:moveTo>
                    <a:lnTo>
                      <a:pt x="14502" y="5528"/>
                    </a:lnTo>
                    <a:lnTo>
                      <a:pt x="47714" y="16599"/>
                    </a:lnTo>
                    <a:lnTo>
                      <a:pt x="49273" y="11935"/>
                    </a:lnTo>
                    <a:lnTo>
                      <a:pt x="11298" y="-723"/>
                    </a:lnTo>
                    <a:lnTo>
                      <a:pt x="-2253" y="39889"/>
                    </a:lnTo>
                    <a:lnTo>
                      <a:pt x="37239" y="53057"/>
                    </a:lnTo>
                    <a:lnTo>
                      <a:pt x="38812" y="4833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14A415C8-A0EA-4283-B437-D980193A8938}"/>
                  </a:ext>
                </a:extLst>
              </p:cNvPr>
              <p:cNvSpPr/>
              <p:nvPr/>
            </p:nvSpPr>
            <p:spPr>
              <a:xfrm>
                <a:off x="2476366" y="-811829"/>
                <a:ext cx="13225" cy="14004"/>
              </a:xfrm>
              <a:custGeom>
                <a:avLst/>
                <a:gdLst>
                  <a:gd name="connsiteX0" fmla="*/ -2258 w 13225"/>
                  <a:gd name="connsiteY0" fmla="*/ 2435 h 14004"/>
                  <a:gd name="connsiteX1" fmla="*/ 6913 w 13225"/>
                  <a:gd name="connsiteY1" fmla="*/ 13620 h 14004"/>
                  <a:gd name="connsiteX2" fmla="*/ 10968 w 13225"/>
                  <a:gd name="connsiteY2" fmla="*/ 10402 h 14004"/>
                  <a:gd name="connsiteX3" fmla="*/ 1414 w 13225"/>
                  <a:gd name="connsiteY3" fmla="*/ -385 h 1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25" h="14004">
                    <a:moveTo>
                      <a:pt x="-2258" y="2435"/>
                    </a:moveTo>
                    <a:cubicBezTo>
                      <a:pt x="1286" y="5740"/>
                      <a:pt x="4362" y="9502"/>
                      <a:pt x="6913" y="13620"/>
                    </a:cubicBezTo>
                    <a:lnTo>
                      <a:pt x="10968" y="10402"/>
                    </a:lnTo>
                    <a:cubicBezTo>
                      <a:pt x="8217" y="6447"/>
                      <a:pt x="5000" y="2827"/>
                      <a:pt x="1414" y="-38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6331C5FE-E06A-4668-8DB9-14E181CBF30B}"/>
                  </a:ext>
                </a:extLst>
              </p:cNvPr>
              <p:cNvSpPr/>
              <p:nvPr/>
            </p:nvSpPr>
            <p:spPr>
              <a:xfrm>
                <a:off x="2459044" y="-835275"/>
                <a:ext cx="35210" cy="29125"/>
              </a:xfrm>
              <a:custGeom>
                <a:avLst/>
                <a:gdLst>
                  <a:gd name="connsiteX0" fmla="*/ 21886 w 35210"/>
                  <a:gd name="connsiteY0" fmla="*/ 11928 h 29125"/>
                  <a:gd name="connsiteX1" fmla="*/ 31454 w 35210"/>
                  <a:gd name="connsiteY1" fmla="*/ 15117 h 29125"/>
                  <a:gd name="connsiteX2" fmla="*/ 32957 w 35210"/>
                  <a:gd name="connsiteY2" fmla="*/ 10638 h 29125"/>
                  <a:gd name="connsiteX3" fmla="*/ 15309 w 35210"/>
                  <a:gd name="connsiteY3" fmla="*/ 4755 h 29125"/>
                  <a:gd name="connsiteX4" fmla="*/ 17208 w 35210"/>
                  <a:gd name="connsiteY4" fmla="*/ 2346 h 29125"/>
                  <a:gd name="connsiteX5" fmla="*/ 13140 w 35210"/>
                  <a:gd name="connsiteY5" fmla="*/ -376 h 29125"/>
                  <a:gd name="connsiteX6" fmla="*/ 3544 w 35210"/>
                  <a:gd name="connsiteY6" fmla="*/ 7179 h 29125"/>
                  <a:gd name="connsiteX7" fmla="*/ 6066 w 35210"/>
                  <a:gd name="connsiteY7" fmla="*/ 11744 h 29125"/>
                  <a:gd name="connsiteX8" fmla="*/ 11510 w 35210"/>
                  <a:gd name="connsiteY8" fmla="*/ 8469 h 29125"/>
                  <a:gd name="connsiteX9" fmla="*/ 17180 w 35210"/>
                  <a:gd name="connsiteY9" fmla="*/ 10354 h 29125"/>
                  <a:gd name="connsiteX10" fmla="*/ 16570 w 35210"/>
                  <a:gd name="connsiteY10" fmla="*/ 12197 h 29125"/>
                  <a:gd name="connsiteX11" fmla="*/ 15252 w 35210"/>
                  <a:gd name="connsiteY11" fmla="*/ 15032 h 29125"/>
                  <a:gd name="connsiteX12" fmla="*/ 2409 w 35210"/>
                  <a:gd name="connsiteY12" fmla="*/ 10780 h 29125"/>
                  <a:gd name="connsiteX13" fmla="*/ 878 w 35210"/>
                  <a:gd name="connsiteY13" fmla="*/ 15401 h 29125"/>
                  <a:gd name="connsiteX14" fmla="*/ 12389 w 35210"/>
                  <a:gd name="connsiteY14" fmla="*/ 19242 h 29125"/>
                  <a:gd name="connsiteX15" fmla="*/ 10262 w 35210"/>
                  <a:gd name="connsiteY15" fmla="*/ 21198 h 29125"/>
                  <a:gd name="connsiteX16" fmla="*/ -2254 w 35210"/>
                  <a:gd name="connsiteY16" fmla="*/ 23693 h 29125"/>
                  <a:gd name="connsiteX17" fmla="*/ -950 w 35210"/>
                  <a:gd name="connsiteY17" fmla="*/ 28739 h 29125"/>
                  <a:gd name="connsiteX18" fmla="*/ 12885 w 35210"/>
                  <a:gd name="connsiteY18" fmla="*/ 25593 h 29125"/>
                  <a:gd name="connsiteX19" fmla="*/ 17520 w 35210"/>
                  <a:gd name="connsiteY19" fmla="*/ 20957 h 29125"/>
                  <a:gd name="connsiteX20" fmla="*/ 31114 w 35210"/>
                  <a:gd name="connsiteY20" fmla="*/ 25479 h 29125"/>
                  <a:gd name="connsiteX21" fmla="*/ 32659 w 35210"/>
                  <a:gd name="connsiteY21" fmla="*/ 20858 h 29125"/>
                  <a:gd name="connsiteX22" fmla="*/ 20015 w 35210"/>
                  <a:gd name="connsiteY22" fmla="*/ 16606 h 29125"/>
                  <a:gd name="connsiteX23" fmla="*/ 21290 w 35210"/>
                  <a:gd name="connsiteY23" fmla="*/ 13771 h 2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5210" h="29125">
                    <a:moveTo>
                      <a:pt x="21886" y="11928"/>
                    </a:moveTo>
                    <a:lnTo>
                      <a:pt x="31454" y="15117"/>
                    </a:lnTo>
                    <a:lnTo>
                      <a:pt x="32957" y="10638"/>
                    </a:lnTo>
                    <a:lnTo>
                      <a:pt x="15309" y="4755"/>
                    </a:lnTo>
                    <a:cubicBezTo>
                      <a:pt x="15918" y="4018"/>
                      <a:pt x="16556" y="3224"/>
                      <a:pt x="17208" y="2346"/>
                    </a:cubicBezTo>
                    <a:lnTo>
                      <a:pt x="13140" y="-376"/>
                    </a:lnTo>
                    <a:cubicBezTo>
                      <a:pt x="10631" y="2908"/>
                      <a:pt x="7328" y="5507"/>
                      <a:pt x="3544" y="7179"/>
                    </a:cubicBezTo>
                    <a:lnTo>
                      <a:pt x="6066" y="11744"/>
                    </a:lnTo>
                    <a:cubicBezTo>
                      <a:pt x="8023" y="10921"/>
                      <a:pt x="9866" y="9819"/>
                      <a:pt x="11510" y="8469"/>
                    </a:cubicBezTo>
                    <a:lnTo>
                      <a:pt x="17180" y="10354"/>
                    </a:lnTo>
                    <a:lnTo>
                      <a:pt x="16570" y="12197"/>
                    </a:lnTo>
                    <a:cubicBezTo>
                      <a:pt x="16188" y="13168"/>
                      <a:pt x="15748" y="14115"/>
                      <a:pt x="15252" y="15032"/>
                    </a:cubicBezTo>
                    <a:lnTo>
                      <a:pt x="2409" y="10780"/>
                    </a:lnTo>
                    <a:lnTo>
                      <a:pt x="878" y="15401"/>
                    </a:lnTo>
                    <a:lnTo>
                      <a:pt x="12389" y="19242"/>
                    </a:lnTo>
                    <a:cubicBezTo>
                      <a:pt x="11736" y="19957"/>
                      <a:pt x="11028" y="20610"/>
                      <a:pt x="10262" y="21198"/>
                    </a:cubicBezTo>
                    <a:cubicBezTo>
                      <a:pt x="7626" y="22999"/>
                      <a:pt x="3473" y="23807"/>
                      <a:pt x="-2254" y="23693"/>
                    </a:cubicBezTo>
                    <a:lnTo>
                      <a:pt x="-950" y="28739"/>
                    </a:lnTo>
                    <a:cubicBezTo>
                      <a:pt x="4933" y="28867"/>
                      <a:pt x="9525" y="27818"/>
                      <a:pt x="12885" y="25593"/>
                    </a:cubicBezTo>
                    <a:cubicBezTo>
                      <a:pt x="14671" y="24306"/>
                      <a:pt x="16230" y="22741"/>
                      <a:pt x="17520" y="20957"/>
                    </a:cubicBezTo>
                    <a:lnTo>
                      <a:pt x="31114" y="25479"/>
                    </a:lnTo>
                    <a:lnTo>
                      <a:pt x="32659" y="20858"/>
                    </a:lnTo>
                    <a:lnTo>
                      <a:pt x="20015" y="16606"/>
                    </a:lnTo>
                    <a:cubicBezTo>
                      <a:pt x="20468" y="15698"/>
                      <a:pt x="20894" y="14749"/>
                      <a:pt x="21290" y="137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629A65DD-3CCC-414C-B9CF-0E0E5D3AEBFD}"/>
                  </a:ext>
                </a:extLst>
              </p:cNvPr>
              <p:cNvSpPr/>
              <p:nvPr/>
            </p:nvSpPr>
            <p:spPr>
              <a:xfrm>
                <a:off x="2563302" y="-813998"/>
                <a:ext cx="26733" cy="34218"/>
              </a:xfrm>
              <a:custGeom>
                <a:avLst/>
                <a:gdLst>
                  <a:gd name="connsiteX0" fmla="*/ 24421 w 26733"/>
                  <a:gd name="connsiteY0" fmla="*/ -390 h 34218"/>
                  <a:gd name="connsiteX1" fmla="*/ -2313 w 26733"/>
                  <a:gd name="connsiteY1" fmla="*/ 35 h 34218"/>
                  <a:gd name="connsiteX2" fmla="*/ -2313 w 26733"/>
                  <a:gd name="connsiteY2" fmla="*/ 4911 h 34218"/>
                  <a:gd name="connsiteX3" fmla="*/ 17532 w 26733"/>
                  <a:gd name="connsiteY3" fmla="*/ 4585 h 34218"/>
                  <a:gd name="connsiteX4" fmla="*/ 9197 w 26733"/>
                  <a:gd name="connsiteY4" fmla="*/ 10539 h 34218"/>
                  <a:gd name="connsiteX5" fmla="*/ 9197 w 26733"/>
                  <a:gd name="connsiteY5" fmla="*/ 26812 h 34218"/>
                  <a:gd name="connsiteX6" fmla="*/ 7269 w 26733"/>
                  <a:gd name="connsiteY6" fmla="*/ 29331 h 34218"/>
                  <a:gd name="connsiteX7" fmla="*/ 6716 w 26733"/>
                  <a:gd name="connsiteY7" fmla="*/ 29335 h 34218"/>
                  <a:gd name="connsiteX8" fmla="*/ 1301 w 26733"/>
                  <a:gd name="connsiteY8" fmla="*/ 29264 h 34218"/>
                  <a:gd name="connsiteX9" fmla="*/ 2563 w 26733"/>
                  <a:gd name="connsiteY9" fmla="*/ 33828 h 34218"/>
                  <a:gd name="connsiteX10" fmla="*/ 8772 w 26733"/>
                  <a:gd name="connsiteY10" fmla="*/ 33729 h 34218"/>
                  <a:gd name="connsiteX11" fmla="*/ 14329 w 26733"/>
                  <a:gd name="connsiteY11" fmla="*/ 28272 h 34218"/>
                  <a:gd name="connsiteX12" fmla="*/ 14329 w 26733"/>
                  <a:gd name="connsiteY12" fmla="*/ 12906 h 34218"/>
                  <a:gd name="connsiteX13" fmla="*/ 24407 w 26733"/>
                  <a:gd name="connsiteY13" fmla="*/ 4486 h 34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733" h="34218">
                    <a:moveTo>
                      <a:pt x="24421" y="-390"/>
                    </a:moveTo>
                    <a:lnTo>
                      <a:pt x="-2313" y="35"/>
                    </a:lnTo>
                    <a:lnTo>
                      <a:pt x="-2313" y="4911"/>
                    </a:lnTo>
                    <a:lnTo>
                      <a:pt x="17532" y="4585"/>
                    </a:lnTo>
                    <a:cubicBezTo>
                      <a:pt x="14938" y="6811"/>
                      <a:pt x="12145" y="8802"/>
                      <a:pt x="9197" y="10539"/>
                    </a:cubicBezTo>
                    <a:lnTo>
                      <a:pt x="9197" y="26812"/>
                    </a:lnTo>
                    <a:cubicBezTo>
                      <a:pt x="9367" y="28038"/>
                      <a:pt x="8502" y="29165"/>
                      <a:pt x="7269" y="29331"/>
                    </a:cubicBezTo>
                    <a:cubicBezTo>
                      <a:pt x="7085" y="29355"/>
                      <a:pt x="6901" y="29356"/>
                      <a:pt x="6716" y="29335"/>
                    </a:cubicBezTo>
                    <a:cubicBezTo>
                      <a:pt x="4789" y="29335"/>
                      <a:pt x="3003" y="29335"/>
                      <a:pt x="1301" y="29264"/>
                    </a:cubicBezTo>
                    <a:lnTo>
                      <a:pt x="2563" y="33828"/>
                    </a:lnTo>
                    <a:lnTo>
                      <a:pt x="8772" y="33729"/>
                    </a:lnTo>
                    <a:cubicBezTo>
                      <a:pt x="12443" y="33729"/>
                      <a:pt x="14329" y="31844"/>
                      <a:pt x="14329" y="28272"/>
                    </a:cubicBezTo>
                    <a:lnTo>
                      <a:pt x="14329" y="12906"/>
                    </a:lnTo>
                    <a:cubicBezTo>
                      <a:pt x="17929" y="10400"/>
                      <a:pt x="21303" y="7582"/>
                      <a:pt x="24407" y="448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5D66D726-10F7-4E37-94F4-169D0E4F2A58}"/>
                  </a:ext>
                </a:extLst>
              </p:cNvPr>
              <p:cNvSpPr/>
              <p:nvPr/>
            </p:nvSpPr>
            <p:spPr>
              <a:xfrm>
                <a:off x="2547227" y="-826472"/>
                <a:ext cx="44920" cy="46678"/>
              </a:xfrm>
              <a:custGeom>
                <a:avLst/>
                <a:gdLst>
                  <a:gd name="connsiteX0" fmla="*/ 27317 w 44920"/>
                  <a:gd name="connsiteY0" fmla="*/ 3583 h 46678"/>
                  <a:gd name="connsiteX1" fmla="*/ 26155 w 44920"/>
                  <a:gd name="connsiteY1" fmla="*/ -386 h 46678"/>
                  <a:gd name="connsiteX2" fmla="*/ 20839 w 44920"/>
                  <a:gd name="connsiteY2" fmla="*/ 592 h 46678"/>
                  <a:gd name="connsiteX3" fmla="*/ 22257 w 44920"/>
                  <a:gd name="connsiteY3" fmla="*/ 3653 h 46678"/>
                  <a:gd name="connsiteX4" fmla="*/ 5742 w 44920"/>
                  <a:gd name="connsiteY4" fmla="*/ 3923 h 46678"/>
                  <a:gd name="connsiteX5" fmla="*/ 5742 w 44920"/>
                  <a:gd name="connsiteY5" fmla="*/ 17347 h 46678"/>
                  <a:gd name="connsiteX6" fmla="*/ 2000 w 44920"/>
                  <a:gd name="connsiteY6" fmla="*/ 8842 h 46678"/>
                  <a:gd name="connsiteX7" fmla="*/ -2252 w 44920"/>
                  <a:gd name="connsiteY7" fmla="*/ 10656 h 46678"/>
                  <a:gd name="connsiteX8" fmla="*/ 2000 w 44920"/>
                  <a:gd name="connsiteY8" fmla="*/ 20182 h 46678"/>
                  <a:gd name="connsiteX9" fmla="*/ 5785 w 44920"/>
                  <a:gd name="connsiteY9" fmla="*/ 18424 h 46678"/>
                  <a:gd name="connsiteX10" fmla="*/ 5785 w 44920"/>
                  <a:gd name="connsiteY10" fmla="*/ 20819 h 46678"/>
                  <a:gd name="connsiteX11" fmla="*/ 5785 w 44920"/>
                  <a:gd name="connsiteY11" fmla="*/ 22308 h 46678"/>
                  <a:gd name="connsiteX12" fmla="*/ -2309 w 44920"/>
                  <a:gd name="connsiteY12" fmla="*/ 27609 h 46678"/>
                  <a:gd name="connsiteX13" fmla="*/ -764 w 44920"/>
                  <a:gd name="connsiteY13" fmla="*/ 32613 h 46678"/>
                  <a:gd name="connsiteX14" fmla="*/ 5346 w 44920"/>
                  <a:gd name="connsiteY14" fmla="*/ 28035 h 46678"/>
                  <a:gd name="connsiteX15" fmla="*/ 711 w 44920"/>
                  <a:gd name="connsiteY15" fmla="*/ 42833 h 46678"/>
                  <a:gd name="connsiteX16" fmla="*/ 4694 w 44920"/>
                  <a:gd name="connsiteY16" fmla="*/ 46292 h 46678"/>
                  <a:gd name="connsiteX17" fmla="*/ 11001 w 44920"/>
                  <a:gd name="connsiteY17" fmla="*/ 20777 h 46678"/>
                  <a:gd name="connsiteX18" fmla="*/ 11001 w 44920"/>
                  <a:gd name="connsiteY18" fmla="*/ 8941 h 46678"/>
                  <a:gd name="connsiteX19" fmla="*/ 42612 w 44920"/>
                  <a:gd name="connsiteY19" fmla="*/ 8430 h 46678"/>
                  <a:gd name="connsiteX20" fmla="*/ 42612 w 44920"/>
                  <a:gd name="connsiteY20" fmla="*/ 3356 h 46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920" h="46678">
                    <a:moveTo>
                      <a:pt x="27317" y="3583"/>
                    </a:moveTo>
                    <a:cubicBezTo>
                      <a:pt x="26906" y="2165"/>
                      <a:pt x="26566" y="748"/>
                      <a:pt x="26155" y="-386"/>
                    </a:cubicBezTo>
                    <a:lnTo>
                      <a:pt x="20839" y="592"/>
                    </a:lnTo>
                    <a:cubicBezTo>
                      <a:pt x="21378" y="1580"/>
                      <a:pt x="21860" y="2603"/>
                      <a:pt x="22257" y="3653"/>
                    </a:cubicBezTo>
                    <a:lnTo>
                      <a:pt x="5742" y="3923"/>
                    </a:lnTo>
                    <a:lnTo>
                      <a:pt x="5742" y="17347"/>
                    </a:lnTo>
                    <a:cubicBezTo>
                      <a:pt x="4722" y="14418"/>
                      <a:pt x="3460" y="11574"/>
                      <a:pt x="2000" y="8842"/>
                    </a:cubicBezTo>
                    <a:lnTo>
                      <a:pt x="-2252" y="10656"/>
                    </a:lnTo>
                    <a:cubicBezTo>
                      <a:pt x="-565" y="13706"/>
                      <a:pt x="852" y="16893"/>
                      <a:pt x="2000" y="20182"/>
                    </a:cubicBezTo>
                    <a:lnTo>
                      <a:pt x="5785" y="18424"/>
                    </a:lnTo>
                    <a:lnTo>
                      <a:pt x="5785" y="20819"/>
                    </a:lnTo>
                    <a:cubicBezTo>
                      <a:pt x="5785" y="21259"/>
                      <a:pt x="5785" y="21755"/>
                      <a:pt x="5785" y="22308"/>
                    </a:cubicBezTo>
                    <a:cubicBezTo>
                      <a:pt x="3233" y="24295"/>
                      <a:pt x="526" y="26068"/>
                      <a:pt x="-2309" y="27609"/>
                    </a:cubicBezTo>
                    <a:lnTo>
                      <a:pt x="-764" y="32613"/>
                    </a:lnTo>
                    <a:cubicBezTo>
                      <a:pt x="1363" y="31218"/>
                      <a:pt x="3404" y="29690"/>
                      <a:pt x="5346" y="28035"/>
                    </a:cubicBezTo>
                    <a:cubicBezTo>
                      <a:pt x="4892" y="33245"/>
                      <a:pt x="3319" y="38296"/>
                      <a:pt x="711" y="42833"/>
                    </a:cubicBezTo>
                    <a:lnTo>
                      <a:pt x="4694" y="46292"/>
                    </a:lnTo>
                    <a:cubicBezTo>
                      <a:pt x="8705" y="39871"/>
                      <a:pt x="10817" y="31323"/>
                      <a:pt x="11001" y="20777"/>
                    </a:cubicBezTo>
                    <a:lnTo>
                      <a:pt x="11001" y="8941"/>
                    </a:lnTo>
                    <a:lnTo>
                      <a:pt x="42612" y="8430"/>
                    </a:lnTo>
                    <a:lnTo>
                      <a:pt x="42612" y="33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C349D672-86BB-42A8-85EC-EA978B178EC8}"/>
                  </a:ext>
                </a:extLst>
              </p:cNvPr>
              <p:cNvSpPr/>
              <p:nvPr/>
            </p:nvSpPr>
            <p:spPr>
              <a:xfrm>
                <a:off x="2657721" y="-845693"/>
                <a:ext cx="33127" cy="49541"/>
              </a:xfrm>
              <a:custGeom>
                <a:avLst/>
                <a:gdLst>
                  <a:gd name="connsiteX0" fmla="*/ 28758 w 33127"/>
                  <a:gd name="connsiteY0" fmla="*/ 20121 h 49541"/>
                  <a:gd name="connsiteX1" fmla="*/ 27142 w 33127"/>
                  <a:gd name="connsiteY1" fmla="*/ 15373 h 49541"/>
                  <a:gd name="connsiteX2" fmla="*/ 22053 w 33127"/>
                  <a:gd name="connsiteY2" fmla="*/ 17102 h 49541"/>
                  <a:gd name="connsiteX3" fmla="*/ 18113 w 33127"/>
                  <a:gd name="connsiteY3" fmla="*/ 5521 h 49541"/>
                  <a:gd name="connsiteX4" fmla="*/ 21883 w 33127"/>
                  <a:gd name="connsiteY4" fmla="*/ 4231 h 49541"/>
                  <a:gd name="connsiteX5" fmla="*/ 20310 w 33127"/>
                  <a:gd name="connsiteY5" fmla="*/ -376 h 49541"/>
                  <a:gd name="connsiteX6" fmla="*/ -2370 w 33127"/>
                  <a:gd name="connsiteY6" fmla="*/ 7349 h 49541"/>
                  <a:gd name="connsiteX7" fmla="*/ -797 w 33127"/>
                  <a:gd name="connsiteY7" fmla="*/ 11971 h 49541"/>
                  <a:gd name="connsiteX8" fmla="*/ 2775 w 33127"/>
                  <a:gd name="connsiteY8" fmla="*/ 10751 h 49541"/>
                  <a:gd name="connsiteX9" fmla="*/ 6716 w 33127"/>
                  <a:gd name="connsiteY9" fmla="*/ 22332 h 49541"/>
                  <a:gd name="connsiteX10" fmla="*/ 2109 w 33127"/>
                  <a:gd name="connsiteY10" fmla="*/ 23892 h 49541"/>
                  <a:gd name="connsiteX11" fmla="*/ 3725 w 33127"/>
                  <a:gd name="connsiteY11" fmla="*/ 28655 h 49541"/>
                  <a:gd name="connsiteX12" fmla="*/ 8289 w 33127"/>
                  <a:gd name="connsiteY12" fmla="*/ 27095 h 49541"/>
                  <a:gd name="connsiteX13" fmla="*/ 7127 w 33127"/>
                  <a:gd name="connsiteY13" fmla="*/ 47139 h 49541"/>
                  <a:gd name="connsiteX14" fmla="*/ 11961 w 33127"/>
                  <a:gd name="connsiteY14" fmla="*/ 49166 h 49541"/>
                  <a:gd name="connsiteX15" fmla="*/ 13095 w 33127"/>
                  <a:gd name="connsiteY15" fmla="*/ 25465 h 49541"/>
                  <a:gd name="connsiteX16" fmla="*/ 18977 w 33127"/>
                  <a:gd name="connsiteY16" fmla="*/ 23466 h 49541"/>
                  <a:gd name="connsiteX17" fmla="*/ 25994 w 33127"/>
                  <a:gd name="connsiteY17" fmla="*/ 44134 h 49541"/>
                  <a:gd name="connsiteX18" fmla="*/ 30757 w 33127"/>
                  <a:gd name="connsiteY18" fmla="*/ 42518 h 49541"/>
                  <a:gd name="connsiteX19" fmla="*/ 23669 w 33127"/>
                  <a:gd name="connsiteY19" fmla="*/ 21851 h 49541"/>
                  <a:gd name="connsiteX20" fmla="*/ 11464 w 33127"/>
                  <a:gd name="connsiteY20" fmla="*/ 20702 h 49541"/>
                  <a:gd name="connsiteX21" fmla="*/ 7524 w 33127"/>
                  <a:gd name="connsiteY21" fmla="*/ 9121 h 49541"/>
                  <a:gd name="connsiteX22" fmla="*/ 13364 w 33127"/>
                  <a:gd name="connsiteY22" fmla="*/ 7137 h 49541"/>
                  <a:gd name="connsiteX23" fmla="*/ 17305 w 33127"/>
                  <a:gd name="connsiteY23" fmla="*/ 18718 h 49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127" h="49541">
                    <a:moveTo>
                      <a:pt x="28758" y="20121"/>
                    </a:moveTo>
                    <a:lnTo>
                      <a:pt x="27142" y="15373"/>
                    </a:lnTo>
                    <a:lnTo>
                      <a:pt x="22053" y="17102"/>
                    </a:lnTo>
                    <a:lnTo>
                      <a:pt x="18113" y="5521"/>
                    </a:lnTo>
                    <a:lnTo>
                      <a:pt x="21883" y="4231"/>
                    </a:lnTo>
                    <a:lnTo>
                      <a:pt x="20310" y="-376"/>
                    </a:lnTo>
                    <a:lnTo>
                      <a:pt x="-2370" y="7349"/>
                    </a:lnTo>
                    <a:lnTo>
                      <a:pt x="-797" y="11971"/>
                    </a:lnTo>
                    <a:lnTo>
                      <a:pt x="2775" y="10751"/>
                    </a:lnTo>
                    <a:lnTo>
                      <a:pt x="6716" y="22332"/>
                    </a:lnTo>
                    <a:lnTo>
                      <a:pt x="2109" y="23892"/>
                    </a:lnTo>
                    <a:lnTo>
                      <a:pt x="3725" y="28655"/>
                    </a:lnTo>
                    <a:lnTo>
                      <a:pt x="8289" y="27095"/>
                    </a:lnTo>
                    <a:cubicBezTo>
                      <a:pt x="10628" y="35232"/>
                      <a:pt x="10217" y="41880"/>
                      <a:pt x="7127" y="47139"/>
                    </a:cubicBezTo>
                    <a:lnTo>
                      <a:pt x="11961" y="49166"/>
                    </a:lnTo>
                    <a:cubicBezTo>
                      <a:pt x="15405" y="42957"/>
                      <a:pt x="15816" y="34991"/>
                      <a:pt x="13095" y="25465"/>
                    </a:cubicBezTo>
                    <a:lnTo>
                      <a:pt x="18977" y="23466"/>
                    </a:lnTo>
                    <a:lnTo>
                      <a:pt x="25994" y="44134"/>
                    </a:lnTo>
                    <a:lnTo>
                      <a:pt x="30757" y="42518"/>
                    </a:lnTo>
                    <a:lnTo>
                      <a:pt x="23669" y="21851"/>
                    </a:lnTo>
                    <a:close/>
                    <a:moveTo>
                      <a:pt x="11464" y="20702"/>
                    </a:moveTo>
                    <a:lnTo>
                      <a:pt x="7524" y="9121"/>
                    </a:lnTo>
                    <a:lnTo>
                      <a:pt x="13364" y="7137"/>
                    </a:lnTo>
                    <a:lnTo>
                      <a:pt x="17305" y="187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9A851DC5-4EEB-46DF-AF86-27A9F9A50061}"/>
                  </a:ext>
                </a:extLst>
              </p:cNvPr>
              <p:cNvSpPr/>
              <p:nvPr/>
            </p:nvSpPr>
            <p:spPr>
              <a:xfrm>
                <a:off x="2639365" y="-837217"/>
                <a:ext cx="27867" cy="44523"/>
              </a:xfrm>
              <a:custGeom>
                <a:avLst/>
                <a:gdLst>
                  <a:gd name="connsiteX0" fmla="*/ 25510 w 27867"/>
                  <a:gd name="connsiteY0" fmla="*/ 36575 h 44523"/>
                  <a:gd name="connsiteX1" fmla="*/ 17841 w 27867"/>
                  <a:gd name="connsiteY1" fmla="*/ 14037 h 44523"/>
                  <a:gd name="connsiteX2" fmla="*/ 9521 w 27867"/>
                  <a:gd name="connsiteY2" fmla="*/ 16872 h 44523"/>
                  <a:gd name="connsiteX3" fmla="*/ 8911 w 27867"/>
                  <a:gd name="connsiteY3" fmla="*/ 6736 h 44523"/>
                  <a:gd name="connsiteX4" fmla="*/ 15999 w 27867"/>
                  <a:gd name="connsiteY4" fmla="*/ 4327 h 44523"/>
                  <a:gd name="connsiteX5" fmla="*/ 14397 w 27867"/>
                  <a:gd name="connsiteY5" fmla="*/ -379 h 44523"/>
                  <a:gd name="connsiteX6" fmla="*/ -2358 w 27867"/>
                  <a:gd name="connsiteY6" fmla="*/ 5291 h 44523"/>
                  <a:gd name="connsiteX7" fmla="*/ -756 w 27867"/>
                  <a:gd name="connsiteY7" fmla="*/ 9997 h 44523"/>
                  <a:gd name="connsiteX8" fmla="*/ 4276 w 27867"/>
                  <a:gd name="connsiteY8" fmla="*/ 8282 h 44523"/>
                  <a:gd name="connsiteX9" fmla="*/ 3184 w 27867"/>
                  <a:gd name="connsiteY9" fmla="*/ 26993 h 44523"/>
                  <a:gd name="connsiteX10" fmla="*/ 7210 w 27867"/>
                  <a:gd name="connsiteY10" fmla="*/ 30338 h 44523"/>
                  <a:gd name="connsiteX11" fmla="*/ 8217 w 27867"/>
                  <a:gd name="connsiteY11" fmla="*/ 26695 h 44523"/>
                  <a:gd name="connsiteX12" fmla="*/ 14156 w 27867"/>
                  <a:gd name="connsiteY12" fmla="*/ 44144 h 44523"/>
                  <a:gd name="connsiteX13" fmla="*/ 18678 w 27867"/>
                  <a:gd name="connsiteY13" fmla="*/ 42613 h 44523"/>
                  <a:gd name="connsiteX14" fmla="*/ 17544 w 27867"/>
                  <a:gd name="connsiteY14" fmla="*/ 39268 h 44523"/>
                  <a:gd name="connsiteX15" fmla="*/ 11335 w 27867"/>
                  <a:gd name="connsiteY15" fmla="*/ 21082 h 44523"/>
                  <a:gd name="connsiteX16" fmla="*/ 14822 w 27867"/>
                  <a:gd name="connsiteY16" fmla="*/ 19905 h 44523"/>
                  <a:gd name="connsiteX17" fmla="*/ 19557 w 27867"/>
                  <a:gd name="connsiteY17" fmla="*/ 33839 h 44523"/>
                  <a:gd name="connsiteX18" fmla="*/ 16070 w 27867"/>
                  <a:gd name="connsiteY18" fmla="*/ 35016 h 44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7867" h="44523">
                    <a:moveTo>
                      <a:pt x="25510" y="36575"/>
                    </a:moveTo>
                    <a:lnTo>
                      <a:pt x="17841" y="14037"/>
                    </a:lnTo>
                    <a:lnTo>
                      <a:pt x="9521" y="16872"/>
                    </a:lnTo>
                    <a:cubicBezTo>
                      <a:pt x="9606" y="13482"/>
                      <a:pt x="9407" y="10092"/>
                      <a:pt x="8911" y="6736"/>
                    </a:cubicBezTo>
                    <a:lnTo>
                      <a:pt x="15999" y="4327"/>
                    </a:lnTo>
                    <a:lnTo>
                      <a:pt x="14397" y="-379"/>
                    </a:lnTo>
                    <a:lnTo>
                      <a:pt x="-2358" y="5291"/>
                    </a:lnTo>
                    <a:lnTo>
                      <a:pt x="-756" y="9997"/>
                    </a:lnTo>
                    <a:lnTo>
                      <a:pt x="4276" y="8282"/>
                    </a:lnTo>
                    <a:cubicBezTo>
                      <a:pt x="5197" y="14527"/>
                      <a:pt x="4829" y="20896"/>
                      <a:pt x="3184" y="26993"/>
                    </a:cubicBezTo>
                    <a:lnTo>
                      <a:pt x="7210" y="30338"/>
                    </a:lnTo>
                    <a:cubicBezTo>
                      <a:pt x="7550" y="29176"/>
                      <a:pt x="7919" y="27942"/>
                      <a:pt x="8217" y="26695"/>
                    </a:cubicBezTo>
                    <a:lnTo>
                      <a:pt x="14156" y="44144"/>
                    </a:lnTo>
                    <a:lnTo>
                      <a:pt x="18678" y="42613"/>
                    </a:lnTo>
                    <a:lnTo>
                      <a:pt x="17544" y="39268"/>
                    </a:lnTo>
                    <a:close/>
                    <a:moveTo>
                      <a:pt x="11335" y="21082"/>
                    </a:moveTo>
                    <a:lnTo>
                      <a:pt x="14822" y="19905"/>
                    </a:lnTo>
                    <a:lnTo>
                      <a:pt x="19557" y="33839"/>
                    </a:lnTo>
                    <a:lnTo>
                      <a:pt x="16070" y="3501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4690F4D6-2029-44F7-A0E9-706A2E209EE4}"/>
                  </a:ext>
                </a:extLst>
              </p:cNvPr>
              <p:cNvSpPr/>
              <p:nvPr/>
            </p:nvSpPr>
            <p:spPr>
              <a:xfrm>
                <a:off x="2748924" y="-879661"/>
                <a:ext cx="17038" cy="6340"/>
              </a:xfrm>
              <a:custGeom>
                <a:avLst/>
                <a:gdLst>
                  <a:gd name="connsiteX0" fmla="*/ -2093 w 17038"/>
                  <a:gd name="connsiteY0" fmla="*/ 5997 h 6340"/>
                  <a:gd name="connsiteX1" fmla="*/ 14619 w 17038"/>
                  <a:gd name="connsiteY1" fmla="*/ 4835 h 6340"/>
                  <a:gd name="connsiteX2" fmla="*/ 14236 w 17038"/>
                  <a:gd name="connsiteY2" fmla="*/ -325 h 6340"/>
                  <a:gd name="connsiteX3" fmla="*/ -2419 w 17038"/>
                  <a:gd name="connsiteY3" fmla="*/ 1305 h 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38" h="6340">
                    <a:moveTo>
                      <a:pt x="-2093" y="5997"/>
                    </a:moveTo>
                    <a:cubicBezTo>
                      <a:pt x="3407" y="4879"/>
                      <a:pt x="9020" y="4489"/>
                      <a:pt x="14619" y="4835"/>
                    </a:cubicBezTo>
                    <a:lnTo>
                      <a:pt x="14236" y="-325"/>
                    </a:lnTo>
                    <a:cubicBezTo>
                      <a:pt x="8637" y="-454"/>
                      <a:pt x="3052" y="93"/>
                      <a:pt x="-2419" y="1305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8C707890-673A-4648-8E87-AC1B54ACDADC}"/>
                  </a:ext>
                </a:extLst>
              </p:cNvPr>
              <p:cNvSpPr/>
              <p:nvPr/>
            </p:nvSpPr>
            <p:spPr>
              <a:xfrm>
                <a:off x="2724500" y="-892244"/>
                <a:ext cx="39548" cy="33821"/>
              </a:xfrm>
              <a:custGeom>
                <a:avLst/>
                <a:gdLst>
                  <a:gd name="connsiteX0" fmla="*/ 4605 w 39548"/>
                  <a:gd name="connsiteY0" fmla="*/ 25540 h 33821"/>
                  <a:gd name="connsiteX1" fmla="*/ 29383 w 39548"/>
                  <a:gd name="connsiteY1" fmla="*/ 6531 h 33821"/>
                  <a:gd name="connsiteX2" fmla="*/ 33040 w 39548"/>
                  <a:gd name="connsiteY2" fmla="*/ 11308 h 33821"/>
                  <a:gd name="connsiteX3" fmla="*/ 37137 w 39548"/>
                  <a:gd name="connsiteY3" fmla="*/ 8161 h 33821"/>
                  <a:gd name="connsiteX4" fmla="*/ 30588 w 39548"/>
                  <a:gd name="connsiteY4" fmla="*/ -344 h 33821"/>
                  <a:gd name="connsiteX5" fmla="*/ 16229 w 39548"/>
                  <a:gd name="connsiteY5" fmla="*/ 10670 h 33821"/>
                  <a:gd name="connsiteX6" fmla="*/ 12245 w 39548"/>
                  <a:gd name="connsiteY6" fmla="*/ 8260 h 33821"/>
                  <a:gd name="connsiteX7" fmla="*/ 8220 w 39548"/>
                  <a:gd name="connsiteY7" fmla="*/ 12513 h 33821"/>
                  <a:gd name="connsiteX8" fmla="*/ 11764 w 39548"/>
                  <a:gd name="connsiteY8" fmla="*/ 14115 h 33821"/>
                  <a:gd name="connsiteX9" fmla="*/ -2411 w 39548"/>
                  <a:gd name="connsiteY9" fmla="*/ 24973 h 33821"/>
                  <a:gd name="connsiteX10" fmla="*/ 4123 w 39548"/>
                  <a:gd name="connsiteY10" fmla="*/ 33478 h 33821"/>
                  <a:gd name="connsiteX11" fmla="*/ 8220 w 39548"/>
                  <a:gd name="connsiteY11" fmla="*/ 30331 h 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548" h="33821">
                    <a:moveTo>
                      <a:pt x="4605" y="25540"/>
                    </a:moveTo>
                    <a:lnTo>
                      <a:pt x="29383" y="6531"/>
                    </a:lnTo>
                    <a:lnTo>
                      <a:pt x="33040" y="11308"/>
                    </a:lnTo>
                    <a:lnTo>
                      <a:pt x="37137" y="8161"/>
                    </a:lnTo>
                    <a:lnTo>
                      <a:pt x="30588" y="-344"/>
                    </a:lnTo>
                    <a:lnTo>
                      <a:pt x="16229" y="10670"/>
                    </a:lnTo>
                    <a:cubicBezTo>
                      <a:pt x="14939" y="9800"/>
                      <a:pt x="13606" y="8996"/>
                      <a:pt x="12245" y="8260"/>
                    </a:cubicBezTo>
                    <a:lnTo>
                      <a:pt x="8220" y="12513"/>
                    </a:lnTo>
                    <a:cubicBezTo>
                      <a:pt x="9396" y="12981"/>
                      <a:pt x="10559" y="13533"/>
                      <a:pt x="11764" y="14115"/>
                    </a:cubicBezTo>
                    <a:lnTo>
                      <a:pt x="-2411" y="24973"/>
                    </a:lnTo>
                    <a:lnTo>
                      <a:pt x="4123" y="33478"/>
                    </a:lnTo>
                    <a:lnTo>
                      <a:pt x="8220" y="3033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77A695C2-74BD-44AE-934C-45025DDC5190}"/>
                  </a:ext>
                </a:extLst>
              </p:cNvPr>
              <p:cNvSpPr/>
              <p:nvPr/>
            </p:nvSpPr>
            <p:spPr>
              <a:xfrm>
                <a:off x="2733841" y="-871478"/>
                <a:ext cx="10929" cy="17973"/>
              </a:xfrm>
              <a:custGeom>
                <a:avLst/>
                <a:gdLst>
                  <a:gd name="connsiteX0" fmla="*/ 8521 w 10929"/>
                  <a:gd name="connsiteY0" fmla="*/ 627 h 17973"/>
                  <a:gd name="connsiteX1" fmla="*/ 3829 w 10929"/>
                  <a:gd name="connsiteY1" fmla="*/ -351 h 17973"/>
                  <a:gd name="connsiteX2" fmla="*/ -2409 w 10929"/>
                  <a:gd name="connsiteY2" fmla="*/ 15241 h 17973"/>
                  <a:gd name="connsiteX3" fmla="*/ 2170 w 10929"/>
                  <a:gd name="connsiteY3" fmla="*/ 17622 h 17973"/>
                  <a:gd name="connsiteX4" fmla="*/ 8521 w 10929"/>
                  <a:gd name="connsiteY4" fmla="*/ 627 h 1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29" h="17973">
                    <a:moveTo>
                      <a:pt x="8521" y="627"/>
                    </a:moveTo>
                    <a:lnTo>
                      <a:pt x="3829" y="-351"/>
                    </a:lnTo>
                    <a:cubicBezTo>
                      <a:pt x="2808" y="5208"/>
                      <a:pt x="682" y="10508"/>
                      <a:pt x="-2409" y="15241"/>
                    </a:cubicBezTo>
                    <a:lnTo>
                      <a:pt x="2170" y="17622"/>
                    </a:lnTo>
                    <a:cubicBezTo>
                      <a:pt x="5246" y="12365"/>
                      <a:pt x="7401" y="6616"/>
                      <a:pt x="8521" y="62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C41DC7E1-B2CC-455E-BA84-871971573F90}"/>
                  </a:ext>
                </a:extLst>
              </p:cNvPr>
              <p:cNvSpPr/>
              <p:nvPr/>
            </p:nvSpPr>
            <p:spPr>
              <a:xfrm>
                <a:off x="2738406" y="-870925"/>
                <a:ext cx="43610" cy="36174"/>
              </a:xfrm>
              <a:custGeom>
                <a:avLst/>
                <a:gdLst>
                  <a:gd name="connsiteX0" fmla="*/ 36886 w 43610"/>
                  <a:gd name="connsiteY0" fmla="*/ 1372 h 36174"/>
                  <a:gd name="connsiteX1" fmla="*/ 32223 w 43610"/>
                  <a:gd name="connsiteY1" fmla="*/ 3130 h 36174"/>
                  <a:gd name="connsiteX2" fmla="*/ 35838 w 43610"/>
                  <a:gd name="connsiteY2" fmla="*/ 8247 h 36174"/>
                  <a:gd name="connsiteX3" fmla="*/ 35086 w 43610"/>
                  <a:gd name="connsiteY3" fmla="*/ 10147 h 36174"/>
                  <a:gd name="connsiteX4" fmla="*/ 32606 w 43610"/>
                  <a:gd name="connsiteY4" fmla="*/ 12046 h 36174"/>
                  <a:gd name="connsiteX5" fmla="*/ 31301 w 43610"/>
                  <a:gd name="connsiteY5" fmla="*/ 12056 h 36174"/>
                  <a:gd name="connsiteX6" fmla="*/ 31188 w 43610"/>
                  <a:gd name="connsiteY6" fmla="*/ 11918 h 36174"/>
                  <a:gd name="connsiteX7" fmla="*/ 21790 w 43610"/>
                  <a:gd name="connsiteY7" fmla="*/ -357 h 36174"/>
                  <a:gd name="connsiteX8" fmla="*/ 11641 w 43610"/>
                  <a:gd name="connsiteY8" fmla="*/ 7425 h 36174"/>
                  <a:gd name="connsiteX9" fmla="*/ 10932 w 43610"/>
                  <a:gd name="connsiteY9" fmla="*/ 6333 h 36174"/>
                  <a:gd name="connsiteX10" fmla="*/ 8210 w 43610"/>
                  <a:gd name="connsiteY10" fmla="*/ 2790 h 36174"/>
                  <a:gd name="connsiteX11" fmla="*/ 4071 w 43610"/>
                  <a:gd name="connsiteY11" fmla="*/ 5965 h 36174"/>
                  <a:gd name="connsiteX12" fmla="*/ 6793 w 43610"/>
                  <a:gd name="connsiteY12" fmla="*/ 9509 h 36174"/>
                  <a:gd name="connsiteX13" fmla="*/ 7502 w 43610"/>
                  <a:gd name="connsiteY13" fmla="*/ 10600 h 36174"/>
                  <a:gd name="connsiteX14" fmla="*/ -2421 w 43610"/>
                  <a:gd name="connsiteY14" fmla="*/ 18226 h 36174"/>
                  <a:gd name="connsiteX15" fmla="*/ 541 w 43610"/>
                  <a:gd name="connsiteY15" fmla="*/ 22096 h 36174"/>
                  <a:gd name="connsiteX16" fmla="*/ 9769 w 43610"/>
                  <a:gd name="connsiteY16" fmla="*/ 15009 h 36174"/>
                  <a:gd name="connsiteX17" fmla="*/ 10989 w 43610"/>
                  <a:gd name="connsiteY17" fmla="*/ 20849 h 36174"/>
                  <a:gd name="connsiteX18" fmla="*/ 5205 w 43610"/>
                  <a:gd name="connsiteY18" fmla="*/ 33989 h 36174"/>
                  <a:gd name="connsiteX19" fmla="*/ 10110 w 43610"/>
                  <a:gd name="connsiteY19" fmla="*/ 35817 h 36174"/>
                  <a:gd name="connsiteX20" fmla="*/ 16205 w 43610"/>
                  <a:gd name="connsiteY20" fmla="*/ 21047 h 36174"/>
                  <a:gd name="connsiteX21" fmla="*/ 14065 w 43610"/>
                  <a:gd name="connsiteY21" fmla="*/ 11720 h 36174"/>
                  <a:gd name="connsiteX22" fmla="*/ 20698 w 43610"/>
                  <a:gd name="connsiteY22" fmla="*/ 6631 h 36174"/>
                  <a:gd name="connsiteX23" fmla="*/ 27659 w 43610"/>
                  <a:gd name="connsiteY23" fmla="*/ 15703 h 36174"/>
                  <a:gd name="connsiteX24" fmla="*/ 35044 w 43610"/>
                  <a:gd name="connsiteY24" fmla="*/ 16369 h 36174"/>
                  <a:gd name="connsiteX25" fmla="*/ 38162 w 43610"/>
                  <a:gd name="connsiteY25" fmla="*/ 13974 h 36174"/>
                  <a:gd name="connsiteX26" fmla="*/ 40997 w 43610"/>
                  <a:gd name="connsiteY26" fmla="*/ 8403 h 36174"/>
                  <a:gd name="connsiteX27" fmla="*/ 36886 w 43610"/>
                  <a:gd name="connsiteY27" fmla="*/ 1372 h 36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610" h="36174">
                    <a:moveTo>
                      <a:pt x="36886" y="1372"/>
                    </a:moveTo>
                    <a:lnTo>
                      <a:pt x="32223" y="3130"/>
                    </a:lnTo>
                    <a:cubicBezTo>
                      <a:pt x="33555" y="4859"/>
                      <a:pt x="34746" y="6589"/>
                      <a:pt x="35838" y="8247"/>
                    </a:cubicBezTo>
                    <a:cubicBezTo>
                      <a:pt x="36107" y="8928"/>
                      <a:pt x="35838" y="9537"/>
                      <a:pt x="35086" y="10147"/>
                    </a:cubicBezTo>
                    <a:lnTo>
                      <a:pt x="32606" y="12046"/>
                    </a:lnTo>
                    <a:cubicBezTo>
                      <a:pt x="32251" y="12409"/>
                      <a:pt x="31670" y="12413"/>
                      <a:pt x="31301" y="12056"/>
                    </a:cubicBezTo>
                    <a:cubicBezTo>
                      <a:pt x="31259" y="12013"/>
                      <a:pt x="31216" y="11968"/>
                      <a:pt x="31188" y="11918"/>
                    </a:cubicBezTo>
                    <a:lnTo>
                      <a:pt x="21790" y="-357"/>
                    </a:lnTo>
                    <a:lnTo>
                      <a:pt x="11641" y="7425"/>
                    </a:lnTo>
                    <a:cubicBezTo>
                      <a:pt x="11400" y="7113"/>
                      <a:pt x="11201" y="6759"/>
                      <a:pt x="10932" y="6333"/>
                    </a:cubicBezTo>
                    <a:lnTo>
                      <a:pt x="8210" y="2790"/>
                    </a:lnTo>
                    <a:lnTo>
                      <a:pt x="4071" y="5965"/>
                    </a:lnTo>
                    <a:lnTo>
                      <a:pt x="6793" y="9509"/>
                    </a:lnTo>
                    <a:lnTo>
                      <a:pt x="7502" y="10600"/>
                    </a:lnTo>
                    <a:lnTo>
                      <a:pt x="-2421" y="18226"/>
                    </a:lnTo>
                    <a:lnTo>
                      <a:pt x="541" y="22096"/>
                    </a:lnTo>
                    <a:lnTo>
                      <a:pt x="9769" y="15009"/>
                    </a:lnTo>
                    <a:cubicBezTo>
                      <a:pt x="10478" y="16880"/>
                      <a:pt x="10889" y="18850"/>
                      <a:pt x="10989" y="20849"/>
                    </a:cubicBezTo>
                    <a:cubicBezTo>
                      <a:pt x="10904" y="24350"/>
                      <a:pt x="8947" y="28744"/>
                      <a:pt x="5205" y="33989"/>
                    </a:cubicBezTo>
                    <a:lnTo>
                      <a:pt x="10110" y="35817"/>
                    </a:lnTo>
                    <a:cubicBezTo>
                      <a:pt x="14008" y="30431"/>
                      <a:pt x="16077" y="25526"/>
                      <a:pt x="16205" y="21047"/>
                    </a:cubicBezTo>
                    <a:cubicBezTo>
                      <a:pt x="16177" y="17819"/>
                      <a:pt x="15454" y="14636"/>
                      <a:pt x="14065" y="11720"/>
                    </a:cubicBezTo>
                    <a:lnTo>
                      <a:pt x="20698" y="6631"/>
                    </a:lnTo>
                    <a:lnTo>
                      <a:pt x="27659" y="15703"/>
                    </a:lnTo>
                    <a:cubicBezTo>
                      <a:pt x="29671" y="18354"/>
                      <a:pt x="32124" y="18609"/>
                      <a:pt x="35044" y="16369"/>
                    </a:cubicBezTo>
                    <a:lnTo>
                      <a:pt x="38162" y="13974"/>
                    </a:lnTo>
                    <a:cubicBezTo>
                      <a:pt x="40685" y="12046"/>
                      <a:pt x="41635" y="10175"/>
                      <a:pt x="40997" y="8403"/>
                    </a:cubicBezTo>
                    <a:cubicBezTo>
                      <a:pt x="39792" y="5968"/>
                      <a:pt x="38417" y="3619"/>
                      <a:pt x="36886" y="137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04665060-2B5F-4C2F-88D8-F7D8DF66783C}"/>
                  </a:ext>
                </a:extLst>
              </p:cNvPr>
              <p:cNvSpPr/>
              <p:nvPr/>
            </p:nvSpPr>
            <p:spPr>
              <a:xfrm>
                <a:off x="2800847" y="-965075"/>
                <a:ext cx="24565" cy="28732"/>
              </a:xfrm>
              <a:custGeom>
                <a:avLst/>
                <a:gdLst>
                  <a:gd name="connsiteX0" fmla="*/ 6663 w 24565"/>
                  <a:gd name="connsiteY0" fmla="*/ 28433 h 28732"/>
                  <a:gd name="connsiteX1" fmla="*/ 8987 w 24565"/>
                  <a:gd name="connsiteY1" fmla="*/ 24960 h 28732"/>
                  <a:gd name="connsiteX2" fmla="*/ 11553 w 24565"/>
                  <a:gd name="connsiteY2" fmla="*/ 26675 h 28732"/>
                  <a:gd name="connsiteX3" fmla="*/ 22113 w 24565"/>
                  <a:gd name="connsiteY3" fmla="*/ 10899 h 28732"/>
                  <a:gd name="connsiteX4" fmla="*/ 19562 w 24565"/>
                  <a:gd name="connsiteY4" fmla="*/ 9183 h 28732"/>
                  <a:gd name="connsiteX5" fmla="*/ 21802 w 24565"/>
                  <a:gd name="connsiteY5" fmla="*/ 5838 h 28732"/>
                  <a:gd name="connsiteX6" fmla="*/ 12616 w 24565"/>
                  <a:gd name="connsiteY6" fmla="*/ -300 h 28732"/>
                  <a:gd name="connsiteX7" fmla="*/ 6365 w 24565"/>
                  <a:gd name="connsiteY7" fmla="*/ 9042 h 28732"/>
                  <a:gd name="connsiteX8" fmla="*/ 2112 w 24565"/>
                  <a:gd name="connsiteY8" fmla="*/ 7894 h 28732"/>
                  <a:gd name="connsiteX9" fmla="*/ -141 w 24565"/>
                  <a:gd name="connsiteY9" fmla="*/ 12855 h 28732"/>
                  <a:gd name="connsiteX10" fmla="*/ 3459 w 24565"/>
                  <a:gd name="connsiteY10" fmla="*/ 13464 h 28732"/>
                  <a:gd name="connsiteX11" fmla="*/ -2452 w 24565"/>
                  <a:gd name="connsiteY11" fmla="*/ 22310 h 28732"/>
                  <a:gd name="connsiteX12" fmla="*/ 13878 w 24565"/>
                  <a:gd name="connsiteY12" fmla="*/ 6589 h 28732"/>
                  <a:gd name="connsiteX13" fmla="*/ 17719 w 24565"/>
                  <a:gd name="connsiteY13" fmla="*/ 9155 h 28732"/>
                  <a:gd name="connsiteX14" fmla="*/ 8179 w 24565"/>
                  <a:gd name="connsiteY14" fmla="*/ 23401 h 28732"/>
                  <a:gd name="connsiteX15" fmla="*/ 4338 w 24565"/>
                  <a:gd name="connsiteY15" fmla="*/ 20835 h 28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565" h="28732">
                    <a:moveTo>
                      <a:pt x="6663" y="28433"/>
                    </a:moveTo>
                    <a:lnTo>
                      <a:pt x="8987" y="24960"/>
                    </a:lnTo>
                    <a:lnTo>
                      <a:pt x="11553" y="26675"/>
                    </a:lnTo>
                    <a:lnTo>
                      <a:pt x="22113" y="10899"/>
                    </a:lnTo>
                    <a:lnTo>
                      <a:pt x="19562" y="9183"/>
                    </a:lnTo>
                    <a:lnTo>
                      <a:pt x="21802" y="5838"/>
                    </a:lnTo>
                    <a:lnTo>
                      <a:pt x="12616" y="-300"/>
                    </a:lnTo>
                    <a:lnTo>
                      <a:pt x="6365" y="9042"/>
                    </a:lnTo>
                    <a:cubicBezTo>
                      <a:pt x="4763" y="8574"/>
                      <a:pt x="3360" y="8163"/>
                      <a:pt x="2112" y="7894"/>
                    </a:cubicBezTo>
                    <a:lnTo>
                      <a:pt x="-141" y="12855"/>
                    </a:lnTo>
                    <a:cubicBezTo>
                      <a:pt x="1078" y="12970"/>
                      <a:pt x="2283" y="13174"/>
                      <a:pt x="3459" y="13464"/>
                    </a:cubicBezTo>
                    <a:lnTo>
                      <a:pt x="-2452" y="22310"/>
                    </a:lnTo>
                    <a:close/>
                    <a:moveTo>
                      <a:pt x="13878" y="6589"/>
                    </a:moveTo>
                    <a:lnTo>
                      <a:pt x="17719" y="9155"/>
                    </a:lnTo>
                    <a:lnTo>
                      <a:pt x="8179" y="23401"/>
                    </a:lnTo>
                    <a:lnTo>
                      <a:pt x="4338" y="2083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E9AC15F2-6026-43A0-BAD6-E90331DCBA11}"/>
                  </a:ext>
                </a:extLst>
              </p:cNvPr>
              <p:cNvSpPr/>
              <p:nvPr/>
            </p:nvSpPr>
            <p:spPr>
              <a:xfrm>
                <a:off x="2816156" y="-955195"/>
                <a:ext cx="32936" cy="35579"/>
              </a:xfrm>
              <a:custGeom>
                <a:avLst/>
                <a:gdLst>
                  <a:gd name="connsiteX0" fmla="*/ 24427 w 32936"/>
                  <a:gd name="connsiteY0" fmla="*/ 6567 h 35579"/>
                  <a:gd name="connsiteX1" fmla="*/ 20486 w 32936"/>
                  <a:gd name="connsiteY1" fmla="*/ 9615 h 35579"/>
                  <a:gd name="connsiteX2" fmla="*/ 25107 w 32936"/>
                  <a:gd name="connsiteY2" fmla="*/ 13428 h 35579"/>
                  <a:gd name="connsiteX3" fmla="*/ 25022 w 32936"/>
                  <a:gd name="connsiteY3" fmla="*/ 14449 h 35579"/>
                  <a:gd name="connsiteX4" fmla="*/ 24299 w 32936"/>
                  <a:gd name="connsiteY4" fmla="*/ 15512 h 35579"/>
                  <a:gd name="connsiteX5" fmla="*/ 22116 w 32936"/>
                  <a:gd name="connsiteY5" fmla="*/ 15313 h 35579"/>
                  <a:gd name="connsiteX6" fmla="*/ 12435 w 32936"/>
                  <a:gd name="connsiteY6" fmla="*/ 8850 h 35579"/>
                  <a:gd name="connsiteX7" fmla="*/ 16758 w 32936"/>
                  <a:gd name="connsiteY7" fmla="*/ 2400 h 35579"/>
                  <a:gd name="connsiteX8" fmla="*/ 12704 w 32936"/>
                  <a:gd name="connsiteY8" fmla="*/ -307 h 35579"/>
                  <a:gd name="connsiteX9" fmla="*/ -2463 w 32936"/>
                  <a:gd name="connsiteY9" fmla="*/ 22373 h 35579"/>
                  <a:gd name="connsiteX10" fmla="*/ 1591 w 32936"/>
                  <a:gd name="connsiteY10" fmla="*/ 25080 h 35579"/>
                  <a:gd name="connsiteX11" fmla="*/ 4964 w 32936"/>
                  <a:gd name="connsiteY11" fmla="*/ 20034 h 35579"/>
                  <a:gd name="connsiteX12" fmla="*/ 10946 w 32936"/>
                  <a:gd name="connsiteY12" fmla="*/ 26483 h 35579"/>
                  <a:gd name="connsiteX13" fmla="*/ 12179 w 32936"/>
                  <a:gd name="connsiteY13" fmla="*/ 35272 h 35579"/>
                  <a:gd name="connsiteX14" fmla="*/ 17637 w 32936"/>
                  <a:gd name="connsiteY14" fmla="*/ 34903 h 35579"/>
                  <a:gd name="connsiteX15" fmla="*/ 15567 w 32936"/>
                  <a:gd name="connsiteY15" fmla="*/ 23960 h 35579"/>
                  <a:gd name="connsiteX16" fmla="*/ 7785 w 32936"/>
                  <a:gd name="connsiteY16" fmla="*/ 15824 h 35579"/>
                  <a:gd name="connsiteX17" fmla="*/ 9585 w 32936"/>
                  <a:gd name="connsiteY17" fmla="*/ 13145 h 35579"/>
                  <a:gd name="connsiteX18" fmla="*/ 20302 w 32936"/>
                  <a:gd name="connsiteY18" fmla="*/ 20232 h 35579"/>
                  <a:gd name="connsiteX19" fmla="*/ 24129 w 32936"/>
                  <a:gd name="connsiteY19" fmla="*/ 21309 h 35579"/>
                  <a:gd name="connsiteX20" fmla="*/ 27191 w 32936"/>
                  <a:gd name="connsiteY20" fmla="*/ 19410 h 35579"/>
                  <a:gd name="connsiteX21" fmla="*/ 29430 w 32936"/>
                  <a:gd name="connsiteY21" fmla="*/ 16065 h 35579"/>
                  <a:gd name="connsiteX22" fmla="*/ 30437 w 32936"/>
                  <a:gd name="connsiteY22" fmla="*/ 12422 h 35579"/>
                  <a:gd name="connsiteX23" fmla="*/ 24427 w 32936"/>
                  <a:gd name="connsiteY23" fmla="*/ 6567 h 35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2936" h="35579">
                    <a:moveTo>
                      <a:pt x="24427" y="6567"/>
                    </a:moveTo>
                    <a:lnTo>
                      <a:pt x="20486" y="9615"/>
                    </a:lnTo>
                    <a:cubicBezTo>
                      <a:pt x="23406" y="11685"/>
                      <a:pt x="24937" y="12960"/>
                      <a:pt x="25107" y="13428"/>
                    </a:cubicBezTo>
                    <a:cubicBezTo>
                      <a:pt x="25235" y="13763"/>
                      <a:pt x="25206" y="14140"/>
                      <a:pt x="25022" y="14449"/>
                    </a:cubicBezTo>
                    <a:lnTo>
                      <a:pt x="24299" y="15512"/>
                    </a:lnTo>
                    <a:cubicBezTo>
                      <a:pt x="23916" y="16093"/>
                      <a:pt x="23179" y="16022"/>
                      <a:pt x="22116" y="15313"/>
                    </a:cubicBezTo>
                    <a:lnTo>
                      <a:pt x="12435" y="8850"/>
                    </a:lnTo>
                    <a:lnTo>
                      <a:pt x="16758" y="2400"/>
                    </a:lnTo>
                    <a:lnTo>
                      <a:pt x="12704" y="-307"/>
                    </a:lnTo>
                    <a:lnTo>
                      <a:pt x="-2463" y="22373"/>
                    </a:lnTo>
                    <a:lnTo>
                      <a:pt x="1591" y="25080"/>
                    </a:lnTo>
                    <a:lnTo>
                      <a:pt x="4964" y="20034"/>
                    </a:lnTo>
                    <a:cubicBezTo>
                      <a:pt x="7388" y="21745"/>
                      <a:pt x="9415" y="23942"/>
                      <a:pt x="10946" y="26483"/>
                    </a:cubicBezTo>
                    <a:cubicBezTo>
                      <a:pt x="12165" y="29242"/>
                      <a:pt x="12591" y="32285"/>
                      <a:pt x="12179" y="35272"/>
                    </a:cubicBezTo>
                    <a:lnTo>
                      <a:pt x="17637" y="34903"/>
                    </a:lnTo>
                    <a:cubicBezTo>
                      <a:pt x="17963" y="31134"/>
                      <a:pt x="17254" y="27349"/>
                      <a:pt x="15567" y="23960"/>
                    </a:cubicBezTo>
                    <a:cubicBezTo>
                      <a:pt x="13498" y="20785"/>
                      <a:pt x="10861" y="18025"/>
                      <a:pt x="7785" y="15824"/>
                    </a:cubicBezTo>
                    <a:lnTo>
                      <a:pt x="9585" y="13145"/>
                    </a:lnTo>
                    <a:lnTo>
                      <a:pt x="20302" y="20232"/>
                    </a:lnTo>
                    <a:cubicBezTo>
                      <a:pt x="21407" y="21033"/>
                      <a:pt x="22768" y="21416"/>
                      <a:pt x="24129" y="21309"/>
                    </a:cubicBezTo>
                    <a:cubicBezTo>
                      <a:pt x="25405" y="21244"/>
                      <a:pt x="26567" y="20527"/>
                      <a:pt x="27191" y="19410"/>
                    </a:cubicBezTo>
                    <a:lnTo>
                      <a:pt x="29430" y="16065"/>
                    </a:lnTo>
                    <a:cubicBezTo>
                      <a:pt x="30238" y="15031"/>
                      <a:pt x="30593" y="13722"/>
                      <a:pt x="30437" y="12422"/>
                    </a:cubicBezTo>
                    <a:cubicBezTo>
                      <a:pt x="30111" y="11500"/>
                      <a:pt x="28098" y="9502"/>
                      <a:pt x="24427" y="6567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7E98FF7E-163F-47DC-87BF-843F8409E457}"/>
                  </a:ext>
                </a:extLst>
              </p:cNvPr>
              <p:cNvSpPr/>
              <p:nvPr/>
            </p:nvSpPr>
            <p:spPr>
              <a:xfrm>
                <a:off x="2789790" y="-943019"/>
                <a:ext cx="39817" cy="37407"/>
              </a:xfrm>
              <a:custGeom>
                <a:avLst/>
                <a:gdLst>
                  <a:gd name="connsiteX0" fmla="*/ 31584 w 39817"/>
                  <a:gd name="connsiteY0" fmla="*/ 27114 h 37407"/>
                  <a:gd name="connsiteX1" fmla="*/ 33895 w 39817"/>
                  <a:gd name="connsiteY1" fmla="*/ 20097 h 37407"/>
                  <a:gd name="connsiteX2" fmla="*/ 30337 w 39817"/>
                  <a:gd name="connsiteY2" fmla="*/ 16114 h 37407"/>
                  <a:gd name="connsiteX3" fmla="*/ 17948 w 39817"/>
                  <a:gd name="connsiteY3" fmla="*/ 13094 h 37407"/>
                  <a:gd name="connsiteX4" fmla="*/ 9443 w 39817"/>
                  <a:gd name="connsiteY4" fmla="*/ 1953 h 37407"/>
                  <a:gd name="connsiteX5" fmla="*/ 6055 w 39817"/>
                  <a:gd name="connsiteY5" fmla="*/ -315 h 37407"/>
                  <a:gd name="connsiteX6" fmla="*/ -2450 w 39817"/>
                  <a:gd name="connsiteY6" fmla="*/ 12371 h 37407"/>
                  <a:gd name="connsiteX7" fmla="*/ 34532 w 39817"/>
                  <a:gd name="connsiteY7" fmla="*/ 37093 h 37407"/>
                  <a:gd name="connsiteX8" fmla="*/ 37367 w 39817"/>
                  <a:gd name="connsiteY8" fmla="*/ 32840 h 37407"/>
                  <a:gd name="connsiteX9" fmla="*/ 26623 w 39817"/>
                  <a:gd name="connsiteY9" fmla="*/ 25653 h 37407"/>
                  <a:gd name="connsiteX10" fmla="*/ 4481 w 39817"/>
                  <a:gd name="connsiteY10" fmla="*/ 10869 h 37407"/>
                  <a:gd name="connsiteX11" fmla="*/ 7316 w 39817"/>
                  <a:gd name="connsiteY11" fmla="*/ 6616 h 37407"/>
                  <a:gd name="connsiteX12" fmla="*/ 15822 w 39817"/>
                  <a:gd name="connsiteY12" fmla="*/ 17701 h 37407"/>
                  <a:gd name="connsiteX13" fmla="*/ 27558 w 39817"/>
                  <a:gd name="connsiteY13" fmla="*/ 20281 h 37407"/>
                  <a:gd name="connsiteX14" fmla="*/ 28678 w 39817"/>
                  <a:gd name="connsiteY14" fmla="*/ 21571 h 37407"/>
                  <a:gd name="connsiteX15" fmla="*/ 28111 w 39817"/>
                  <a:gd name="connsiteY15" fmla="*/ 23400 h 37407"/>
                  <a:gd name="connsiteX16" fmla="*/ 26382 w 39817"/>
                  <a:gd name="connsiteY16" fmla="*/ 25526 h 3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817" h="37407">
                    <a:moveTo>
                      <a:pt x="31584" y="27114"/>
                    </a:moveTo>
                    <a:cubicBezTo>
                      <a:pt x="33427" y="24278"/>
                      <a:pt x="34192" y="21968"/>
                      <a:pt x="33895" y="20097"/>
                    </a:cubicBezTo>
                    <a:cubicBezTo>
                      <a:pt x="33200" y="18399"/>
                      <a:pt x="31953" y="16991"/>
                      <a:pt x="30337" y="16114"/>
                    </a:cubicBezTo>
                    <a:cubicBezTo>
                      <a:pt x="26481" y="14199"/>
                      <a:pt x="22257" y="13167"/>
                      <a:pt x="17948" y="13094"/>
                    </a:cubicBezTo>
                    <a:cubicBezTo>
                      <a:pt x="15028" y="9040"/>
                      <a:pt x="12178" y="5355"/>
                      <a:pt x="9443" y="1953"/>
                    </a:cubicBezTo>
                    <a:lnTo>
                      <a:pt x="6055" y="-315"/>
                    </a:lnTo>
                    <a:lnTo>
                      <a:pt x="-2450" y="12371"/>
                    </a:lnTo>
                    <a:lnTo>
                      <a:pt x="34532" y="37093"/>
                    </a:lnTo>
                    <a:lnTo>
                      <a:pt x="37367" y="32840"/>
                    </a:lnTo>
                    <a:lnTo>
                      <a:pt x="26623" y="25653"/>
                    </a:lnTo>
                    <a:close/>
                    <a:moveTo>
                      <a:pt x="4481" y="10869"/>
                    </a:moveTo>
                    <a:lnTo>
                      <a:pt x="7316" y="6616"/>
                    </a:lnTo>
                    <a:cubicBezTo>
                      <a:pt x="9981" y="9707"/>
                      <a:pt x="12816" y="13402"/>
                      <a:pt x="15822" y="17701"/>
                    </a:cubicBezTo>
                    <a:cubicBezTo>
                      <a:pt x="20868" y="17602"/>
                      <a:pt x="24794" y="18438"/>
                      <a:pt x="27558" y="20281"/>
                    </a:cubicBezTo>
                    <a:cubicBezTo>
                      <a:pt x="28083" y="20553"/>
                      <a:pt x="28480" y="21014"/>
                      <a:pt x="28678" y="21571"/>
                    </a:cubicBezTo>
                    <a:cubicBezTo>
                      <a:pt x="28664" y="22222"/>
                      <a:pt x="28466" y="22855"/>
                      <a:pt x="28111" y="23400"/>
                    </a:cubicBezTo>
                    <a:cubicBezTo>
                      <a:pt x="27573" y="24141"/>
                      <a:pt x="27005" y="24851"/>
                      <a:pt x="26382" y="25526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7433AF3D-7164-43CE-8BCE-34F362CF6074}"/>
                  </a:ext>
                </a:extLst>
              </p:cNvPr>
              <p:cNvSpPr/>
              <p:nvPr/>
            </p:nvSpPr>
            <p:spPr>
              <a:xfrm rot="-782399">
                <a:off x="2257717" y="-1039362"/>
                <a:ext cx="38924" cy="8093"/>
              </a:xfrm>
              <a:custGeom>
                <a:avLst/>
                <a:gdLst>
                  <a:gd name="connsiteX0" fmla="*/ -2137 w 38924"/>
                  <a:gd name="connsiteY0" fmla="*/ -250 h 8093"/>
                  <a:gd name="connsiteX1" fmla="*/ 36788 w 38924"/>
                  <a:gd name="connsiteY1" fmla="*/ -250 h 8093"/>
                  <a:gd name="connsiteX2" fmla="*/ 36788 w 38924"/>
                  <a:gd name="connsiteY2" fmla="*/ 7844 h 8093"/>
                  <a:gd name="connsiteX3" fmla="*/ -2137 w 38924"/>
                  <a:gd name="connsiteY3" fmla="*/ 7844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137" y="-250"/>
                    </a:moveTo>
                    <a:lnTo>
                      <a:pt x="36788" y="-250"/>
                    </a:lnTo>
                    <a:lnTo>
                      <a:pt x="36788" y="7844"/>
                    </a:lnTo>
                    <a:lnTo>
                      <a:pt x="-2137" y="784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8E49B6D0-441B-4023-8055-CBFB1D518B5B}"/>
                  </a:ext>
                </a:extLst>
              </p:cNvPr>
              <p:cNvSpPr/>
              <p:nvPr/>
            </p:nvSpPr>
            <p:spPr>
              <a:xfrm>
                <a:off x="2250019" y="-1090539"/>
                <a:ext cx="41887" cy="35380"/>
              </a:xfrm>
              <a:custGeom>
                <a:avLst/>
                <a:gdLst>
                  <a:gd name="connsiteX0" fmla="*/ -1481 w 41887"/>
                  <a:gd name="connsiteY0" fmla="*/ 9775 h 35380"/>
                  <a:gd name="connsiteX1" fmla="*/ 24969 w 41887"/>
                  <a:gd name="connsiteY1" fmla="*/ 7124 h 35380"/>
                  <a:gd name="connsiteX2" fmla="*/ 319 w 41887"/>
                  <a:gd name="connsiteY2" fmla="*/ 27720 h 35380"/>
                  <a:gd name="connsiteX3" fmla="*/ 1028 w 41887"/>
                  <a:gd name="connsiteY3" fmla="*/ 34808 h 35380"/>
                  <a:gd name="connsiteX4" fmla="*/ 39754 w 41887"/>
                  <a:gd name="connsiteY4" fmla="*/ 30938 h 35380"/>
                  <a:gd name="connsiteX5" fmla="*/ 39102 w 41887"/>
                  <a:gd name="connsiteY5" fmla="*/ 24474 h 35380"/>
                  <a:gd name="connsiteX6" fmla="*/ 12651 w 41887"/>
                  <a:gd name="connsiteY6" fmla="*/ 27125 h 35380"/>
                  <a:gd name="connsiteX7" fmla="*/ 37316 w 41887"/>
                  <a:gd name="connsiteY7" fmla="*/ 6642 h 35380"/>
                  <a:gd name="connsiteX8" fmla="*/ 36593 w 41887"/>
                  <a:gd name="connsiteY8" fmla="*/ -573 h 35380"/>
                  <a:gd name="connsiteX9" fmla="*/ -2133 w 41887"/>
                  <a:gd name="connsiteY9" fmla="*/ 3311 h 3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887" h="35380">
                    <a:moveTo>
                      <a:pt x="-1481" y="9775"/>
                    </a:moveTo>
                    <a:lnTo>
                      <a:pt x="24969" y="7124"/>
                    </a:lnTo>
                    <a:lnTo>
                      <a:pt x="319" y="27720"/>
                    </a:lnTo>
                    <a:lnTo>
                      <a:pt x="1028" y="34808"/>
                    </a:lnTo>
                    <a:lnTo>
                      <a:pt x="39754" y="30938"/>
                    </a:lnTo>
                    <a:lnTo>
                      <a:pt x="39102" y="24474"/>
                    </a:lnTo>
                    <a:lnTo>
                      <a:pt x="12651" y="27125"/>
                    </a:lnTo>
                    <a:lnTo>
                      <a:pt x="37316" y="6642"/>
                    </a:lnTo>
                    <a:lnTo>
                      <a:pt x="36593" y="-573"/>
                    </a:lnTo>
                    <a:lnTo>
                      <a:pt x="-2133" y="331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5A7E5081-3A3E-48F0-B489-438FD2C25DF7}"/>
                  </a:ext>
                </a:extLst>
              </p:cNvPr>
              <p:cNvSpPr/>
              <p:nvPr/>
            </p:nvSpPr>
            <p:spPr>
              <a:xfrm>
                <a:off x="2249414" y="-1130354"/>
                <a:ext cx="40809" cy="26476"/>
              </a:xfrm>
              <a:custGeom>
                <a:avLst/>
                <a:gdLst>
                  <a:gd name="connsiteX0" fmla="*/ 7942 w 40809"/>
                  <a:gd name="connsiteY0" fmla="*/ 24971 h 26476"/>
                  <a:gd name="connsiteX1" fmla="*/ 14335 w 40809"/>
                  <a:gd name="connsiteY1" fmla="*/ 23114 h 26476"/>
                  <a:gd name="connsiteX2" fmla="*/ 20316 w 40809"/>
                  <a:gd name="connsiteY2" fmla="*/ 16027 h 26476"/>
                  <a:gd name="connsiteX3" fmla="*/ 21890 w 40809"/>
                  <a:gd name="connsiteY3" fmla="*/ 13489 h 26476"/>
                  <a:gd name="connsiteX4" fmla="*/ 25164 w 40809"/>
                  <a:gd name="connsiteY4" fmla="*/ 9350 h 26476"/>
                  <a:gd name="connsiteX5" fmla="*/ 28410 w 40809"/>
                  <a:gd name="connsiteY5" fmla="*/ 8372 h 26476"/>
                  <a:gd name="connsiteX6" fmla="*/ 32110 w 40809"/>
                  <a:gd name="connsiteY6" fmla="*/ 10357 h 26476"/>
                  <a:gd name="connsiteX7" fmla="*/ 33273 w 40809"/>
                  <a:gd name="connsiteY7" fmla="*/ 15346 h 26476"/>
                  <a:gd name="connsiteX8" fmla="*/ 30140 w 40809"/>
                  <a:gd name="connsiteY8" fmla="*/ 25963 h 26476"/>
                  <a:gd name="connsiteX9" fmla="*/ 36816 w 40809"/>
                  <a:gd name="connsiteY9" fmla="*/ 26275 h 26476"/>
                  <a:gd name="connsiteX10" fmla="*/ 38645 w 40809"/>
                  <a:gd name="connsiteY10" fmla="*/ 15460 h 26476"/>
                  <a:gd name="connsiteX11" fmla="*/ 36093 w 40809"/>
                  <a:gd name="connsiteY11" fmla="*/ 4233 h 26476"/>
                  <a:gd name="connsiteX12" fmla="*/ 21224 w 40809"/>
                  <a:gd name="connsiteY12" fmla="*/ 1639 h 26476"/>
                  <a:gd name="connsiteX13" fmla="*/ 15058 w 40809"/>
                  <a:gd name="connsiteY13" fmla="*/ 9123 h 26476"/>
                  <a:gd name="connsiteX14" fmla="*/ 13371 w 40809"/>
                  <a:gd name="connsiteY14" fmla="*/ 11831 h 26476"/>
                  <a:gd name="connsiteX15" fmla="*/ 10210 w 40809"/>
                  <a:gd name="connsiteY15" fmla="*/ 15941 h 26476"/>
                  <a:gd name="connsiteX16" fmla="*/ 7375 w 40809"/>
                  <a:gd name="connsiteY16" fmla="*/ 16948 h 26476"/>
                  <a:gd name="connsiteX17" fmla="*/ 4313 w 40809"/>
                  <a:gd name="connsiteY17" fmla="*/ 15176 h 26476"/>
                  <a:gd name="connsiteX18" fmla="*/ 3321 w 40809"/>
                  <a:gd name="connsiteY18" fmla="*/ 10824 h 26476"/>
                  <a:gd name="connsiteX19" fmla="*/ 5986 w 40809"/>
                  <a:gd name="connsiteY19" fmla="*/ 1497 h 26476"/>
                  <a:gd name="connsiteX20" fmla="*/ -237 w 40809"/>
                  <a:gd name="connsiteY20" fmla="*/ 1214 h 26476"/>
                  <a:gd name="connsiteX21" fmla="*/ -2066 w 40809"/>
                  <a:gd name="connsiteY21" fmla="*/ 11632 h 26476"/>
                  <a:gd name="connsiteX22" fmla="*/ 415 w 40809"/>
                  <a:gd name="connsiteY22" fmla="*/ 21101 h 26476"/>
                  <a:gd name="connsiteX23" fmla="*/ 7942 w 40809"/>
                  <a:gd name="connsiteY23" fmla="*/ 24971 h 26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809" h="26476">
                    <a:moveTo>
                      <a:pt x="7942" y="24971"/>
                    </a:moveTo>
                    <a:cubicBezTo>
                      <a:pt x="10224" y="25124"/>
                      <a:pt x="12492" y="24466"/>
                      <a:pt x="14335" y="23114"/>
                    </a:cubicBezTo>
                    <a:cubicBezTo>
                      <a:pt x="16744" y="21134"/>
                      <a:pt x="18771" y="18733"/>
                      <a:pt x="20316" y="16027"/>
                    </a:cubicBezTo>
                    <a:lnTo>
                      <a:pt x="21890" y="13489"/>
                    </a:lnTo>
                    <a:cubicBezTo>
                      <a:pt x="22769" y="11951"/>
                      <a:pt x="23874" y="10556"/>
                      <a:pt x="25164" y="9350"/>
                    </a:cubicBezTo>
                    <a:cubicBezTo>
                      <a:pt x="26086" y="8634"/>
                      <a:pt x="27248" y="8286"/>
                      <a:pt x="28410" y="8372"/>
                    </a:cubicBezTo>
                    <a:cubicBezTo>
                      <a:pt x="29899" y="8389"/>
                      <a:pt x="31274" y="9130"/>
                      <a:pt x="32110" y="10357"/>
                    </a:cubicBezTo>
                    <a:cubicBezTo>
                      <a:pt x="33046" y="11841"/>
                      <a:pt x="33457" y="13600"/>
                      <a:pt x="33273" y="15346"/>
                    </a:cubicBezTo>
                    <a:cubicBezTo>
                      <a:pt x="32932" y="19056"/>
                      <a:pt x="31869" y="22662"/>
                      <a:pt x="30140" y="25963"/>
                    </a:cubicBezTo>
                    <a:lnTo>
                      <a:pt x="36816" y="26275"/>
                    </a:lnTo>
                    <a:cubicBezTo>
                      <a:pt x="37794" y="22743"/>
                      <a:pt x="38404" y="19118"/>
                      <a:pt x="38645" y="15460"/>
                    </a:cubicBezTo>
                    <a:cubicBezTo>
                      <a:pt x="38857" y="10735"/>
                      <a:pt x="38007" y="6993"/>
                      <a:pt x="36093" y="4233"/>
                    </a:cubicBezTo>
                    <a:cubicBezTo>
                      <a:pt x="32620" y="-459"/>
                      <a:pt x="26086" y="-1600"/>
                      <a:pt x="21224" y="1639"/>
                    </a:cubicBezTo>
                    <a:cubicBezTo>
                      <a:pt x="18743" y="3745"/>
                      <a:pt x="16645" y="6280"/>
                      <a:pt x="15058" y="9123"/>
                    </a:cubicBezTo>
                    <a:lnTo>
                      <a:pt x="13371" y="11831"/>
                    </a:lnTo>
                    <a:cubicBezTo>
                      <a:pt x="12520" y="13342"/>
                      <a:pt x="11457" y="14725"/>
                      <a:pt x="10210" y="15941"/>
                    </a:cubicBezTo>
                    <a:cubicBezTo>
                      <a:pt x="9430" y="16633"/>
                      <a:pt x="8410" y="16995"/>
                      <a:pt x="7375" y="16948"/>
                    </a:cubicBezTo>
                    <a:cubicBezTo>
                      <a:pt x="6127" y="16910"/>
                      <a:pt x="4965" y="16243"/>
                      <a:pt x="4313" y="15176"/>
                    </a:cubicBezTo>
                    <a:cubicBezTo>
                      <a:pt x="3519" y="13872"/>
                      <a:pt x="3164" y="12344"/>
                      <a:pt x="3321" y="10824"/>
                    </a:cubicBezTo>
                    <a:cubicBezTo>
                      <a:pt x="3675" y="7587"/>
                      <a:pt x="4582" y="4433"/>
                      <a:pt x="5986" y="1497"/>
                    </a:cubicBezTo>
                    <a:lnTo>
                      <a:pt x="-237" y="1214"/>
                    </a:lnTo>
                    <a:cubicBezTo>
                      <a:pt x="-1244" y="4607"/>
                      <a:pt x="-1853" y="8101"/>
                      <a:pt x="-2066" y="11632"/>
                    </a:cubicBezTo>
                    <a:cubicBezTo>
                      <a:pt x="-2392" y="14983"/>
                      <a:pt x="-1513" y="18340"/>
                      <a:pt x="415" y="21101"/>
                    </a:cubicBezTo>
                    <a:cubicBezTo>
                      <a:pt x="2172" y="23501"/>
                      <a:pt x="4965" y="24934"/>
                      <a:pt x="7942" y="24971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F9C7EA11-C37C-405E-8455-A7B742E7884C}"/>
                  </a:ext>
                </a:extLst>
              </p:cNvPr>
              <p:cNvSpPr/>
              <p:nvPr/>
            </p:nvSpPr>
            <p:spPr>
              <a:xfrm>
                <a:off x="2252287" y="-1181074"/>
                <a:ext cx="42369" cy="36358"/>
              </a:xfrm>
              <a:custGeom>
                <a:avLst/>
                <a:gdLst>
                  <a:gd name="connsiteX0" fmla="*/ 7235 w 42369"/>
                  <a:gd name="connsiteY0" fmla="*/ 14165 h 36358"/>
                  <a:gd name="connsiteX1" fmla="*/ 9843 w 42369"/>
                  <a:gd name="connsiteY1" fmla="*/ 472 h 36358"/>
                  <a:gd name="connsiteX2" fmla="*/ 4598 w 42369"/>
                  <a:gd name="connsiteY2" fmla="*/ -520 h 36358"/>
                  <a:gd name="connsiteX3" fmla="*/ -2135 w 42369"/>
                  <a:gd name="connsiteY3" fmla="*/ 34847 h 36358"/>
                  <a:gd name="connsiteX4" fmla="*/ 3110 w 42369"/>
                  <a:gd name="connsiteY4" fmla="*/ 35839 h 36358"/>
                  <a:gd name="connsiteX5" fmla="*/ 5718 w 42369"/>
                  <a:gd name="connsiteY5" fmla="*/ 22146 h 36358"/>
                  <a:gd name="connsiteX6" fmla="*/ 38704 w 42369"/>
                  <a:gd name="connsiteY6" fmla="*/ 28440 h 36358"/>
                  <a:gd name="connsiteX7" fmla="*/ 40235 w 42369"/>
                  <a:gd name="connsiteY7" fmla="*/ 20459 h 36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369" h="36358">
                    <a:moveTo>
                      <a:pt x="7235" y="14165"/>
                    </a:moveTo>
                    <a:lnTo>
                      <a:pt x="9843" y="472"/>
                    </a:lnTo>
                    <a:lnTo>
                      <a:pt x="4598" y="-520"/>
                    </a:lnTo>
                    <a:lnTo>
                      <a:pt x="-2135" y="34847"/>
                    </a:lnTo>
                    <a:lnTo>
                      <a:pt x="3110" y="35839"/>
                    </a:lnTo>
                    <a:lnTo>
                      <a:pt x="5718" y="22146"/>
                    </a:lnTo>
                    <a:lnTo>
                      <a:pt x="38704" y="28440"/>
                    </a:lnTo>
                    <a:lnTo>
                      <a:pt x="40235" y="2045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9A9AFF97-2FED-4D09-889E-C45BEE14B626}"/>
                  </a:ext>
                </a:extLst>
              </p:cNvPr>
              <p:cNvSpPr/>
              <p:nvPr/>
            </p:nvSpPr>
            <p:spPr>
              <a:xfrm rot="-4336199">
                <a:off x="2279554" y="-1214235"/>
                <a:ext cx="8093" cy="38924"/>
              </a:xfrm>
              <a:custGeom>
                <a:avLst/>
                <a:gdLst>
                  <a:gd name="connsiteX0" fmla="*/ -2141 w 8093"/>
                  <a:gd name="connsiteY0" fmla="*/ -156 h 38924"/>
                  <a:gd name="connsiteX1" fmla="*/ 5953 w 8093"/>
                  <a:gd name="connsiteY1" fmla="*/ -156 h 38924"/>
                  <a:gd name="connsiteX2" fmla="*/ 5953 w 8093"/>
                  <a:gd name="connsiteY2" fmla="*/ 38768 h 38924"/>
                  <a:gd name="connsiteX3" fmla="*/ -2141 w 8093"/>
                  <a:gd name="connsiteY3" fmla="*/ 38768 h 38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93" h="38924">
                    <a:moveTo>
                      <a:pt x="-2141" y="-156"/>
                    </a:moveTo>
                    <a:lnTo>
                      <a:pt x="5953" y="-156"/>
                    </a:lnTo>
                    <a:lnTo>
                      <a:pt x="5953" y="38768"/>
                    </a:lnTo>
                    <a:lnTo>
                      <a:pt x="-2141" y="3876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DF768BCC-D169-43D7-A876-CD6B3D09D9B3}"/>
                  </a:ext>
                </a:extLst>
              </p:cNvPr>
              <p:cNvSpPr/>
              <p:nvPr/>
            </p:nvSpPr>
            <p:spPr>
              <a:xfrm>
                <a:off x="2271523" y="-1252885"/>
                <a:ext cx="44580" cy="36288"/>
              </a:xfrm>
              <a:custGeom>
                <a:avLst/>
                <a:gdLst>
                  <a:gd name="connsiteX0" fmla="*/ 11915 w 44580"/>
                  <a:gd name="connsiteY0" fmla="*/ 14406 h 36288"/>
                  <a:gd name="connsiteX1" fmla="*/ 17727 w 44580"/>
                  <a:gd name="connsiteY1" fmla="*/ 1748 h 36288"/>
                  <a:gd name="connsiteX2" fmla="*/ 12879 w 44580"/>
                  <a:gd name="connsiteY2" fmla="*/ -478 h 36288"/>
                  <a:gd name="connsiteX3" fmla="*/ -2147 w 44580"/>
                  <a:gd name="connsiteY3" fmla="*/ 32238 h 36288"/>
                  <a:gd name="connsiteX4" fmla="*/ 2701 w 44580"/>
                  <a:gd name="connsiteY4" fmla="*/ 34464 h 36288"/>
                  <a:gd name="connsiteX5" fmla="*/ 8527 w 44580"/>
                  <a:gd name="connsiteY5" fmla="*/ 21791 h 36288"/>
                  <a:gd name="connsiteX6" fmla="*/ 39046 w 44580"/>
                  <a:gd name="connsiteY6" fmla="*/ 35810 h 36288"/>
                  <a:gd name="connsiteX7" fmla="*/ 42434 w 44580"/>
                  <a:gd name="connsiteY7" fmla="*/ 28425 h 3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580" h="36288">
                    <a:moveTo>
                      <a:pt x="11915" y="14406"/>
                    </a:moveTo>
                    <a:lnTo>
                      <a:pt x="17727" y="1748"/>
                    </a:lnTo>
                    <a:lnTo>
                      <a:pt x="12879" y="-478"/>
                    </a:lnTo>
                    <a:lnTo>
                      <a:pt x="-2147" y="32238"/>
                    </a:lnTo>
                    <a:lnTo>
                      <a:pt x="2701" y="34464"/>
                    </a:lnTo>
                    <a:lnTo>
                      <a:pt x="8527" y="21791"/>
                    </a:lnTo>
                    <a:lnTo>
                      <a:pt x="39046" y="35810"/>
                    </a:lnTo>
                    <a:lnTo>
                      <a:pt x="42434" y="28425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5A9FE170-A3AD-40C2-8C13-D7952C5E54E4}"/>
                  </a:ext>
                </a:extLst>
              </p:cNvPr>
              <p:cNvSpPr/>
              <p:nvPr/>
            </p:nvSpPr>
            <p:spPr>
              <a:xfrm>
                <a:off x="2295011" y="-1292986"/>
                <a:ext cx="45054" cy="42446"/>
              </a:xfrm>
              <a:custGeom>
                <a:avLst/>
                <a:gdLst>
                  <a:gd name="connsiteX0" fmla="*/ 24928 w 45054"/>
                  <a:gd name="connsiteY0" fmla="*/ 42102 h 42446"/>
                  <a:gd name="connsiteX1" fmla="*/ 31250 w 45054"/>
                  <a:gd name="connsiteY1" fmla="*/ 41592 h 42446"/>
                  <a:gd name="connsiteX2" fmla="*/ 39755 w 45054"/>
                  <a:gd name="connsiteY2" fmla="*/ 34306 h 42446"/>
                  <a:gd name="connsiteX3" fmla="*/ 42888 w 45054"/>
                  <a:gd name="connsiteY3" fmla="*/ 24384 h 42446"/>
                  <a:gd name="connsiteX4" fmla="*/ 40875 w 45054"/>
                  <a:gd name="connsiteY4" fmla="*/ 18543 h 42446"/>
                  <a:gd name="connsiteX5" fmla="*/ 34609 w 45054"/>
                  <a:gd name="connsiteY5" fmla="*/ 13143 h 42446"/>
                  <a:gd name="connsiteX6" fmla="*/ 14764 w 45054"/>
                  <a:gd name="connsiteY6" fmla="*/ -111 h 42446"/>
                  <a:gd name="connsiteX7" fmla="*/ 10852 w 45054"/>
                  <a:gd name="connsiteY7" fmla="*/ 5758 h 42446"/>
                  <a:gd name="connsiteX8" fmla="*/ 31193 w 45054"/>
                  <a:gd name="connsiteY8" fmla="*/ 19295 h 42446"/>
                  <a:gd name="connsiteX9" fmla="*/ 36622 w 45054"/>
                  <a:gd name="connsiteY9" fmla="*/ 25050 h 42446"/>
                  <a:gd name="connsiteX10" fmla="*/ 35432 w 45054"/>
                  <a:gd name="connsiteY10" fmla="*/ 31159 h 42446"/>
                  <a:gd name="connsiteX11" fmla="*/ 30002 w 45054"/>
                  <a:gd name="connsiteY11" fmla="*/ 34774 h 42446"/>
                  <a:gd name="connsiteX12" fmla="*/ 22178 w 45054"/>
                  <a:gd name="connsiteY12" fmla="*/ 31811 h 42446"/>
                  <a:gd name="connsiteX13" fmla="*/ 2333 w 45054"/>
                  <a:gd name="connsiteY13" fmla="*/ 18586 h 42446"/>
                  <a:gd name="connsiteX14" fmla="*/ -2161 w 45054"/>
                  <a:gd name="connsiteY14" fmla="*/ 25333 h 42446"/>
                  <a:gd name="connsiteX15" fmla="*/ 17684 w 45054"/>
                  <a:gd name="connsiteY15" fmla="*/ 38530 h 42446"/>
                  <a:gd name="connsiteX16" fmla="*/ 24928 w 45054"/>
                  <a:gd name="connsiteY16" fmla="*/ 42102 h 42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054" h="42446">
                    <a:moveTo>
                      <a:pt x="24928" y="42102"/>
                    </a:moveTo>
                    <a:cubicBezTo>
                      <a:pt x="27040" y="42538"/>
                      <a:pt x="29237" y="42360"/>
                      <a:pt x="31250" y="41592"/>
                    </a:cubicBezTo>
                    <a:cubicBezTo>
                      <a:pt x="34808" y="40159"/>
                      <a:pt x="37799" y="37600"/>
                      <a:pt x="39755" y="34306"/>
                    </a:cubicBezTo>
                    <a:cubicBezTo>
                      <a:pt x="41881" y="31446"/>
                      <a:pt x="42987" y="27949"/>
                      <a:pt x="42888" y="24384"/>
                    </a:cubicBezTo>
                    <a:cubicBezTo>
                      <a:pt x="42803" y="22281"/>
                      <a:pt x="42108" y="20250"/>
                      <a:pt x="40875" y="18543"/>
                    </a:cubicBezTo>
                    <a:cubicBezTo>
                      <a:pt x="39089" y="16413"/>
                      <a:pt x="36976" y="14589"/>
                      <a:pt x="34609" y="13143"/>
                    </a:cubicBezTo>
                    <a:lnTo>
                      <a:pt x="14764" y="-111"/>
                    </a:lnTo>
                    <a:lnTo>
                      <a:pt x="10852" y="5758"/>
                    </a:lnTo>
                    <a:lnTo>
                      <a:pt x="31193" y="19295"/>
                    </a:lnTo>
                    <a:cubicBezTo>
                      <a:pt x="34141" y="21261"/>
                      <a:pt x="35956" y="23179"/>
                      <a:pt x="36622" y="25050"/>
                    </a:cubicBezTo>
                    <a:cubicBezTo>
                      <a:pt x="37260" y="27158"/>
                      <a:pt x="36821" y="29447"/>
                      <a:pt x="35432" y="31159"/>
                    </a:cubicBezTo>
                    <a:cubicBezTo>
                      <a:pt x="34340" y="33191"/>
                      <a:pt x="32299" y="34544"/>
                      <a:pt x="30002" y="34774"/>
                    </a:cubicBezTo>
                    <a:cubicBezTo>
                      <a:pt x="27919" y="34887"/>
                      <a:pt x="25310" y="33899"/>
                      <a:pt x="22178" y="31811"/>
                    </a:cubicBezTo>
                    <a:lnTo>
                      <a:pt x="2333" y="18586"/>
                    </a:lnTo>
                    <a:lnTo>
                      <a:pt x="-2161" y="25333"/>
                    </a:lnTo>
                    <a:lnTo>
                      <a:pt x="17684" y="38530"/>
                    </a:lnTo>
                    <a:cubicBezTo>
                      <a:pt x="19867" y="40145"/>
                      <a:pt x="22320" y="41354"/>
                      <a:pt x="24928" y="4210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237211EB-E3A9-4D47-93ED-B0DF007AA3F8}"/>
                  </a:ext>
                </a:extLst>
              </p:cNvPr>
              <p:cNvSpPr/>
              <p:nvPr/>
            </p:nvSpPr>
            <p:spPr>
              <a:xfrm>
                <a:off x="2322113" y="-1332832"/>
                <a:ext cx="43602" cy="42595"/>
              </a:xfrm>
              <a:custGeom>
                <a:avLst/>
                <a:gdLst>
                  <a:gd name="connsiteX0" fmla="*/ 16691 w 43602"/>
                  <a:gd name="connsiteY0" fmla="*/ 13445 h 42595"/>
                  <a:gd name="connsiteX1" fmla="*/ 26131 w 43602"/>
                  <a:gd name="connsiteY1" fmla="*/ 3182 h 42595"/>
                  <a:gd name="connsiteX2" fmla="*/ 22191 w 43602"/>
                  <a:gd name="connsiteY2" fmla="*/ -433 h 42595"/>
                  <a:gd name="connsiteX3" fmla="*/ -2176 w 43602"/>
                  <a:gd name="connsiteY3" fmla="*/ 26075 h 42595"/>
                  <a:gd name="connsiteX4" fmla="*/ 1765 w 43602"/>
                  <a:gd name="connsiteY4" fmla="*/ 29689 h 42595"/>
                  <a:gd name="connsiteX5" fmla="*/ 11191 w 43602"/>
                  <a:gd name="connsiteY5" fmla="*/ 19427 h 42595"/>
                  <a:gd name="connsiteX6" fmla="*/ 35927 w 43602"/>
                  <a:gd name="connsiteY6" fmla="*/ 42163 h 42595"/>
                  <a:gd name="connsiteX7" fmla="*/ 41426 w 43602"/>
                  <a:gd name="connsiteY7" fmla="*/ 36167 h 42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602" h="42595">
                    <a:moveTo>
                      <a:pt x="16691" y="13445"/>
                    </a:moveTo>
                    <a:lnTo>
                      <a:pt x="26131" y="3182"/>
                    </a:lnTo>
                    <a:lnTo>
                      <a:pt x="22191" y="-433"/>
                    </a:lnTo>
                    <a:lnTo>
                      <a:pt x="-2176" y="26075"/>
                    </a:lnTo>
                    <a:lnTo>
                      <a:pt x="1765" y="29689"/>
                    </a:lnTo>
                    <a:lnTo>
                      <a:pt x="11191" y="19427"/>
                    </a:lnTo>
                    <a:lnTo>
                      <a:pt x="35927" y="42163"/>
                    </a:lnTo>
                    <a:lnTo>
                      <a:pt x="41426" y="3616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7A3B8E4B-D656-4FF5-A82B-85DA695B548D}"/>
                  </a:ext>
                </a:extLst>
              </p:cNvPr>
              <p:cNvSpPr/>
              <p:nvPr/>
            </p:nvSpPr>
            <p:spPr>
              <a:xfrm>
                <a:off x="2359110" y="-1359439"/>
                <a:ext cx="44410" cy="45544"/>
              </a:xfrm>
              <a:custGeom>
                <a:avLst/>
                <a:gdLst>
                  <a:gd name="connsiteX0" fmla="*/ 22395 w 44410"/>
                  <a:gd name="connsiteY0" fmla="*/ 45126 h 45544"/>
                  <a:gd name="connsiteX1" fmla="*/ 42212 w 44410"/>
                  <a:gd name="connsiteY1" fmla="*/ 28981 h 45544"/>
                  <a:gd name="connsiteX2" fmla="*/ 38711 w 44410"/>
                  <a:gd name="connsiteY2" fmla="*/ 24700 h 45544"/>
                  <a:gd name="connsiteX3" fmla="*/ 25174 w 44410"/>
                  <a:gd name="connsiteY3" fmla="*/ 35728 h 45544"/>
                  <a:gd name="connsiteX4" fmla="*/ 17604 w 44410"/>
                  <a:gd name="connsiteY4" fmla="*/ 26430 h 45544"/>
                  <a:gd name="connsiteX5" fmla="*/ 27910 w 44410"/>
                  <a:gd name="connsiteY5" fmla="*/ 18024 h 45544"/>
                  <a:gd name="connsiteX6" fmla="*/ 24621 w 44410"/>
                  <a:gd name="connsiteY6" fmla="*/ 13984 h 45544"/>
                  <a:gd name="connsiteX7" fmla="*/ 14316 w 44410"/>
                  <a:gd name="connsiteY7" fmla="*/ 22404 h 45544"/>
                  <a:gd name="connsiteX8" fmla="*/ 7441 w 44410"/>
                  <a:gd name="connsiteY8" fmla="*/ 13984 h 45544"/>
                  <a:gd name="connsiteX9" fmla="*/ 20028 w 44410"/>
                  <a:gd name="connsiteY9" fmla="*/ 3721 h 45544"/>
                  <a:gd name="connsiteX10" fmla="*/ 16655 w 44410"/>
                  <a:gd name="connsiteY10" fmla="*/ -418 h 45544"/>
                  <a:gd name="connsiteX11" fmla="*/ -2198 w 44410"/>
                  <a:gd name="connsiteY11" fmla="*/ 14962 h 45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410" h="45544">
                    <a:moveTo>
                      <a:pt x="22395" y="45126"/>
                    </a:moveTo>
                    <a:lnTo>
                      <a:pt x="42212" y="28981"/>
                    </a:lnTo>
                    <a:lnTo>
                      <a:pt x="38711" y="24700"/>
                    </a:lnTo>
                    <a:lnTo>
                      <a:pt x="25174" y="35728"/>
                    </a:lnTo>
                    <a:lnTo>
                      <a:pt x="17604" y="26430"/>
                    </a:lnTo>
                    <a:lnTo>
                      <a:pt x="27910" y="18024"/>
                    </a:lnTo>
                    <a:lnTo>
                      <a:pt x="24621" y="13984"/>
                    </a:lnTo>
                    <a:lnTo>
                      <a:pt x="14316" y="22404"/>
                    </a:lnTo>
                    <a:lnTo>
                      <a:pt x="7441" y="13984"/>
                    </a:lnTo>
                    <a:lnTo>
                      <a:pt x="20028" y="3721"/>
                    </a:lnTo>
                    <a:lnTo>
                      <a:pt x="16655" y="-418"/>
                    </a:lnTo>
                    <a:lnTo>
                      <a:pt x="-2198" y="14962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2E0C6C9C-D455-4EAA-97E5-F5619EA30A48}"/>
                  </a:ext>
                </a:extLst>
              </p:cNvPr>
              <p:cNvSpPr/>
              <p:nvPr/>
            </p:nvSpPr>
            <p:spPr>
              <a:xfrm>
                <a:off x="2417880" y="-1395812"/>
                <a:ext cx="29356" cy="45756"/>
              </a:xfrm>
              <a:custGeom>
                <a:avLst/>
                <a:gdLst>
                  <a:gd name="connsiteX0" fmla="*/ -2228 w 29356"/>
                  <a:gd name="connsiteY0" fmla="*/ 10518 h 45756"/>
                  <a:gd name="connsiteX1" fmla="*/ 15122 w 29356"/>
                  <a:gd name="connsiteY1" fmla="*/ 45360 h 45756"/>
                  <a:gd name="connsiteX2" fmla="*/ 22380 w 29356"/>
                  <a:gd name="connsiteY2" fmla="*/ 41746 h 45756"/>
                  <a:gd name="connsiteX3" fmla="*/ 15065 w 29356"/>
                  <a:gd name="connsiteY3" fmla="*/ 27089 h 45756"/>
                  <a:gd name="connsiteX4" fmla="*/ 27128 w 29356"/>
                  <a:gd name="connsiteY4" fmla="*/ 21079 h 45756"/>
                  <a:gd name="connsiteX5" fmla="*/ 24733 w 29356"/>
                  <a:gd name="connsiteY5" fmla="*/ 16273 h 45756"/>
                  <a:gd name="connsiteX6" fmla="*/ 12684 w 29356"/>
                  <a:gd name="connsiteY6" fmla="*/ 22283 h 45756"/>
                  <a:gd name="connsiteX7" fmla="*/ 7397 w 29356"/>
                  <a:gd name="connsiteY7" fmla="*/ 11695 h 45756"/>
                  <a:gd name="connsiteX8" fmla="*/ 22068 w 29356"/>
                  <a:gd name="connsiteY8" fmla="*/ 4380 h 45756"/>
                  <a:gd name="connsiteX9" fmla="*/ 19686 w 29356"/>
                  <a:gd name="connsiteY9" fmla="*/ -397 h 45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356" h="45756">
                    <a:moveTo>
                      <a:pt x="-2228" y="10518"/>
                    </a:moveTo>
                    <a:lnTo>
                      <a:pt x="15122" y="45360"/>
                    </a:lnTo>
                    <a:lnTo>
                      <a:pt x="22380" y="41746"/>
                    </a:lnTo>
                    <a:lnTo>
                      <a:pt x="15065" y="27089"/>
                    </a:lnTo>
                    <a:lnTo>
                      <a:pt x="27128" y="21079"/>
                    </a:lnTo>
                    <a:lnTo>
                      <a:pt x="24733" y="16273"/>
                    </a:lnTo>
                    <a:lnTo>
                      <a:pt x="12684" y="22283"/>
                    </a:lnTo>
                    <a:lnTo>
                      <a:pt x="7397" y="11695"/>
                    </a:lnTo>
                    <a:lnTo>
                      <a:pt x="22068" y="4380"/>
                    </a:lnTo>
                    <a:lnTo>
                      <a:pt x="19686" y="-39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5841F1D9-4842-449E-8DE3-C6162877B551}"/>
                  </a:ext>
                </a:extLst>
              </p:cNvPr>
              <p:cNvSpPr/>
              <p:nvPr/>
            </p:nvSpPr>
            <p:spPr>
              <a:xfrm>
                <a:off x="2458753" y="-1410185"/>
                <a:ext cx="40209" cy="41350"/>
              </a:xfrm>
              <a:custGeom>
                <a:avLst/>
                <a:gdLst>
                  <a:gd name="connsiteX0" fmla="*/ 8596 w 40209"/>
                  <a:gd name="connsiteY0" fmla="*/ 39138 h 41350"/>
                  <a:gd name="connsiteX1" fmla="*/ 23791 w 40209"/>
                  <a:gd name="connsiteY1" fmla="*/ 40159 h 41350"/>
                  <a:gd name="connsiteX2" fmla="*/ 36081 w 40209"/>
                  <a:gd name="connsiteY2" fmla="*/ 30491 h 41350"/>
                  <a:gd name="connsiteX3" fmla="*/ 36634 w 40209"/>
                  <a:gd name="connsiteY3" fmla="*/ 14559 h 41350"/>
                  <a:gd name="connsiteX4" fmla="*/ 27052 w 40209"/>
                  <a:gd name="connsiteY4" fmla="*/ 2042 h 41350"/>
                  <a:gd name="connsiteX5" fmla="*/ 11686 w 40209"/>
                  <a:gd name="connsiteY5" fmla="*/ 1121 h 41350"/>
                  <a:gd name="connsiteX6" fmla="*/ -391 w 40209"/>
                  <a:gd name="connsiteY6" fmla="*/ 10746 h 41350"/>
                  <a:gd name="connsiteX7" fmla="*/ -958 w 40209"/>
                  <a:gd name="connsiteY7" fmla="*/ 26579 h 41350"/>
                  <a:gd name="connsiteX8" fmla="*/ 8596 w 40209"/>
                  <a:gd name="connsiteY8" fmla="*/ 39138 h 41350"/>
                  <a:gd name="connsiteX9" fmla="*/ 6852 w 40209"/>
                  <a:gd name="connsiteY9" fmla="*/ 12574 h 41350"/>
                  <a:gd name="connsiteX10" fmla="*/ 19539 w 40209"/>
                  <a:gd name="connsiteY10" fmla="*/ 6268 h 41350"/>
                  <a:gd name="connsiteX11" fmla="*/ 22275 w 40209"/>
                  <a:gd name="connsiteY11" fmla="*/ 7684 h 41350"/>
                  <a:gd name="connsiteX12" fmla="*/ 28483 w 40209"/>
                  <a:gd name="connsiteY12" fmla="*/ 17138 h 41350"/>
                  <a:gd name="connsiteX13" fmla="*/ 28937 w 40209"/>
                  <a:gd name="connsiteY13" fmla="*/ 28620 h 41350"/>
                  <a:gd name="connsiteX14" fmla="*/ 22317 w 40209"/>
                  <a:gd name="connsiteY14" fmla="*/ 35013 h 41350"/>
                  <a:gd name="connsiteX15" fmla="*/ 13472 w 40209"/>
                  <a:gd name="connsiteY15" fmla="*/ 33468 h 41350"/>
                  <a:gd name="connsiteX16" fmla="*/ 7263 w 40209"/>
                  <a:gd name="connsiteY16" fmla="*/ 23942 h 41350"/>
                  <a:gd name="connsiteX17" fmla="*/ 6852 w 40209"/>
                  <a:gd name="connsiteY17" fmla="*/ 12574 h 4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0209" h="41350">
                    <a:moveTo>
                      <a:pt x="8596" y="39138"/>
                    </a:moveTo>
                    <a:cubicBezTo>
                      <a:pt x="13288" y="41621"/>
                      <a:pt x="18816" y="41992"/>
                      <a:pt x="23791" y="40159"/>
                    </a:cubicBezTo>
                    <a:cubicBezTo>
                      <a:pt x="29703" y="38288"/>
                      <a:pt x="33785" y="35056"/>
                      <a:pt x="36081" y="30491"/>
                    </a:cubicBezTo>
                    <a:cubicBezTo>
                      <a:pt x="38378" y="25927"/>
                      <a:pt x="38562" y="20569"/>
                      <a:pt x="36634" y="14559"/>
                    </a:cubicBezTo>
                    <a:cubicBezTo>
                      <a:pt x="34706" y="8548"/>
                      <a:pt x="31559" y="4466"/>
                      <a:pt x="27052" y="2042"/>
                    </a:cubicBezTo>
                    <a:cubicBezTo>
                      <a:pt x="22544" y="-382"/>
                      <a:pt x="17413" y="-694"/>
                      <a:pt x="11686" y="1121"/>
                    </a:cubicBezTo>
                    <a:cubicBezTo>
                      <a:pt x="5959" y="2935"/>
                      <a:pt x="1891" y="6167"/>
                      <a:pt x="-391" y="10746"/>
                    </a:cubicBezTo>
                    <a:cubicBezTo>
                      <a:pt x="-2673" y="15324"/>
                      <a:pt x="-2858" y="20668"/>
                      <a:pt x="-958" y="26579"/>
                    </a:cubicBezTo>
                    <a:cubicBezTo>
                      <a:pt x="941" y="32490"/>
                      <a:pt x="4102" y="36657"/>
                      <a:pt x="8596" y="39138"/>
                    </a:cubicBezTo>
                    <a:close/>
                    <a:moveTo>
                      <a:pt x="6852" y="12574"/>
                    </a:moveTo>
                    <a:cubicBezTo>
                      <a:pt x="8610" y="7328"/>
                      <a:pt x="14294" y="4505"/>
                      <a:pt x="19539" y="6268"/>
                    </a:cubicBezTo>
                    <a:cubicBezTo>
                      <a:pt x="20517" y="6597"/>
                      <a:pt x="21438" y="7074"/>
                      <a:pt x="22275" y="7684"/>
                    </a:cubicBezTo>
                    <a:cubicBezTo>
                      <a:pt x="25322" y="10077"/>
                      <a:pt x="27491" y="13396"/>
                      <a:pt x="28483" y="17138"/>
                    </a:cubicBezTo>
                    <a:cubicBezTo>
                      <a:pt x="29873" y="20817"/>
                      <a:pt x="30029" y="24844"/>
                      <a:pt x="28937" y="28620"/>
                    </a:cubicBezTo>
                    <a:cubicBezTo>
                      <a:pt x="27945" y="31724"/>
                      <a:pt x="25450" y="34123"/>
                      <a:pt x="22317" y="35013"/>
                    </a:cubicBezTo>
                    <a:cubicBezTo>
                      <a:pt x="19298" y="36031"/>
                      <a:pt x="15967" y="35449"/>
                      <a:pt x="13472" y="33468"/>
                    </a:cubicBezTo>
                    <a:cubicBezTo>
                      <a:pt x="10424" y="31044"/>
                      <a:pt x="8256" y="27703"/>
                      <a:pt x="7263" y="23942"/>
                    </a:cubicBezTo>
                    <a:cubicBezTo>
                      <a:pt x="5903" y="20297"/>
                      <a:pt x="5761" y="16309"/>
                      <a:pt x="6852" y="125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9E323C5D-41F8-485B-8696-A533C45FC082}"/>
                  </a:ext>
                </a:extLst>
              </p:cNvPr>
              <p:cNvSpPr/>
              <p:nvPr/>
            </p:nvSpPr>
            <p:spPr>
              <a:xfrm>
                <a:off x="2510570" y="-1420163"/>
                <a:ext cx="36812" cy="40850"/>
              </a:xfrm>
              <a:custGeom>
                <a:avLst/>
                <a:gdLst>
                  <a:gd name="connsiteX0" fmla="*/ 19346 w 36812"/>
                  <a:gd name="connsiteY0" fmla="*/ 20148 h 40850"/>
                  <a:gd name="connsiteX1" fmla="*/ 24194 w 36812"/>
                  <a:gd name="connsiteY1" fmla="*/ 14874 h 40850"/>
                  <a:gd name="connsiteX2" fmla="*/ 25243 w 36812"/>
                  <a:gd name="connsiteY2" fmla="*/ 8085 h 40850"/>
                  <a:gd name="connsiteX3" fmla="*/ 12146 w 36812"/>
                  <a:gd name="connsiteY3" fmla="*/ 217 h 40850"/>
                  <a:gd name="connsiteX4" fmla="*/ -2285 w 36812"/>
                  <a:gd name="connsiteY4" fmla="*/ 2273 h 40850"/>
                  <a:gd name="connsiteX5" fmla="*/ 3201 w 36812"/>
                  <a:gd name="connsiteY5" fmla="*/ 40815 h 40850"/>
                  <a:gd name="connsiteX6" fmla="*/ 10756 w 36812"/>
                  <a:gd name="connsiteY6" fmla="*/ 39737 h 40850"/>
                  <a:gd name="connsiteX7" fmla="*/ 8502 w 36812"/>
                  <a:gd name="connsiteY7" fmla="*/ 23975 h 40850"/>
                  <a:gd name="connsiteX8" fmla="*/ 12925 w 36812"/>
                  <a:gd name="connsiteY8" fmla="*/ 23351 h 40850"/>
                  <a:gd name="connsiteX9" fmla="*/ 24761 w 36812"/>
                  <a:gd name="connsiteY9" fmla="*/ 37710 h 40850"/>
                  <a:gd name="connsiteX10" fmla="*/ 34528 w 36812"/>
                  <a:gd name="connsiteY10" fmla="*/ 36293 h 40850"/>
                  <a:gd name="connsiteX11" fmla="*/ 9622 w 36812"/>
                  <a:gd name="connsiteY11" fmla="*/ 18432 h 40850"/>
                  <a:gd name="connsiteX12" fmla="*/ 7765 w 36812"/>
                  <a:gd name="connsiteY12" fmla="*/ 18702 h 40850"/>
                  <a:gd name="connsiteX13" fmla="*/ 6036 w 36812"/>
                  <a:gd name="connsiteY13" fmla="*/ 6525 h 40850"/>
                  <a:gd name="connsiteX14" fmla="*/ 8871 w 36812"/>
                  <a:gd name="connsiteY14" fmla="*/ 6128 h 40850"/>
                  <a:gd name="connsiteX15" fmla="*/ 17376 w 36812"/>
                  <a:gd name="connsiteY15" fmla="*/ 10168 h 40850"/>
                  <a:gd name="connsiteX16" fmla="*/ 9622 w 36812"/>
                  <a:gd name="connsiteY16" fmla="*/ 18432 h 40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812" h="40850">
                    <a:moveTo>
                      <a:pt x="19346" y="20148"/>
                    </a:moveTo>
                    <a:cubicBezTo>
                      <a:pt x="21430" y="18883"/>
                      <a:pt x="23103" y="17055"/>
                      <a:pt x="24194" y="14874"/>
                    </a:cubicBezTo>
                    <a:cubicBezTo>
                      <a:pt x="25243" y="12774"/>
                      <a:pt x="25598" y="10402"/>
                      <a:pt x="25243" y="8085"/>
                    </a:cubicBezTo>
                    <a:cubicBezTo>
                      <a:pt x="24293" y="1715"/>
                      <a:pt x="19928" y="-907"/>
                      <a:pt x="12146" y="217"/>
                    </a:cubicBezTo>
                    <a:lnTo>
                      <a:pt x="-2285" y="2273"/>
                    </a:lnTo>
                    <a:lnTo>
                      <a:pt x="3201" y="40815"/>
                    </a:lnTo>
                    <a:lnTo>
                      <a:pt x="10756" y="39737"/>
                    </a:lnTo>
                    <a:lnTo>
                      <a:pt x="8502" y="23975"/>
                    </a:lnTo>
                    <a:lnTo>
                      <a:pt x="12925" y="23351"/>
                    </a:lnTo>
                    <a:lnTo>
                      <a:pt x="24761" y="37710"/>
                    </a:lnTo>
                    <a:lnTo>
                      <a:pt x="34528" y="36293"/>
                    </a:lnTo>
                    <a:close/>
                    <a:moveTo>
                      <a:pt x="9622" y="18432"/>
                    </a:moveTo>
                    <a:lnTo>
                      <a:pt x="7765" y="18702"/>
                    </a:lnTo>
                    <a:lnTo>
                      <a:pt x="6036" y="6525"/>
                    </a:lnTo>
                    <a:lnTo>
                      <a:pt x="8871" y="6128"/>
                    </a:lnTo>
                    <a:cubicBezTo>
                      <a:pt x="14059" y="5391"/>
                      <a:pt x="16894" y="6738"/>
                      <a:pt x="17376" y="10168"/>
                    </a:cubicBezTo>
                    <a:cubicBezTo>
                      <a:pt x="18014" y="14846"/>
                      <a:pt x="15434" y="17601"/>
                      <a:pt x="9622" y="18432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3048F5A0-C6A5-43B5-AA7E-1CEDD1EDF454}"/>
                  </a:ext>
                </a:extLst>
              </p:cNvPr>
              <p:cNvSpPr/>
              <p:nvPr/>
            </p:nvSpPr>
            <p:spPr>
              <a:xfrm>
                <a:off x="2579064" y="-1421837"/>
                <a:ext cx="38201" cy="41050"/>
              </a:xfrm>
              <a:custGeom>
                <a:avLst/>
                <a:gdLst>
                  <a:gd name="connsiteX0" fmla="*/ 16612 w 38201"/>
                  <a:gd name="connsiteY0" fmla="*/ -35 h 41050"/>
                  <a:gd name="connsiteX1" fmla="*/ -2326 w 38201"/>
                  <a:gd name="connsiteY1" fmla="*/ 37189 h 41050"/>
                  <a:gd name="connsiteX2" fmla="*/ 3529 w 38201"/>
                  <a:gd name="connsiteY2" fmla="*/ 37770 h 41050"/>
                  <a:gd name="connsiteX3" fmla="*/ 8589 w 38201"/>
                  <a:gd name="connsiteY3" fmla="*/ 27848 h 41050"/>
                  <a:gd name="connsiteX4" fmla="*/ 24607 w 38201"/>
                  <a:gd name="connsiteY4" fmla="*/ 29449 h 41050"/>
                  <a:gd name="connsiteX5" fmla="*/ 27612 w 38201"/>
                  <a:gd name="connsiteY5" fmla="*/ 40180 h 41050"/>
                  <a:gd name="connsiteX6" fmla="*/ 35876 w 38201"/>
                  <a:gd name="connsiteY6" fmla="*/ 41016 h 41050"/>
                  <a:gd name="connsiteX7" fmla="*/ 24678 w 38201"/>
                  <a:gd name="connsiteY7" fmla="*/ 773 h 41050"/>
                  <a:gd name="connsiteX8" fmla="*/ 11098 w 38201"/>
                  <a:gd name="connsiteY8" fmla="*/ 22886 h 41050"/>
                  <a:gd name="connsiteX9" fmla="*/ 18668 w 38201"/>
                  <a:gd name="connsiteY9" fmla="*/ 8045 h 41050"/>
                  <a:gd name="connsiteX10" fmla="*/ 23133 w 38201"/>
                  <a:gd name="connsiteY10" fmla="*/ 24091 h 4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201" h="41050">
                    <a:moveTo>
                      <a:pt x="16612" y="-35"/>
                    </a:moveTo>
                    <a:lnTo>
                      <a:pt x="-2326" y="37189"/>
                    </a:lnTo>
                    <a:lnTo>
                      <a:pt x="3529" y="37770"/>
                    </a:lnTo>
                    <a:lnTo>
                      <a:pt x="8589" y="27848"/>
                    </a:lnTo>
                    <a:lnTo>
                      <a:pt x="24607" y="29449"/>
                    </a:lnTo>
                    <a:lnTo>
                      <a:pt x="27612" y="40180"/>
                    </a:lnTo>
                    <a:lnTo>
                      <a:pt x="35876" y="41016"/>
                    </a:lnTo>
                    <a:lnTo>
                      <a:pt x="24678" y="773"/>
                    </a:lnTo>
                    <a:close/>
                    <a:moveTo>
                      <a:pt x="11098" y="22886"/>
                    </a:moveTo>
                    <a:lnTo>
                      <a:pt x="18668" y="8045"/>
                    </a:lnTo>
                    <a:lnTo>
                      <a:pt x="23133" y="2409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7CDA2EC2-B77D-42FD-ABEF-11638D91E175}"/>
                  </a:ext>
                </a:extLst>
              </p:cNvPr>
              <p:cNvSpPr/>
              <p:nvPr/>
            </p:nvSpPr>
            <p:spPr>
              <a:xfrm rot="-4628399">
                <a:off x="2617345" y="-1400138"/>
                <a:ext cx="38924" cy="8093"/>
              </a:xfrm>
              <a:custGeom>
                <a:avLst/>
                <a:gdLst>
                  <a:gd name="connsiteX0" fmla="*/ -2348 w 38924"/>
                  <a:gd name="connsiteY0" fmla="*/ -38 h 8093"/>
                  <a:gd name="connsiteX1" fmla="*/ 36576 w 38924"/>
                  <a:gd name="connsiteY1" fmla="*/ -38 h 8093"/>
                  <a:gd name="connsiteX2" fmla="*/ 36576 w 38924"/>
                  <a:gd name="connsiteY2" fmla="*/ 8056 h 8093"/>
                  <a:gd name="connsiteX3" fmla="*/ -2348 w 38924"/>
                  <a:gd name="connsiteY3" fmla="*/ 8056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48" y="-38"/>
                    </a:moveTo>
                    <a:lnTo>
                      <a:pt x="36576" y="-38"/>
                    </a:lnTo>
                    <a:lnTo>
                      <a:pt x="36576" y="8056"/>
                    </a:lnTo>
                    <a:lnTo>
                      <a:pt x="-2348" y="805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65FB6482-B6D4-49A1-B5EF-55B6A9380D53}"/>
                  </a:ext>
                </a:extLst>
              </p:cNvPr>
              <p:cNvSpPr/>
              <p:nvPr/>
            </p:nvSpPr>
            <p:spPr>
              <a:xfrm rot="-4019400">
                <a:off x="2667650" y="-1383872"/>
                <a:ext cx="38924" cy="8093"/>
              </a:xfrm>
              <a:custGeom>
                <a:avLst/>
                <a:gdLst>
                  <a:gd name="connsiteX0" fmla="*/ -2378 w 38924"/>
                  <a:gd name="connsiteY0" fmla="*/ -47 h 8093"/>
                  <a:gd name="connsiteX1" fmla="*/ 36547 w 38924"/>
                  <a:gd name="connsiteY1" fmla="*/ -47 h 8093"/>
                  <a:gd name="connsiteX2" fmla="*/ 36547 w 38924"/>
                  <a:gd name="connsiteY2" fmla="*/ 8047 h 8093"/>
                  <a:gd name="connsiteX3" fmla="*/ -2378 w 38924"/>
                  <a:gd name="connsiteY3" fmla="*/ 8047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378" y="-47"/>
                    </a:moveTo>
                    <a:lnTo>
                      <a:pt x="36547" y="-47"/>
                    </a:lnTo>
                    <a:lnTo>
                      <a:pt x="36547" y="8047"/>
                    </a:lnTo>
                    <a:lnTo>
                      <a:pt x="-2378" y="8047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87DB0C2F-05E2-4989-8E26-523E18F20D1D}"/>
                  </a:ext>
                </a:extLst>
              </p:cNvPr>
              <p:cNvSpPr/>
              <p:nvPr/>
            </p:nvSpPr>
            <p:spPr>
              <a:xfrm>
                <a:off x="2697851" y="-1387434"/>
                <a:ext cx="46990" cy="49584"/>
              </a:xfrm>
              <a:custGeom>
                <a:avLst/>
                <a:gdLst>
                  <a:gd name="connsiteX0" fmla="*/ -2398 w 46990"/>
                  <a:gd name="connsiteY0" fmla="*/ 33192 h 49584"/>
                  <a:gd name="connsiteX1" fmla="*/ 3201 w 46990"/>
                  <a:gd name="connsiteY1" fmla="*/ 36481 h 49584"/>
                  <a:gd name="connsiteX2" fmla="*/ 16639 w 46990"/>
                  <a:gd name="connsiteY2" fmla="*/ 13531 h 49584"/>
                  <a:gd name="connsiteX3" fmla="*/ 18666 w 46990"/>
                  <a:gd name="connsiteY3" fmla="*/ 45524 h 49584"/>
                  <a:gd name="connsiteX4" fmla="*/ 24931 w 46990"/>
                  <a:gd name="connsiteY4" fmla="*/ 49182 h 49584"/>
                  <a:gd name="connsiteX5" fmla="*/ 44592 w 46990"/>
                  <a:gd name="connsiteY5" fmla="*/ 15587 h 49584"/>
                  <a:gd name="connsiteX6" fmla="*/ 38979 w 46990"/>
                  <a:gd name="connsiteY6" fmla="*/ 12312 h 49584"/>
                  <a:gd name="connsiteX7" fmla="*/ 25555 w 46990"/>
                  <a:gd name="connsiteY7" fmla="*/ 35262 h 49584"/>
                  <a:gd name="connsiteX8" fmla="*/ 23415 w 46990"/>
                  <a:gd name="connsiteY8" fmla="*/ 3198 h 49584"/>
                  <a:gd name="connsiteX9" fmla="*/ 17263 w 46990"/>
                  <a:gd name="connsiteY9" fmla="*/ -403 h 49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90" h="49584">
                    <a:moveTo>
                      <a:pt x="-2398" y="33192"/>
                    </a:moveTo>
                    <a:lnTo>
                      <a:pt x="3201" y="36481"/>
                    </a:lnTo>
                    <a:lnTo>
                      <a:pt x="16639" y="13531"/>
                    </a:lnTo>
                    <a:lnTo>
                      <a:pt x="18666" y="45524"/>
                    </a:lnTo>
                    <a:lnTo>
                      <a:pt x="24931" y="49182"/>
                    </a:lnTo>
                    <a:lnTo>
                      <a:pt x="44592" y="15587"/>
                    </a:lnTo>
                    <a:lnTo>
                      <a:pt x="38979" y="12312"/>
                    </a:lnTo>
                    <a:lnTo>
                      <a:pt x="25555" y="35262"/>
                    </a:lnTo>
                    <a:lnTo>
                      <a:pt x="23415" y="3198"/>
                    </a:lnTo>
                    <a:lnTo>
                      <a:pt x="17263" y="-403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2AE8D283-E5E9-43E8-9D97-BAADD016ECD5}"/>
                  </a:ext>
                </a:extLst>
              </p:cNvPr>
              <p:cNvSpPr/>
              <p:nvPr/>
            </p:nvSpPr>
            <p:spPr>
              <a:xfrm>
                <a:off x="2756762" y="-1341082"/>
                <a:ext cx="55211" cy="55225"/>
              </a:xfrm>
              <a:custGeom>
                <a:avLst/>
                <a:gdLst>
                  <a:gd name="connsiteX0" fmla="*/ 40728 w 55211"/>
                  <a:gd name="connsiteY0" fmla="*/ 28882 h 55225"/>
                  <a:gd name="connsiteX1" fmla="*/ 19763 w 55211"/>
                  <a:gd name="connsiteY1" fmla="*/ 49450 h 55225"/>
                  <a:gd name="connsiteX2" fmla="*/ 24993 w 55211"/>
                  <a:gd name="connsiteY2" fmla="*/ 54794 h 55225"/>
                  <a:gd name="connsiteX3" fmla="*/ 52777 w 55211"/>
                  <a:gd name="connsiteY3" fmla="*/ 27536 h 55225"/>
                  <a:gd name="connsiteX4" fmla="*/ 46185 w 55211"/>
                  <a:gd name="connsiteY4" fmla="*/ 20817 h 55225"/>
                  <a:gd name="connsiteX5" fmla="*/ 19876 w 55211"/>
                  <a:gd name="connsiteY5" fmla="*/ 33092 h 55225"/>
                  <a:gd name="connsiteX6" fmla="*/ 32875 w 55211"/>
                  <a:gd name="connsiteY6" fmla="*/ 7237 h 55225"/>
                  <a:gd name="connsiteX7" fmla="*/ 25362 w 55211"/>
                  <a:gd name="connsiteY7" fmla="*/ -432 h 55225"/>
                  <a:gd name="connsiteX8" fmla="*/ -2435 w 55211"/>
                  <a:gd name="connsiteY8" fmla="*/ 26827 h 55225"/>
                  <a:gd name="connsiteX9" fmla="*/ 2030 w 55211"/>
                  <a:gd name="connsiteY9" fmla="*/ 31363 h 55225"/>
                  <a:gd name="connsiteX10" fmla="*/ 23278 w 55211"/>
                  <a:gd name="connsiteY10" fmla="*/ 10526 h 55225"/>
                  <a:gd name="connsiteX11" fmla="*/ 10408 w 55211"/>
                  <a:gd name="connsiteY11" fmla="*/ 36197 h 55225"/>
                  <a:gd name="connsiteX12" fmla="*/ 14972 w 55211"/>
                  <a:gd name="connsiteY12" fmla="*/ 40846 h 55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211" h="55225">
                    <a:moveTo>
                      <a:pt x="40728" y="28882"/>
                    </a:moveTo>
                    <a:lnTo>
                      <a:pt x="19763" y="49450"/>
                    </a:lnTo>
                    <a:lnTo>
                      <a:pt x="24993" y="54794"/>
                    </a:lnTo>
                    <a:lnTo>
                      <a:pt x="52777" y="27536"/>
                    </a:lnTo>
                    <a:lnTo>
                      <a:pt x="46185" y="20817"/>
                    </a:lnTo>
                    <a:lnTo>
                      <a:pt x="19876" y="33092"/>
                    </a:lnTo>
                    <a:lnTo>
                      <a:pt x="32875" y="7237"/>
                    </a:lnTo>
                    <a:lnTo>
                      <a:pt x="25362" y="-432"/>
                    </a:lnTo>
                    <a:lnTo>
                      <a:pt x="-2435" y="26827"/>
                    </a:lnTo>
                    <a:lnTo>
                      <a:pt x="2030" y="31363"/>
                    </a:lnTo>
                    <a:lnTo>
                      <a:pt x="23278" y="10526"/>
                    </a:lnTo>
                    <a:lnTo>
                      <a:pt x="10408" y="36197"/>
                    </a:lnTo>
                    <a:lnTo>
                      <a:pt x="14972" y="4084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A7C9EB31-6553-4E5A-B797-F190EFFFBBAD}"/>
                  </a:ext>
                </a:extLst>
              </p:cNvPr>
              <p:cNvSpPr/>
              <p:nvPr/>
            </p:nvSpPr>
            <p:spPr>
              <a:xfrm>
                <a:off x="2793391" y="-1296133"/>
                <a:ext cx="45827" cy="43290"/>
              </a:xfrm>
              <a:custGeom>
                <a:avLst/>
                <a:gdLst>
                  <a:gd name="connsiteX0" fmla="*/ -2454 w 45827"/>
                  <a:gd name="connsiteY0" fmla="*/ 21928 h 43290"/>
                  <a:gd name="connsiteX1" fmla="*/ 12246 w 45827"/>
                  <a:gd name="connsiteY1" fmla="*/ 42836 h 43290"/>
                  <a:gd name="connsiteX2" fmla="*/ 16753 w 45827"/>
                  <a:gd name="connsiteY2" fmla="*/ 39661 h 43290"/>
                  <a:gd name="connsiteX3" fmla="*/ 6718 w 45827"/>
                  <a:gd name="connsiteY3" fmla="*/ 25372 h 43290"/>
                  <a:gd name="connsiteX4" fmla="*/ 16527 w 45827"/>
                  <a:gd name="connsiteY4" fmla="*/ 18483 h 43290"/>
                  <a:gd name="connsiteX5" fmla="*/ 24181 w 45827"/>
                  <a:gd name="connsiteY5" fmla="*/ 29370 h 43290"/>
                  <a:gd name="connsiteX6" fmla="*/ 28448 w 45827"/>
                  <a:gd name="connsiteY6" fmla="*/ 26379 h 43290"/>
                  <a:gd name="connsiteX7" fmla="*/ 20793 w 45827"/>
                  <a:gd name="connsiteY7" fmla="*/ 15492 h 43290"/>
                  <a:gd name="connsiteX8" fmla="*/ 29681 w 45827"/>
                  <a:gd name="connsiteY8" fmla="*/ 9241 h 43290"/>
                  <a:gd name="connsiteX9" fmla="*/ 39008 w 45827"/>
                  <a:gd name="connsiteY9" fmla="*/ 22523 h 43290"/>
                  <a:gd name="connsiteX10" fmla="*/ 43374 w 45827"/>
                  <a:gd name="connsiteY10" fmla="*/ 19447 h 43290"/>
                  <a:gd name="connsiteX11" fmla="*/ 29384 w 45827"/>
                  <a:gd name="connsiteY11" fmla="*/ -454 h 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827" h="43290">
                    <a:moveTo>
                      <a:pt x="-2454" y="21928"/>
                    </a:moveTo>
                    <a:lnTo>
                      <a:pt x="12246" y="42836"/>
                    </a:lnTo>
                    <a:lnTo>
                      <a:pt x="16753" y="39661"/>
                    </a:lnTo>
                    <a:lnTo>
                      <a:pt x="6718" y="25372"/>
                    </a:lnTo>
                    <a:lnTo>
                      <a:pt x="16527" y="18483"/>
                    </a:lnTo>
                    <a:lnTo>
                      <a:pt x="24181" y="29370"/>
                    </a:lnTo>
                    <a:lnTo>
                      <a:pt x="28448" y="26379"/>
                    </a:lnTo>
                    <a:lnTo>
                      <a:pt x="20793" y="15492"/>
                    </a:lnTo>
                    <a:lnTo>
                      <a:pt x="29681" y="9241"/>
                    </a:lnTo>
                    <a:lnTo>
                      <a:pt x="39008" y="22523"/>
                    </a:lnTo>
                    <a:lnTo>
                      <a:pt x="43374" y="19447"/>
                    </a:lnTo>
                    <a:lnTo>
                      <a:pt x="29384" y="-454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62C34AB4-ED8C-41C6-8D5F-238E2A31A834}"/>
                  </a:ext>
                </a:extLst>
              </p:cNvPr>
              <p:cNvSpPr/>
              <p:nvPr/>
            </p:nvSpPr>
            <p:spPr>
              <a:xfrm>
                <a:off x="2814611" y="-1259420"/>
                <a:ext cx="44917" cy="42834"/>
              </a:xfrm>
              <a:custGeom>
                <a:avLst/>
                <a:gdLst>
                  <a:gd name="connsiteX0" fmla="*/ 4635 w 44917"/>
                  <a:gd name="connsiteY0" fmla="*/ 31494 h 42834"/>
                  <a:gd name="connsiteX1" fmla="*/ 15734 w 44917"/>
                  <a:gd name="connsiteY1" fmla="*/ 41941 h 42834"/>
                  <a:gd name="connsiteX2" fmla="*/ 31398 w 44917"/>
                  <a:gd name="connsiteY2" fmla="*/ 39900 h 42834"/>
                  <a:gd name="connsiteX3" fmla="*/ 41689 w 44917"/>
                  <a:gd name="connsiteY3" fmla="*/ 29453 h 42834"/>
                  <a:gd name="connsiteX4" fmla="*/ 39846 w 44917"/>
                  <a:gd name="connsiteY4" fmla="*/ 14895 h 42834"/>
                  <a:gd name="connsiteX5" fmla="*/ 32433 w 44917"/>
                  <a:gd name="connsiteY5" fmla="*/ -131 h 42834"/>
                  <a:gd name="connsiteX6" fmla="*/ -2466 w 44917"/>
                  <a:gd name="connsiteY6" fmla="*/ 17106 h 42834"/>
                  <a:gd name="connsiteX7" fmla="*/ 31228 w 44917"/>
                  <a:gd name="connsiteY7" fmla="*/ 9494 h 42834"/>
                  <a:gd name="connsiteX8" fmla="*/ 33397 w 44917"/>
                  <a:gd name="connsiteY8" fmla="*/ 13888 h 42834"/>
                  <a:gd name="connsiteX9" fmla="*/ 35679 w 44917"/>
                  <a:gd name="connsiteY9" fmla="*/ 20707 h 42834"/>
                  <a:gd name="connsiteX10" fmla="*/ 34375 w 44917"/>
                  <a:gd name="connsiteY10" fmla="*/ 26022 h 42834"/>
                  <a:gd name="connsiteX11" fmla="*/ 27174 w 44917"/>
                  <a:gd name="connsiteY11" fmla="*/ 32387 h 42834"/>
                  <a:gd name="connsiteX12" fmla="*/ 16146 w 44917"/>
                  <a:gd name="connsiteY12" fmla="*/ 34329 h 42834"/>
                  <a:gd name="connsiteX13" fmla="*/ 8746 w 44917"/>
                  <a:gd name="connsiteY13" fmla="*/ 27355 h 42834"/>
                  <a:gd name="connsiteX14" fmla="*/ 6067 w 44917"/>
                  <a:gd name="connsiteY14" fmla="*/ 21926 h 4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4917" h="42834">
                    <a:moveTo>
                      <a:pt x="4635" y="31494"/>
                    </a:moveTo>
                    <a:cubicBezTo>
                      <a:pt x="7343" y="36975"/>
                      <a:pt x="11042" y="40457"/>
                      <a:pt x="15734" y="41941"/>
                    </a:cubicBezTo>
                    <a:cubicBezTo>
                      <a:pt x="20426" y="43425"/>
                      <a:pt x="25657" y="42744"/>
                      <a:pt x="31398" y="39900"/>
                    </a:cubicBezTo>
                    <a:cubicBezTo>
                      <a:pt x="36813" y="37225"/>
                      <a:pt x="40243" y="33743"/>
                      <a:pt x="41689" y="29453"/>
                    </a:cubicBezTo>
                    <a:cubicBezTo>
                      <a:pt x="43135" y="25162"/>
                      <a:pt x="42525" y="20310"/>
                      <a:pt x="39846" y="14895"/>
                    </a:cubicBezTo>
                    <a:lnTo>
                      <a:pt x="32433" y="-131"/>
                    </a:lnTo>
                    <a:lnTo>
                      <a:pt x="-2466" y="17106"/>
                    </a:lnTo>
                    <a:close/>
                    <a:moveTo>
                      <a:pt x="31228" y="9494"/>
                    </a:moveTo>
                    <a:lnTo>
                      <a:pt x="33397" y="13888"/>
                    </a:lnTo>
                    <a:cubicBezTo>
                      <a:pt x="34559" y="16005"/>
                      <a:pt x="35339" y="18315"/>
                      <a:pt x="35679" y="20707"/>
                    </a:cubicBezTo>
                    <a:cubicBezTo>
                      <a:pt x="35792" y="22571"/>
                      <a:pt x="35339" y="24425"/>
                      <a:pt x="34375" y="26022"/>
                    </a:cubicBezTo>
                    <a:cubicBezTo>
                      <a:pt x="32674" y="28825"/>
                      <a:pt x="30165" y="31044"/>
                      <a:pt x="27174" y="32387"/>
                    </a:cubicBezTo>
                    <a:cubicBezTo>
                      <a:pt x="22865" y="34513"/>
                      <a:pt x="19193" y="35161"/>
                      <a:pt x="16146" y="34329"/>
                    </a:cubicBezTo>
                    <a:cubicBezTo>
                      <a:pt x="13098" y="33497"/>
                      <a:pt x="10632" y="31172"/>
                      <a:pt x="8746" y="27355"/>
                    </a:cubicBezTo>
                    <a:lnTo>
                      <a:pt x="6067" y="21926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31E715A8-F1EF-4882-BCBC-732A80B76B24}"/>
                  </a:ext>
                </a:extLst>
              </p:cNvPr>
              <p:cNvSpPr/>
              <p:nvPr/>
            </p:nvSpPr>
            <p:spPr>
              <a:xfrm rot="-1129199">
                <a:off x="2834757" y="-1204363"/>
                <a:ext cx="38924" cy="8093"/>
              </a:xfrm>
              <a:custGeom>
                <a:avLst/>
                <a:gdLst>
                  <a:gd name="connsiteX0" fmla="*/ -2476 w 38924"/>
                  <a:gd name="connsiteY0" fmla="*/ -153 h 8093"/>
                  <a:gd name="connsiteX1" fmla="*/ 36449 w 38924"/>
                  <a:gd name="connsiteY1" fmla="*/ -153 h 8093"/>
                  <a:gd name="connsiteX2" fmla="*/ 36449 w 38924"/>
                  <a:gd name="connsiteY2" fmla="*/ 7941 h 8093"/>
                  <a:gd name="connsiteX3" fmla="*/ -2476 w 38924"/>
                  <a:gd name="connsiteY3" fmla="*/ 7941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76" y="-153"/>
                    </a:moveTo>
                    <a:lnTo>
                      <a:pt x="36449" y="-153"/>
                    </a:lnTo>
                    <a:lnTo>
                      <a:pt x="36449" y="7941"/>
                    </a:lnTo>
                    <a:lnTo>
                      <a:pt x="-2476" y="7941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1216C657-58A1-4388-8C7E-7008BC16D45E}"/>
                  </a:ext>
                </a:extLst>
              </p:cNvPr>
              <p:cNvSpPr/>
              <p:nvPr/>
            </p:nvSpPr>
            <p:spPr>
              <a:xfrm>
                <a:off x="2844028" y="-1181680"/>
                <a:ext cx="41889" cy="37403"/>
              </a:xfrm>
              <a:custGeom>
                <a:avLst/>
                <a:gdLst>
                  <a:gd name="connsiteX0" fmla="*/ 13999 w 41889"/>
                  <a:gd name="connsiteY0" fmla="*/ 374 h 37403"/>
                  <a:gd name="connsiteX1" fmla="*/ 363 w 41889"/>
                  <a:gd name="connsiteY1" fmla="*/ 8666 h 37403"/>
                  <a:gd name="connsiteX2" fmla="*/ -1848 w 41889"/>
                  <a:gd name="connsiteY2" fmla="*/ 24472 h 37403"/>
                  <a:gd name="connsiteX3" fmla="*/ 3368 w 41889"/>
                  <a:gd name="connsiteY3" fmla="*/ 37229 h 37403"/>
                  <a:gd name="connsiteX4" fmla="*/ 9208 w 41889"/>
                  <a:gd name="connsiteY4" fmla="*/ 36010 h 37403"/>
                  <a:gd name="connsiteX5" fmla="*/ 4020 w 41889"/>
                  <a:gd name="connsiteY5" fmla="*/ 25280 h 37403"/>
                  <a:gd name="connsiteX6" fmla="*/ 5849 w 41889"/>
                  <a:gd name="connsiteY6" fmla="*/ 14705 h 37403"/>
                  <a:gd name="connsiteX7" fmla="*/ 15885 w 41889"/>
                  <a:gd name="connsiteY7" fmla="*/ 8950 h 37403"/>
                  <a:gd name="connsiteX8" fmla="*/ 27409 w 41889"/>
                  <a:gd name="connsiteY8" fmla="*/ 9956 h 37403"/>
                  <a:gd name="connsiteX9" fmla="*/ 33178 w 41889"/>
                  <a:gd name="connsiteY9" fmla="*/ 18461 h 37403"/>
                  <a:gd name="connsiteX10" fmla="*/ 33178 w 41889"/>
                  <a:gd name="connsiteY10" fmla="*/ 30666 h 37403"/>
                  <a:gd name="connsiteX11" fmla="*/ 39387 w 41889"/>
                  <a:gd name="connsiteY11" fmla="*/ 29376 h 37403"/>
                  <a:gd name="connsiteX12" fmla="*/ 38267 w 41889"/>
                  <a:gd name="connsiteY12" fmla="*/ 16690 h 37403"/>
                  <a:gd name="connsiteX13" fmla="*/ 29961 w 41889"/>
                  <a:gd name="connsiteY13" fmla="*/ 2741 h 37403"/>
                  <a:gd name="connsiteX14" fmla="*/ 13999 w 41889"/>
                  <a:gd name="connsiteY14" fmla="*/ 374 h 37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889" h="37403">
                    <a:moveTo>
                      <a:pt x="13999" y="374"/>
                    </a:moveTo>
                    <a:cubicBezTo>
                      <a:pt x="7692" y="1688"/>
                      <a:pt x="3156" y="4452"/>
                      <a:pt x="363" y="8666"/>
                    </a:cubicBezTo>
                    <a:cubicBezTo>
                      <a:pt x="-2430" y="12881"/>
                      <a:pt x="-3167" y="18150"/>
                      <a:pt x="-1848" y="24472"/>
                    </a:cubicBezTo>
                    <a:cubicBezTo>
                      <a:pt x="-1026" y="29044"/>
                      <a:pt x="746" y="33392"/>
                      <a:pt x="3368" y="37229"/>
                    </a:cubicBezTo>
                    <a:lnTo>
                      <a:pt x="9208" y="36010"/>
                    </a:lnTo>
                    <a:cubicBezTo>
                      <a:pt x="6671" y="32886"/>
                      <a:pt x="4885" y="29212"/>
                      <a:pt x="4020" y="25280"/>
                    </a:cubicBezTo>
                    <a:cubicBezTo>
                      <a:pt x="3042" y="21658"/>
                      <a:pt x="3708" y="17790"/>
                      <a:pt x="5849" y="14705"/>
                    </a:cubicBezTo>
                    <a:cubicBezTo>
                      <a:pt x="7932" y="11870"/>
                      <a:pt x="11278" y="9900"/>
                      <a:pt x="15885" y="8950"/>
                    </a:cubicBezTo>
                    <a:cubicBezTo>
                      <a:pt x="20492" y="8000"/>
                      <a:pt x="24390" y="8312"/>
                      <a:pt x="27409" y="9956"/>
                    </a:cubicBezTo>
                    <a:cubicBezTo>
                      <a:pt x="30527" y="11761"/>
                      <a:pt x="32654" y="14894"/>
                      <a:pt x="33178" y="18461"/>
                    </a:cubicBezTo>
                    <a:cubicBezTo>
                      <a:pt x="33844" y="22503"/>
                      <a:pt x="33844" y="26625"/>
                      <a:pt x="33178" y="30666"/>
                    </a:cubicBezTo>
                    <a:lnTo>
                      <a:pt x="39387" y="29376"/>
                    </a:lnTo>
                    <a:cubicBezTo>
                      <a:pt x="39500" y="25118"/>
                      <a:pt x="39132" y="20861"/>
                      <a:pt x="38267" y="16690"/>
                    </a:cubicBezTo>
                    <a:cubicBezTo>
                      <a:pt x="36920" y="10179"/>
                      <a:pt x="34142" y="5530"/>
                      <a:pt x="29961" y="2741"/>
                    </a:cubicBezTo>
                    <a:cubicBezTo>
                      <a:pt x="25779" y="-47"/>
                      <a:pt x="20449" y="-835"/>
                      <a:pt x="13999" y="374"/>
                    </a:cubicBez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3C09C78F-0469-4E66-A34F-162C1AF7369A}"/>
                  </a:ext>
                </a:extLst>
              </p:cNvPr>
              <p:cNvSpPr/>
              <p:nvPr/>
            </p:nvSpPr>
            <p:spPr>
              <a:xfrm rot="-285000">
                <a:off x="2849747" y="-1132636"/>
                <a:ext cx="38924" cy="8093"/>
              </a:xfrm>
              <a:custGeom>
                <a:avLst/>
                <a:gdLst>
                  <a:gd name="connsiteX0" fmla="*/ -2485 w 38924"/>
                  <a:gd name="connsiteY0" fmla="*/ -195 h 8093"/>
                  <a:gd name="connsiteX1" fmla="*/ 36440 w 38924"/>
                  <a:gd name="connsiteY1" fmla="*/ -195 h 8093"/>
                  <a:gd name="connsiteX2" fmla="*/ 36440 w 38924"/>
                  <a:gd name="connsiteY2" fmla="*/ 7899 h 8093"/>
                  <a:gd name="connsiteX3" fmla="*/ -2485 w 38924"/>
                  <a:gd name="connsiteY3" fmla="*/ 7899 h 8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24" h="8093">
                    <a:moveTo>
                      <a:pt x="-2485" y="-195"/>
                    </a:moveTo>
                    <a:lnTo>
                      <a:pt x="36440" y="-195"/>
                    </a:lnTo>
                    <a:lnTo>
                      <a:pt x="36440" y="7899"/>
                    </a:lnTo>
                    <a:lnTo>
                      <a:pt x="-2485" y="789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D1310F74-D072-474F-89B9-0903E33B0692}"/>
                  </a:ext>
                </a:extLst>
              </p:cNvPr>
              <p:cNvSpPr/>
              <p:nvPr/>
            </p:nvSpPr>
            <p:spPr>
              <a:xfrm>
                <a:off x="2849864" y="-1106826"/>
                <a:ext cx="40242" cy="33297"/>
              </a:xfrm>
              <a:custGeom>
                <a:avLst/>
                <a:gdLst>
                  <a:gd name="connsiteX0" fmla="*/ -2485 w 40242"/>
                  <a:gd name="connsiteY0" fmla="*/ 31076 h 33297"/>
                  <a:gd name="connsiteX1" fmla="*/ 36411 w 40242"/>
                  <a:gd name="connsiteY1" fmla="*/ 32734 h 33297"/>
                  <a:gd name="connsiteX2" fmla="*/ 36680 w 40242"/>
                  <a:gd name="connsiteY2" fmla="*/ 26242 h 33297"/>
                  <a:gd name="connsiteX3" fmla="*/ 10116 w 40242"/>
                  <a:gd name="connsiteY3" fmla="*/ 25108 h 33297"/>
                  <a:gd name="connsiteX4" fmla="*/ 37446 w 40242"/>
                  <a:gd name="connsiteY4" fmla="*/ 8212 h 33297"/>
                  <a:gd name="connsiteX5" fmla="*/ 37757 w 40242"/>
                  <a:gd name="connsiteY5" fmla="*/ 1096 h 33297"/>
                  <a:gd name="connsiteX6" fmla="*/ -1139 w 40242"/>
                  <a:gd name="connsiteY6" fmla="*/ -563 h 33297"/>
                  <a:gd name="connsiteX7" fmla="*/ -1422 w 40242"/>
                  <a:gd name="connsiteY7" fmla="*/ 5929 h 33297"/>
                  <a:gd name="connsiteX8" fmla="*/ 25156 w 40242"/>
                  <a:gd name="connsiteY8" fmla="*/ 7063 h 33297"/>
                  <a:gd name="connsiteX9" fmla="*/ -2174 w 40242"/>
                  <a:gd name="connsiteY9" fmla="*/ 23818 h 33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242" h="33297">
                    <a:moveTo>
                      <a:pt x="-2485" y="31076"/>
                    </a:moveTo>
                    <a:lnTo>
                      <a:pt x="36411" y="32734"/>
                    </a:lnTo>
                    <a:lnTo>
                      <a:pt x="36680" y="26242"/>
                    </a:lnTo>
                    <a:lnTo>
                      <a:pt x="10116" y="25108"/>
                    </a:lnTo>
                    <a:lnTo>
                      <a:pt x="37446" y="8212"/>
                    </a:lnTo>
                    <a:lnTo>
                      <a:pt x="37757" y="1096"/>
                    </a:lnTo>
                    <a:lnTo>
                      <a:pt x="-1139" y="-563"/>
                    </a:lnTo>
                    <a:lnTo>
                      <a:pt x="-1422" y="5929"/>
                    </a:lnTo>
                    <a:lnTo>
                      <a:pt x="25156" y="7063"/>
                    </a:lnTo>
                    <a:lnTo>
                      <a:pt x="-2174" y="23818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0163B8CA-5594-444A-ACEB-FAA9A42FFE8B}"/>
                  </a:ext>
                </a:extLst>
              </p:cNvPr>
              <p:cNvSpPr/>
              <p:nvPr/>
            </p:nvSpPr>
            <p:spPr>
              <a:xfrm>
                <a:off x="2842805" y="-1059892"/>
                <a:ext cx="43106" cy="31369"/>
              </a:xfrm>
              <a:custGeom>
                <a:avLst/>
                <a:gdLst>
                  <a:gd name="connsiteX0" fmla="*/ 2437 w 43106"/>
                  <a:gd name="connsiteY0" fmla="*/ -590 h 31369"/>
                  <a:gd name="connsiteX1" fmla="*/ -2482 w 43106"/>
                  <a:gd name="connsiteY1" fmla="*/ 24500 h 31369"/>
                  <a:gd name="connsiteX2" fmla="*/ 2933 w 43106"/>
                  <a:gd name="connsiteY2" fmla="*/ 25563 h 31369"/>
                  <a:gd name="connsiteX3" fmla="*/ 6292 w 43106"/>
                  <a:gd name="connsiteY3" fmla="*/ 8425 h 31369"/>
                  <a:gd name="connsiteX4" fmla="*/ 18058 w 43106"/>
                  <a:gd name="connsiteY4" fmla="*/ 10736 h 31369"/>
                  <a:gd name="connsiteX5" fmla="*/ 15506 w 43106"/>
                  <a:gd name="connsiteY5" fmla="*/ 23791 h 31369"/>
                  <a:gd name="connsiteX6" fmla="*/ 20609 w 43106"/>
                  <a:gd name="connsiteY6" fmla="*/ 24798 h 31369"/>
                  <a:gd name="connsiteX7" fmla="*/ 23175 w 43106"/>
                  <a:gd name="connsiteY7" fmla="*/ 11742 h 31369"/>
                  <a:gd name="connsiteX8" fmla="*/ 33834 w 43106"/>
                  <a:gd name="connsiteY8" fmla="*/ 13826 h 31369"/>
                  <a:gd name="connsiteX9" fmla="*/ 30702 w 43106"/>
                  <a:gd name="connsiteY9" fmla="*/ 29759 h 31369"/>
                  <a:gd name="connsiteX10" fmla="*/ 35947 w 43106"/>
                  <a:gd name="connsiteY10" fmla="*/ 30780 h 31369"/>
                  <a:gd name="connsiteX11" fmla="*/ 40624 w 43106"/>
                  <a:gd name="connsiteY11" fmla="*/ 6909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106" h="31369">
                    <a:moveTo>
                      <a:pt x="2437" y="-590"/>
                    </a:moveTo>
                    <a:lnTo>
                      <a:pt x="-2482" y="24500"/>
                    </a:lnTo>
                    <a:lnTo>
                      <a:pt x="2933" y="25563"/>
                    </a:lnTo>
                    <a:lnTo>
                      <a:pt x="6292" y="8425"/>
                    </a:lnTo>
                    <a:lnTo>
                      <a:pt x="18058" y="10736"/>
                    </a:lnTo>
                    <a:lnTo>
                      <a:pt x="15506" y="23791"/>
                    </a:lnTo>
                    <a:lnTo>
                      <a:pt x="20609" y="24798"/>
                    </a:lnTo>
                    <a:lnTo>
                      <a:pt x="23175" y="11742"/>
                    </a:lnTo>
                    <a:lnTo>
                      <a:pt x="33834" y="13826"/>
                    </a:lnTo>
                    <a:lnTo>
                      <a:pt x="30702" y="29759"/>
                    </a:lnTo>
                    <a:lnTo>
                      <a:pt x="35947" y="30780"/>
                    </a:lnTo>
                    <a:lnTo>
                      <a:pt x="40624" y="6909"/>
                    </a:lnTo>
                    <a:close/>
                  </a:path>
                </a:pathLst>
              </a:custGeom>
              <a:solidFill>
                <a:srgbClr val="07679C"/>
              </a:solidFill>
              <a:ln w="14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A9B89F20-B39C-4DE8-A318-6E5F396FF1C3}"/>
                </a:ext>
              </a:extLst>
            </p:cNvPr>
            <p:cNvSpPr txBox="1"/>
            <p:nvPr/>
          </p:nvSpPr>
          <p:spPr>
            <a:xfrm>
              <a:off x="4725192" y="668533"/>
              <a:ext cx="225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spc="300" baseline="0" dirty="0" err="1">
                  <a:solidFill>
                    <a:srgbClr val="07679C"/>
                  </a:solidFill>
                  <a:latin typeface="微软雅黑"/>
                  <a:ea typeface="微软雅黑"/>
                  <a:sym typeface="微软雅黑"/>
                  <a:rtl val="0"/>
                </a:rPr>
                <a:t>智慧医疗研究院</a:t>
              </a:r>
              <a:endParaRPr lang="en-US" sz="2000" spc="300" baseline="0" dirty="0">
                <a:solidFill>
                  <a:srgbClr val="07679C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1F223507-2812-43DE-BCFF-2374BD6F95B7}"/>
                </a:ext>
              </a:extLst>
            </p:cNvPr>
            <p:cNvSpPr txBox="1"/>
            <p:nvPr/>
          </p:nvSpPr>
          <p:spPr>
            <a:xfrm>
              <a:off x="4725192" y="973786"/>
              <a:ext cx="225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spc="0" baseline="0" dirty="0">
                  <a:solidFill>
                    <a:srgbClr val="07679C"/>
                  </a:solidFill>
                  <a:latin typeface="Arial"/>
                  <a:cs typeface="Arial"/>
                  <a:sym typeface="Arial"/>
                  <a:rtl val="0"/>
                </a:rPr>
                <a:t>Institute for Artificial Intelligence in Medicine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67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9352FE-96CC-4927-A7D8-C1CD0123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FB4741-303B-4FAD-9999-EECE7CD99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F3F38-E73D-4BBD-BDD4-E1D978C9E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6B7F3-024D-429A-ABCA-81F64A6B851E}" type="datetimeFigureOut">
              <a:rPr lang="zh-CN" altLang="en-US" smtClean="0"/>
              <a:t>2023/10/27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33500-00BC-4C61-A196-6518F58CA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AD8B1A-AB24-4193-B0DE-EC2D51CE7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17D63-A816-4E6A-BE97-618CAC8BA0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01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0" r:id="rId2"/>
    <p:sldLayoutId id="2147483654" r:id="rId3"/>
    <p:sldLayoutId id="2147483662" r:id="rId4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1EC18-073B-4677-830B-0475A5C8E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02061A-A365-403F-927C-7767E0DD7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机器学习与最优化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75DAB-BDE2-4511-BC15-700EDFB99E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宣锴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92E5C62-C168-4CD3-8695-7014F27190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2" y="4703491"/>
            <a:ext cx="4065361" cy="313932"/>
          </a:xfrm>
        </p:spPr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日星期一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4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13895DC-AFC3-4A2D-898F-6F2723CBF3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模型选择实验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465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6046521-BBA5-41D6-9416-23F4371E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乳腺癌与穿刺活检</a:t>
            </a:r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6F2172-CD08-4844-ADE5-8E487C2D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1026" name="Picture 2" descr="illustration showing the needle insertion site of a core needle biopsy along with details of the core needle and area to be biopsied">
            <a:extLst>
              <a:ext uri="{FF2B5EF4-FFF2-40B4-BE49-F238E27FC236}">
                <a16:creationId xmlns:a16="http://schemas.microsoft.com/office/drawing/2014/main" id="{4E9145BF-964E-4DF8-A5CC-6E4140D34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05" y="2027182"/>
            <a:ext cx="5135970" cy="440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E01F377-7ECA-4964-84DF-6EB5C13D81BD}"/>
              </a:ext>
            </a:extLst>
          </p:cNvPr>
          <p:cNvSpPr txBox="1"/>
          <p:nvPr/>
        </p:nvSpPr>
        <p:spPr>
          <a:xfrm>
            <a:off x="2242573" y="63604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空心针活检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B07CC3-DEBC-4F94-B6EA-B2AA93935FA6}"/>
              </a:ext>
            </a:extLst>
          </p:cNvPr>
          <p:cNvSpPr txBox="1"/>
          <p:nvPr/>
        </p:nvSpPr>
        <p:spPr>
          <a:xfrm>
            <a:off x="845802" y="1380851"/>
            <a:ext cx="4621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空芯针穿刺活检：使用空心针获取组织样本</a:t>
            </a:r>
            <a:endParaRPr lang="en-US" altLang="zh-CN" dirty="0"/>
          </a:p>
          <a:p>
            <a:r>
              <a:rPr lang="zh-CN" altLang="en-US" dirty="0"/>
              <a:t>病例检查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FC67BE-3DBC-489B-A225-9E4508258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02" y="2393717"/>
            <a:ext cx="5269190" cy="39626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CA74D1A-354F-49C6-855C-2A47E50E2A6D}"/>
              </a:ext>
            </a:extLst>
          </p:cNvPr>
          <p:cNvSpPr txBox="1"/>
          <p:nvPr/>
        </p:nvSpPr>
        <p:spPr>
          <a:xfrm>
            <a:off x="6590544" y="1380851"/>
            <a:ext cx="4621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组织样本会送往实验室，由病理医生进行检查并提供诊断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2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DD287-DD86-446B-A205-B7D105CE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+mj-ea"/>
              </a:rPr>
              <a:t>Wisconsin Diagnostic Breast Cancer (WDBC)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j-ea"/>
              </a:rPr>
              <a:t>数据集</a:t>
            </a:r>
            <a:endParaRPr lang="en-US" dirty="0">
              <a:latin typeface="+mj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CC9667-CFF0-4E70-81E1-5A64B534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0476A9-F90A-463C-A766-0299967D2EA6}"/>
              </a:ext>
            </a:extLst>
          </p:cNvPr>
          <p:cNvSpPr txBox="1"/>
          <p:nvPr/>
        </p:nvSpPr>
        <p:spPr>
          <a:xfrm>
            <a:off x="7011998" y="1245986"/>
            <a:ext cx="48863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个特征：</a:t>
            </a:r>
            <a:endParaRPr lang="en-US" dirty="0"/>
          </a:p>
          <a:p>
            <a:r>
              <a:rPr lang="en-US" dirty="0"/>
              <a:t>a) </a:t>
            </a:r>
            <a:r>
              <a:rPr lang="en-US" dirty="0" err="1"/>
              <a:t>半径（从中心到周长上点的距离的平均值</a:t>
            </a:r>
            <a:r>
              <a:rPr lang="en-US" dirty="0"/>
              <a:t>）</a:t>
            </a:r>
          </a:p>
          <a:p>
            <a:r>
              <a:rPr lang="en-US" dirty="0"/>
              <a:t>b) </a:t>
            </a:r>
            <a:r>
              <a:rPr lang="en-US" dirty="0" err="1"/>
              <a:t>纹理（灰度值的标准差</a:t>
            </a:r>
            <a:r>
              <a:rPr lang="en-US" dirty="0"/>
              <a:t>）</a:t>
            </a:r>
          </a:p>
          <a:p>
            <a:r>
              <a:rPr lang="en-US" dirty="0"/>
              <a:t>c) </a:t>
            </a:r>
            <a:r>
              <a:rPr lang="en-US" dirty="0" err="1"/>
              <a:t>周长</a:t>
            </a:r>
            <a:endParaRPr lang="en-US" dirty="0"/>
          </a:p>
          <a:p>
            <a:r>
              <a:rPr lang="en-US" dirty="0"/>
              <a:t>d) </a:t>
            </a:r>
            <a:r>
              <a:rPr lang="en-US" dirty="0" err="1"/>
              <a:t>面积</a:t>
            </a:r>
            <a:endParaRPr lang="en-US" dirty="0"/>
          </a:p>
          <a:p>
            <a:r>
              <a:rPr lang="en-US" dirty="0"/>
              <a:t>e) </a:t>
            </a:r>
            <a:r>
              <a:rPr lang="en-US" dirty="0" err="1"/>
              <a:t>平滑度（半径长度的局部变化</a:t>
            </a:r>
            <a:r>
              <a:rPr lang="en-US" dirty="0"/>
              <a:t>）</a:t>
            </a:r>
          </a:p>
          <a:p>
            <a:r>
              <a:rPr lang="en-US" dirty="0"/>
              <a:t>f) </a:t>
            </a:r>
            <a:r>
              <a:rPr lang="en-US" dirty="0" err="1"/>
              <a:t>紧凑度</a:t>
            </a:r>
            <a:r>
              <a:rPr lang="zh-CN" altLang="en-US" dirty="0"/>
              <a:t>（</a:t>
            </a:r>
            <a:r>
              <a:rPr lang="en-US" dirty="0"/>
              <a:t>周长</a:t>
            </a:r>
            <a:r>
              <a:rPr lang="en-US" altLang="zh-CN" baseline="30000" dirty="0"/>
              <a:t>2 </a:t>
            </a:r>
            <a:r>
              <a:rPr lang="en-US" dirty="0"/>
              <a:t>÷ </a:t>
            </a:r>
            <a:r>
              <a:rPr lang="zh-CN" altLang="en-US" dirty="0"/>
              <a:t>面积</a:t>
            </a:r>
            <a:r>
              <a:rPr lang="en-US" dirty="0"/>
              <a:t> - 1.0）</a:t>
            </a:r>
          </a:p>
          <a:p>
            <a:r>
              <a:rPr lang="en-US" dirty="0"/>
              <a:t>g) </a:t>
            </a:r>
            <a:r>
              <a:rPr lang="en-US" dirty="0" err="1"/>
              <a:t>凹度（轮廓凹部的严重程度</a:t>
            </a:r>
            <a:r>
              <a:rPr lang="en-US" dirty="0"/>
              <a:t>）</a:t>
            </a:r>
          </a:p>
          <a:p>
            <a:r>
              <a:rPr lang="en-US" dirty="0"/>
              <a:t>h) </a:t>
            </a:r>
            <a:r>
              <a:rPr lang="en-US" dirty="0" err="1"/>
              <a:t>凹点（轮廓凹部的数量</a:t>
            </a:r>
            <a:r>
              <a:rPr lang="en-US" dirty="0"/>
              <a:t>）</a:t>
            </a:r>
          </a:p>
          <a:p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 err="1"/>
              <a:t>对称性</a:t>
            </a:r>
            <a:endParaRPr lang="en-US" dirty="0"/>
          </a:p>
          <a:p>
            <a:r>
              <a:rPr lang="en-US" dirty="0"/>
              <a:t>j) </a:t>
            </a:r>
            <a:r>
              <a:rPr lang="en-US" dirty="0" err="1"/>
              <a:t>分形维数</a:t>
            </a:r>
            <a:r>
              <a:rPr lang="en-US" dirty="0"/>
              <a:t>（“</a:t>
            </a:r>
            <a:r>
              <a:rPr lang="en-US" dirty="0" err="1"/>
              <a:t>海岸线近似</a:t>
            </a:r>
            <a:r>
              <a:rPr lang="en-US" dirty="0"/>
              <a:t>” - 1）</a:t>
            </a:r>
          </a:p>
          <a:p>
            <a:endParaRPr lang="en-US" dirty="0"/>
          </a:p>
          <a:p>
            <a:r>
              <a:rPr lang="zh-CN" altLang="en-US" dirty="0"/>
              <a:t>分别提供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计算了这些特征的平均值、标准误差和“最差”或最大值（三个最大值的平均值）</a:t>
            </a:r>
            <a:endParaRPr lang="en-US" altLang="zh-CN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共</a:t>
            </a:r>
            <a:r>
              <a:rPr lang="en-US" altLang="zh-CN" dirty="0">
                <a:solidFill>
                  <a:srgbClr val="111111"/>
                </a:solidFill>
                <a:latin typeface="-apple-system"/>
              </a:rPr>
              <a:t>30</a:t>
            </a:r>
            <a:r>
              <a:rPr lang="zh-CN" altLang="en-US" dirty="0">
                <a:solidFill>
                  <a:srgbClr val="111111"/>
                </a:solidFill>
                <a:latin typeface="-apple-system"/>
              </a:rPr>
              <a:t>个特征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A3D851-4838-4951-A14B-70AA158A88B3}"/>
              </a:ext>
            </a:extLst>
          </p:cNvPr>
          <p:cNvSpPr txBox="1"/>
          <p:nvPr/>
        </p:nvSpPr>
        <p:spPr>
          <a:xfrm>
            <a:off x="870116" y="3738977"/>
            <a:ext cx="49472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842302,M,17.99,10.38,122.8,1001,0.1184,0.2776,0.3001,0.1471,0.2419,0.07871,1.095,0.9053,8.589,153.4,0.006399,0.04904,0.05373,0.01587,0.03003,0.006193,25.38,17.33,184.6,2019,0.1622,0.6656,0.7119,0.2654,0.4601,0.1189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4968D4-034E-4B53-A505-CF6FC798E997}"/>
              </a:ext>
            </a:extLst>
          </p:cNvPr>
          <p:cNvSpPr txBox="1"/>
          <p:nvPr/>
        </p:nvSpPr>
        <p:spPr>
          <a:xfrm>
            <a:off x="870116" y="2191692"/>
            <a:ext cx="6096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特征：从乳腺肿块的细针穿刺（</a:t>
            </a:r>
            <a:r>
              <a:rPr lang="en-US" altLang="zh-CN" dirty="0"/>
              <a:t>FNA</a:t>
            </a:r>
            <a:r>
              <a:rPr lang="zh-CN" altLang="en-US" dirty="0"/>
              <a:t>）的数字化图像中计算出来的。它们描述了图像中存在的细胞核的特征。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1E5C86-FF1A-4BA5-BA8D-1D2C9D21532B}"/>
              </a:ext>
            </a:extLst>
          </p:cNvPr>
          <p:cNvSpPr txBox="1"/>
          <p:nvPr/>
        </p:nvSpPr>
        <p:spPr>
          <a:xfrm>
            <a:off x="831817" y="1188419"/>
            <a:ext cx="434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+mn-ea"/>
              </a:rPr>
              <a:t>Wisconsin 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</a:rPr>
              <a:t>乳腺癌诊断数据集</a:t>
            </a:r>
            <a:endParaRPr lang="en-US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430062-AFF1-41C6-B713-8036261D4175}"/>
              </a:ext>
            </a:extLst>
          </p:cNvPr>
          <p:cNvSpPr txBox="1"/>
          <p:nvPr/>
        </p:nvSpPr>
        <p:spPr>
          <a:xfrm>
            <a:off x="870116" y="1640029"/>
            <a:ext cx="3046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11111"/>
                </a:solidFill>
                <a:effectLst/>
                <a:latin typeface="-apple-system"/>
              </a:rPr>
              <a:t>目标：根据</a:t>
            </a:r>
            <a:r>
              <a:rPr lang="zh-CN" altLang="en-US" dirty="0"/>
              <a:t>特征判断良恶性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6E9AB1-AD48-4E11-A6AE-0A7A37C36CE5}"/>
              </a:ext>
            </a:extLst>
          </p:cNvPr>
          <p:cNvSpPr txBox="1"/>
          <p:nvPr/>
        </p:nvSpPr>
        <p:spPr>
          <a:xfrm>
            <a:off x="870116" y="3020354"/>
            <a:ext cx="6096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</a:rPr>
              <a:t>实例数：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</a:rPr>
              <a:t>569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</a:rPr>
              <a:t>行，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</a:rPr>
              <a:t>357 </a:t>
            </a:r>
            <a:r>
              <a:rPr lang="zh-CN" altLang="en-US" dirty="0">
                <a:solidFill>
                  <a:srgbClr val="111111"/>
                </a:solidFill>
                <a:latin typeface="+mn-ea"/>
              </a:rPr>
              <a:t>良性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</a:rPr>
              <a:t>, 212 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</a:rPr>
              <a:t>恶性</a:t>
            </a:r>
            <a:endParaRPr lang="en-US" altLang="zh-CN" b="0" i="0" dirty="0">
              <a:solidFill>
                <a:srgbClr val="111111"/>
              </a:solidFill>
              <a:effectLst/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1A7674-662B-49A2-BB7E-5A274D60731E}"/>
              </a:ext>
            </a:extLst>
          </p:cNvPr>
          <p:cNvSpPr txBox="1"/>
          <p:nvPr/>
        </p:nvSpPr>
        <p:spPr>
          <a:xfrm>
            <a:off x="1065158" y="5648570"/>
            <a:ext cx="4238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ID</a:t>
            </a:r>
            <a:r>
              <a:rPr lang="zh-CN" altLang="en-US" dirty="0">
                <a:latin typeface="Consolas" panose="020B0609020204030204" pitchFamily="49" charset="0"/>
              </a:rPr>
              <a:t>，</a:t>
            </a:r>
            <a:r>
              <a:rPr lang="zh-CN" alt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标签</a:t>
            </a:r>
            <a:r>
              <a:rPr lang="zh-CN" altLang="en-US" dirty="0">
                <a:latin typeface="Consolas" panose="020B0609020204030204" pitchFamily="49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特征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，特征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…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，特征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30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487C47-CF71-4168-A13C-A2C839D2095D}"/>
              </a:ext>
            </a:extLst>
          </p:cNvPr>
          <p:cNvSpPr txBox="1"/>
          <p:nvPr/>
        </p:nvSpPr>
        <p:spPr>
          <a:xfrm>
            <a:off x="7011998" y="5577122"/>
            <a:ext cx="4886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e.g. </a:t>
            </a:r>
            <a:r>
              <a:rPr lang="en-US" dirty="0"/>
              <a:t>field 3 is Mean Radius, field</a:t>
            </a:r>
          </a:p>
          <a:p>
            <a:r>
              <a:rPr lang="en-US" dirty="0"/>
              <a:t>13 is Radius SE, field 23 is Worst Radius.</a:t>
            </a:r>
          </a:p>
        </p:txBody>
      </p:sp>
    </p:spTree>
    <p:extLst>
      <p:ext uri="{BB962C8B-B14F-4D97-AF65-F5344CB8AC3E}">
        <p14:creationId xmlns:p14="http://schemas.microsoft.com/office/powerpoint/2010/main" val="369434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346CA-8690-4EAF-8BD2-69849D83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7DAF85-C1A2-432C-85ED-2FA76F40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7D63-A816-4E6A-BE97-618CAC8BA0E1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F722CF-020A-432E-97CA-E0737182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70" y="990600"/>
            <a:ext cx="1098606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numpy</a:t>
            </a:r>
            <a:r>
              <a:rPr lang="en-US" altLang="en-US" sz="1800" dirty="0">
                <a:latin typeface="Consolas" panose="020B0609020204030204" pitchFamily="49" charset="0"/>
              </a:rPr>
              <a:t> as np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sklearn.datasets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sklearn.svm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sklearn.linear_model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sklearn.model_selection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# </a:t>
            </a:r>
            <a:r>
              <a:rPr lang="zh-CN" altLang="en-US" sz="1800" dirty="0">
                <a:latin typeface="Consolas" panose="020B0609020204030204" pitchFamily="49" charset="0"/>
              </a:rPr>
              <a:t>随机生成的数据集</a:t>
            </a:r>
            <a:r>
              <a:rPr lang="en-US" altLang="en-US" sz="1800" dirty="0">
                <a:latin typeface="Consolas" panose="020B0609020204030204" pitchFamily="49" charset="0"/>
              </a:rPr>
              <a:t>X, y，</a:t>
            </a:r>
            <a:r>
              <a:rPr lang="zh-CN" altLang="en-US" sz="1800" dirty="0">
                <a:latin typeface="Consolas" panose="020B0609020204030204" pitchFamily="49" charset="0"/>
              </a:rPr>
              <a:t>需替换为实验指定数据集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X, y =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sklearn.datasets.make_classification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  <a:r>
              <a:rPr lang="en-US" altLang="en-US" sz="1800" dirty="0" err="1">
                <a:latin typeface="Consolas" panose="020B0609020204030204" pitchFamily="49" charset="0"/>
              </a:rPr>
              <a:t>n_samples</a:t>
            </a:r>
            <a:r>
              <a:rPr lang="en-US" altLang="en-US" sz="1800" dirty="0">
                <a:latin typeface="Consolas" panose="020B0609020204030204" pitchFamily="49" charset="0"/>
              </a:rPr>
              <a:t>=500,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    </a:t>
            </a:r>
            <a:r>
              <a:rPr lang="en-US" altLang="en-US" sz="1800" dirty="0" err="1">
                <a:latin typeface="Consolas" panose="020B0609020204030204" pitchFamily="49" charset="0"/>
              </a:rPr>
              <a:t>n_features</a:t>
            </a:r>
            <a:r>
              <a:rPr lang="en-US" altLang="en-US" sz="1800" dirty="0">
                <a:latin typeface="Consolas" panose="020B0609020204030204" pitchFamily="49" charset="0"/>
              </a:rPr>
              <a:t>=30, </a:t>
            </a:r>
            <a:r>
              <a:rPr lang="en-US" altLang="en-US" sz="1800" dirty="0" err="1">
                <a:latin typeface="Consolas" panose="020B0609020204030204" pitchFamily="49" charset="0"/>
              </a:rPr>
              <a:t>n_redundant</a:t>
            </a:r>
            <a:r>
              <a:rPr lang="en-US" altLang="en-US" sz="1800" dirty="0">
                <a:latin typeface="Consolas" panose="020B0609020204030204" pitchFamily="49" charset="0"/>
              </a:rPr>
              <a:t>=0, </a:t>
            </a:r>
            <a:r>
              <a:rPr lang="en-US" altLang="en-US" sz="1800" dirty="0" err="1">
                <a:latin typeface="Consolas" panose="020B0609020204030204" pitchFamily="49" charset="0"/>
              </a:rPr>
              <a:t>n_informative</a:t>
            </a:r>
            <a:r>
              <a:rPr lang="en-US" altLang="en-US" sz="1800" dirty="0">
                <a:latin typeface="Consolas" panose="020B0609020204030204" pitchFamily="49" charset="0"/>
              </a:rPr>
              <a:t>=30, </a:t>
            </a:r>
            <a:r>
              <a:rPr lang="en-US" altLang="en-US" sz="1800" dirty="0" err="1">
                <a:latin typeface="Consolas" panose="020B0609020204030204" pitchFamily="49" charset="0"/>
              </a:rPr>
              <a:t>n_clusters_per_class</a:t>
            </a:r>
            <a:r>
              <a:rPr lang="en-US" altLang="en-US" sz="1800" dirty="0">
                <a:latin typeface="Consolas" panose="020B0609020204030204" pitchFamily="49" charset="0"/>
              </a:rPr>
              <a:t>=1)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latin typeface="Consolas" panose="020B0609020204030204" pitchFamily="49" charset="0"/>
              </a:rPr>
              <a:t>X_train</a:t>
            </a:r>
            <a:r>
              <a:rPr lang="en-US" altLang="en-US" sz="1800" dirty="0">
                <a:latin typeface="Consolas" panose="020B0609020204030204" pitchFamily="49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</a:rPr>
              <a:t>X_test</a:t>
            </a:r>
            <a:r>
              <a:rPr lang="en-US" altLang="en-US" sz="1800" dirty="0">
                <a:latin typeface="Consolas" panose="020B0609020204030204" pitchFamily="49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</a:rPr>
              <a:t>y_train</a:t>
            </a:r>
            <a:r>
              <a:rPr lang="en-US" altLang="en-US" sz="1800" dirty="0">
                <a:latin typeface="Consolas" panose="020B0609020204030204" pitchFamily="49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</a:rPr>
              <a:t>y_test</a:t>
            </a:r>
            <a:r>
              <a:rPr lang="en-US" altLang="en-US" sz="1800" dirty="0">
                <a:latin typeface="Consolas" panose="020B0609020204030204" pitchFamily="49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sklearn.model_selection.train_test_split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    X, y, </a:t>
            </a:r>
            <a:r>
              <a:rPr lang="en-US" altLang="en-US" sz="1800" dirty="0" err="1">
                <a:latin typeface="Consolas" panose="020B0609020204030204" pitchFamily="49" charset="0"/>
              </a:rPr>
              <a:t>test_size</a:t>
            </a:r>
            <a:r>
              <a:rPr lang="en-US" altLang="en-US" sz="1800" dirty="0">
                <a:latin typeface="Consolas" panose="020B0609020204030204" pitchFamily="49" charset="0"/>
              </a:rPr>
              <a:t>=0.4) </a:t>
            </a:r>
            <a:r>
              <a:rPr lang="en-US" altLang="zh-CN" sz="1800" dirty="0">
                <a:latin typeface="Consolas" panose="020B0609020204030204" pitchFamily="49" charset="0"/>
              </a:rPr>
              <a:t># </a:t>
            </a:r>
            <a:r>
              <a:rPr lang="zh-CN" altLang="en-US" sz="1800" dirty="0">
                <a:latin typeface="Consolas" panose="020B0609020204030204" pitchFamily="49" charset="0"/>
              </a:rPr>
              <a:t>实验中需自己写代码完成训练集、测试集划分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# </a:t>
            </a:r>
            <a:r>
              <a:rPr lang="zh-CN" altLang="en-US" sz="1800" dirty="0">
                <a:latin typeface="Consolas" panose="020B0609020204030204" pitchFamily="49" charset="0"/>
              </a:rPr>
              <a:t>定义</a:t>
            </a:r>
            <a:r>
              <a:rPr lang="en-US" altLang="en-US" sz="1800" dirty="0">
                <a:latin typeface="Consolas" panose="020B0609020204030204" pitchFamily="49" charset="0"/>
              </a:rPr>
              <a:t>SVM</a:t>
            </a:r>
            <a:r>
              <a:rPr lang="zh-CN" altLang="en-US" sz="1800" dirty="0">
                <a:latin typeface="Consolas" panose="020B0609020204030204" pitchFamily="49" charset="0"/>
              </a:rPr>
              <a:t>模型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latin typeface="Consolas" panose="020B0609020204030204" pitchFamily="49" charset="0"/>
              </a:rPr>
              <a:t>clf</a:t>
            </a:r>
            <a:r>
              <a:rPr lang="en-US" altLang="en-US" sz="1800" dirty="0">
                <a:latin typeface="Consolas" panose="020B0609020204030204" pitchFamily="49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sklearn.svm.SVC</a:t>
            </a:r>
            <a:r>
              <a:rPr lang="en-US" altLang="en-US" sz="1800" dirty="0">
                <a:latin typeface="Consolas" panose="020B0609020204030204" pitchFamily="49" charset="0"/>
              </a:rPr>
              <a:t>(kernel="linear", C=0.025, probability=True)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# </a:t>
            </a:r>
            <a:r>
              <a:rPr lang="zh-CN" altLang="en-US" sz="1800" dirty="0">
                <a:latin typeface="Consolas" panose="020B0609020204030204" pitchFamily="49" charset="0"/>
              </a:rPr>
              <a:t>使用逻辑回归模型，改成 </a:t>
            </a:r>
            <a:r>
              <a:rPr lang="en-US" altLang="en-US" sz="1800" dirty="0" err="1">
                <a:latin typeface="Consolas" panose="020B0609020204030204" pitchFamily="49" charset="0"/>
              </a:rPr>
              <a:t>clf</a:t>
            </a:r>
            <a:r>
              <a:rPr lang="en-US" altLang="en-US" sz="1800" dirty="0">
                <a:latin typeface="Consolas" panose="020B0609020204030204" pitchFamily="49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sklearn.linear_model.LogisticRegression</a:t>
            </a:r>
            <a:r>
              <a:rPr lang="en-US" altLang="en-US" sz="1800" dirty="0"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latin typeface="Consolas" panose="020B0609020204030204" pitchFamily="49" charset="0"/>
              </a:rPr>
              <a:t>clf.fit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  <a:r>
              <a:rPr lang="en-US" altLang="en-US" sz="1800" dirty="0" err="1">
                <a:latin typeface="Consolas" panose="020B0609020204030204" pitchFamily="49" charset="0"/>
              </a:rPr>
              <a:t>X_train</a:t>
            </a:r>
            <a:r>
              <a:rPr lang="en-US" altLang="en-US" sz="1800" dirty="0">
                <a:latin typeface="Consolas" panose="020B0609020204030204" pitchFamily="49" charset="0"/>
              </a:rPr>
              <a:t>, </a:t>
            </a:r>
            <a:r>
              <a:rPr lang="en-US" altLang="en-US" sz="1800" dirty="0" err="1">
                <a:latin typeface="Consolas" panose="020B0609020204030204" pitchFamily="49" charset="0"/>
              </a:rPr>
              <a:t>y_train</a:t>
            </a:r>
            <a:r>
              <a:rPr lang="en-US" altLang="en-US" sz="1800" dirty="0">
                <a:latin typeface="Consolas" panose="020B0609020204030204" pitchFamily="49" charset="0"/>
              </a:rPr>
              <a:t>) # </a:t>
            </a:r>
            <a:r>
              <a:rPr lang="zh-CN" altLang="en-US" sz="1800" dirty="0">
                <a:latin typeface="Consolas" panose="020B0609020204030204" pitchFamily="49" charset="0"/>
              </a:rPr>
              <a:t>使用随机生成的数据训练模型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prob = </a:t>
            </a:r>
            <a:r>
              <a:rPr lang="en-US" altLang="en-US" sz="1800" dirty="0" err="1">
                <a:latin typeface="Consolas" panose="020B0609020204030204" pitchFamily="49" charset="0"/>
              </a:rPr>
              <a:t>clf.predict_proba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  <a:r>
              <a:rPr lang="en-US" altLang="en-US" sz="1800" dirty="0" err="1">
                <a:latin typeface="Consolas" panose="020B0609020204030204" pitchFamily="49" charset="0"/>
              </a:rPr>
              <a:t>X_test</a:t>
            </a:r>
            <a:r>
              <a:rPr lang="en-US" altLang="en-US" sz="1800" dirty="0">
                <a:latin typeface="Consolas" panose="020B0609020204030204" pitchFamily="49" charset="0"/>
              </a:rPr>
              <a:t>) # </a:t>
            </a:r>
            <a:r>
              <a:rPr lang="zh-CN" altLang="en-US" sz="1800" dirty="0">
                <a:latin typeface="Consolas" panose="020B0609020204030204" pitchFamily="49" charset="0"/>
              </a:rPr>
              <a:t>使用测试集数据进行预测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latin typeface="Consolas" panose="020B0609020204030204" pitchFamily="49" charset="0"/>
              </a:rPr>
              <a:t>y_pred</a:t>
            </a:r>
            <a:r>
              <a:rPr lang="en-US" altLang="en-US" sz="1800" dirty="0">
                <a:latin typeface="Consolas" panose="020B0609020204030204" pitchFamily="49" charset="0"/>
              </a:rPr>
              <a:t> = prob[:,0] &lt; 0.5 # </a:t>
            </a:r>
            <a:r>
              <a:rPr lang="zh-CN" altLang="en-US" sz="1800" dirty="0">
                <a:latin typeface="Consolas" panose="020B0609020204030204" pitchFamily="49" charset="0"/>
              </a:rPr>
              <a:t>使用</a:t>
            </a:r>
            <a:r>
              <a:rPr lang="en-US" altLang="zh-CN" sz="1800" dirty="0">
                <a:latin typeface="Consolas" panose="020B0609020204030204" pitchFamily="49" charset="0"/>
              </a:rPr>
              <a:t>0.5</a:t>
            </a:r>
            <a:r>
              <a:rPr lang="zh-CN" altLang="en-US" sz="1800" dirty="0">
                <a:latin typeface="Consolas" panose="020B0609020204030204" pitchFamily="49" charset="0"/>
              </a:rPr>
              <a:t>作为阈值，将概率转换为预测结果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acc = (</a:t>
            </a:r>
            <a:r>
              <a:rPr lang="en-US" altLang="en-US" sz="1800" dirty="0" err="1">
                <a:latin typeface="Consolas" panose="020B0609020204030204" pitchFamily="49" charset="0"/>
              </a:rPr>
              <a:t>y_pred</a:t>
            </a:r>
            <a:r>
              <a:rPr lang="en-US" altLang="en-US" sz="1800" dirty="0">
                <a:latin typeface="Consolas" panose="020B0609020204030204" pitchFamily="49" charset="0"/>
              </a:rPr>
              <a:t> == </a:t>
            </a:r>
            <a:r>
              <a:rPr lang="en-US" altLang="en-US" sz="1800" dirty="0" err="1">
                <a:latin typeface="Consolas" panose="020B0609020204030204" pitchFamily="49" charset="0"/>
              </a:rPr>
              <a:t>y_test</a:t>
            </a:r>
            <a:r>
              <a:rPr lang="en-US" altLang="en-US" sz="1800" dirty="0">
                <a:latin typeface="Consolas" panose="020B0609020204030204" pitchFamily="49" charset="0"/>
              </a:rPr>
              <a:t>).mean() </a:t>
            </a:r>
            <a:r>
              <a:rPr lang="en-US" altLang="zh-CN" sz="1800" dirty="0">
                <a:latin typeface="Consolas" panose="020B0609020204030204" pitchFamily="49" charset="0"/>
              </a:rPr>
              <a:t># </a:t>
            </a:r>
            <a:r>
              <a:rPr lang="zh-CN" altLang="en-US" sz="1800" dirty="0">
                <a:latin typeface="Consolas" panose="020B0609020204030204" pitchFamily="49" charset="0"/>
              </a:rPr>
              <a:t>计算</a:t>
            </a:r>
            <a:r>
              <a:rPr lang="en-US" altLang="zh-CN" sz="1800" dirty="0">
                <a:latin typeface="Consolas" panose="020B0609020204030204" pitchFamily="49" charset="0"/>
              </a:rPr>
              <a:t>Accuracy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print(</a:t>
            </a:r>
            <a:r>
              <a:rPr lang="en-US" altLang="en-US" sz="1800" dirty="0" err="1">
                <a:latin typeface="Consolas" panose="020B0609020204030204" pitchFamily="49" charset="0"/>
              </a:rPr>
              <a:t>f"acc</a:t>
            </a:r>
            <a:r>
              <a:rPr lang="en-US" altLang="en-US" sz="1800" dirty="0">
                <a:latin typeface="Consolas" panose="020B0609020204030204" pitchFamily="49" charset="0"/>
              </a:rPr>
              <a:t>: {acc}")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EBB4E1-8106-4BEC-BB4E-BCE9A074D123}"/>
              </a:ext>
            </a:extLst>
          </p:cNvPr>
          <p:cNvSpPr txBox="1"/>
          <p:nvPr/>
        </p:nvSpPr>
        <p:spPr>
          <a:xfrm>
            <a:off x="5010150" y="990600"/>
            <a:ext cx="67117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实验步骤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：加载数据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实验步骤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：划分训练集、测试集（勿使用</a:t>
            </a:r>
            <a:r>
              <a:rPr lang="en-US" altLang="zh-CN" dirty="0" err="1">
                <a:latin typeface="Consolas" panose="020B0609020204030204" pitchFamily="49" charset="0"/>
              </a:rPr>
              <a:t>sklearn</a:t>
            </a:r>
            <a:r>
              <a:rPr lang="zh-CN" altLang="en-US" dirty="0">
                <a:latin typeface="Consolas" panose="020B0609020204030204" pitchFamily="49" charset="0"/>
              </a:rPr>
              <a:t>相关包）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实验步骤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：参考以下代码，训练分类器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实验步骤</a:t>
            </a:r>
            <a:r>
              <a:rPr lang="en-US" altLang="zh-CN" dirty="0">
                <a:latin typeface="Consolas" panose="020B0609020204030204" pitchFamily="49" charset="0"/>
              </a:rPr>
              <a:t>4</a:t>
            </a:r>
            <a:r>
              <a:rPr lang="zh-CN" altLang="en-US" dirty="0">
                <a:latin typeface="Consolas" panose="020B0609020204030204" pitchFamily="49" charset="0"/>
              </a:rPr>
              <a:t>：根据分类结果，画出</a:t>
            </a:r>
            <a:r>
              <a:rPr lang="en-US" altLang="zh-CN" dirty="0">
                <a:latin typeface="Consolas" panose="020B0609020204030204" pitchFamily="49" charset="0"/>
              </a:rPr>
              <a:t>PR</a:t>
            </a:r>
            <a:r>
              <a:rPr lang="zh-CN" altLang="en-US" dirty="0">
                <a:latin typeface="Consolas" panose="020B0609020204030204" pitchFamily="49" charset="0"/>
              </a:rPr>
              <a:t>曲线与</a:t>
            </a:r>
            <a:r>
              <a:rPr lang="en-US" altLang="zh-CN" dirty="0">
                <a:latin typeface="Consolas" panose="020B0609020204030204" pitchFamily="49" charset="0"/>
              </a:rPr>
              <a:t>ROC</a:t>
            </a:r>
            <a:r>
              <a:rPr lang="zh-CN" altLang="en-US" dirty="0">
                <a:latin typeface="Consolas" panose="020B0609020204030204" pitchFamily="49" charset="0"/>
              </a:rPr>
              <a:t>曲线，并计算</a:t>
            </a:r>
            <a:r>
              <a:rPr lang="en-US" altLang="zh-CN" dirty="0">
                <a:latin typeface="Consolas" panose="020B0609020204030204" pitchFamily="49" charset="0"/>
              </a:rPr>
              <a:t>AUC</a:t>
            </a:r>
            <a:r>
              <a:rPr lang="zh-CN" altLang="en-US" dirty="0">
                <a:latin typeface="Consolas" panose="020B0609020204030204" pitchFamily="49" charset="0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</a:rPr>
              <a:t>numpy</a:t>
            </a:r>
            <a:r>
              <a:rPr lang="en-US" altLang="zh-CN" dirty="0">
                <a:latin typeface="Consolas" panose="020B0609020204030204" pitchFamily="49" charset="0"/>
              </a:rPr>
              <a:t> + matplotlib</a:t>
            </a:r>
            <a:r>
              <a:rPr lang="zh-CN" altLang="en-US" dirty="0">
                <a:latin typeface="Consolas" panose="020B0609020204030204" pitchFamily="49" charset="0"/>
              </a:rPr>
              <a:t>手写，勿使用</a:t>
            </a:r>
            <a:r>
              <a:rPr lang="en-US" altLang="zh-CN" dirty="0" err="1">
                <a:latin typeface="Consolas" panose="020B0609020204030204" pitchFamily="49" charset="0"/>
              </a:rPr>
              <a:t>sklearn</a:t>
            </a:r>
            <a:r>
              <a:rPr lang="zh-CN" altLang="en-US" dirty="0">
                <a:latin typeface="Consolas" panose="020B0609020204030204" pitchFamily="49" charset="0"/>
              </a:rPr>
              <a:t>相关包）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实验步骤</a:t>
            </a:r>
            <a:r>
              <a:rPr lang="en-US" altLang="zh-CN" dirty="0">
                <a:latin typeface="Consolas" panose="020B0609020204030204" pitchFamily="49" charset="0"/>
              </a:rPr>
              <a:t>5</a:t>
            </a:r>
            <a:r>
              <a:rPr lang="zh-CN" altLang="en-US" dirty="0">
                <a:latin typeface="Consolas" panose="020B0609020204030204" pitchFamily="49" charset="0"/>
              </a:rPr>
              <a:t>：比较</a:t>
            </a:r>
            <a:r>
              <a:rPr lang="en-US" altLang="en-US" sz="1800" dirty="0">
                <a:latin typeface="Consolas" panose="020B0609020204030204" pitchFamily="49" charset="0"/>
              </a:rPr>
              <a:t>SVM</a:t>
            </a:r>
            <a:r>
              <a:rPr lang="zh-CN" altLang="en-US" sz="1800" dirty="0">
                <a:latin typeface="Consolas" panose="020B0609020204030204" pitchFamily="49" charset="0"/>
              </a:rPr>
              <a:t>模型和逻辑回归模型</a:t>
            </a:r>
            <a:r>
              <a:rPr lang="zh-CN" altLang="en-US" dirty="0">
                <a:latin typeface="Consolas" panose="020B0609020204030204" pitchFamily="49" charset="0"/>
              </a:rPr>
              <a:t>效果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D258AC-062F-47F3-8C71-B8F7E3D2A64D}"/>
              </a:ext>
            </a:extLst>
          </p:cNvPr>
          <p:cNvSpPr txBox="1"/>
          <p:nvPr/>
        </p:nvSpPr>
        <p:spPr>
          <a:xfrm>
            <a:off x="12319000" y="192016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sklearn.pipeline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sklearn.model_selection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Consolas" panose="020B0609020204030204" pitchFamily="49" charset="0"/>
              </a:rPr>
              <a:t>import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sklearn.preprocessing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latin typeface="Consolas" panose="020B0609020204030204" pitchFamily="49" charset="0"/>
              </a:rPr>
              <a:t>clf</a:t>
            </a:r>
            <a:r>
              <a:rPr lang="en-US" altLang="en-US" sz="1800" dirty="0">
                <a:latin typeface="Consolas" panose="020B0609020204030204" pitchFamily="49" charset="0"/>
              </a:rPr>
              <a:t> = </a:t>
            </a:r>
            <a:r>
              <a:rPr lang="en-US" altLang="en-US" sz="1800" dirty="0" err="1">
                <a:latin typeface="Consolas" panose="020B0609020204030204" pitchFamily="49" charset="0"/>
              </a:rPr>
              <a:t>sklearn.pipeline.make_pipeline</a:t>
            </a:r>
            <a:r>
              <a:rPr lang="en-US" altLang="en-US" sz="1800" dirty="0">
                <a:latin typeface="Consolas" panose="020B0609020204030204" pitchFamily="49" charset="0"/>
              </a:rPr>
              <a:t>(</a:t>
            </a:r>
            <a:r>
              <a:rPr lang="en-US" altLang="en-US" sz="1800" dirty="0" err="1">
                <a:latin typeface="Consolas" panose="020B0609020204030204" pitchFamily="49" charset="0"/>
              </a:rPr>
              <a:t>sklearn.preprocessing.StandardScaler</a:t>
            </a:r>
            <a:r>
              <a:rPr lang="en-US" altLang="en-US" sz="1800" dirty="0">
                <a:latin typeface="Consolas" panose="020B0609020204030204" pitchFamily="49" charset="0"/>
              </a:rPr>
              <a:t>(), </a:t>
            </a:r>
            <a:r>
              <a:rPr lang="en-US" altLang="en-US" sz="1800" dirty="0" err="1">
                <a:latin typeface="Consolas" panose="020B0609020204030204" pitchFamily="49" charset="0"/>
              </a:rPr>
              <a:t>clf</a:t>
            </a:r>
            <a:r>
              <a:rPr lang="en-US" altLang="en-US" sz="18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584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A972DF2-123C-460D-A340-4F8560BF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Diabetes dataset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C17880-B35A-4C7F-B404-BD7035705294}"/>
              </a:ext>
            </a:extLst>
          </p:cNvPr>
          <p:cNvSpPr txBox="1"/>
          <p:nvPr/>
        </p:nvSpPr>
        <p:spPr>
          <a:xfrm>
            <a:off x="1065158" y="1336826"/>
            <a:ext cx="9848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Diabetes dataset</a:t>
            </a:r>
            <a:r>
              <a:rPr lang="zh-CN" altLang="en-US" dirty="0"/>
              <a:t>是一个用于回归分析的数据集，它包含了</a:t>
            </a:r>
            <a:r>
              <a:rPr lang="en-US" altLang="zh-CN" dirty="0"/>
              <a:t>442</a:t>
            </a:r>
            <a:r>
              <a:rPr lang="zh-CN" altLang="en-US" dirty="0"/>
              <a:t>个样本和</a:t>
            </a:r>
            <a:r>
              <a:rPr lang="en-US" altLang="zh-CN" dirty="0"/>
              <a:t>10</a:t>
            </a:r>
            <a:r>
              <a:rPr lang="zh-CN" altLang="en-US" dirty="0"/>
              <a:t>个特征。这些特征是年龄、性别、体重指数、平均血压和</a:t>
            </a:r>
            <a:r>
              <a:rPr lang="en-US" altLang="zh-CN" dirty="0"/>
              <a:t>6</a:t>
            </a:r>
            <a:r>
              <a:rPr lang="zh-CN" altLang="en-US" dirty="0"/>
              <a:t>个血清测量。</a:t>
            </a:r>
            <a:r>
              <a:rPr lang="zh-CN" altLang="en-US" dirty="0">
                <a:solidFill>
                  <a:srgbClr val="FF0000"/>
                </a:solidFill>
              </a:rPr>
              <a:t>目标变量是一年后疾病进展的定量指标 （</a:t>
            </a:r>
            <a:r>
              <a:rPr lang="en-US" altLang="zh-CN" dirty="0">
                <a:solidFill>
                  <a:srgbClr val="FF0000"/>
                </a:solidFill>
              </a:rPr>
              <a:t>progression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。这个数据集是从</a:t>
            </a:r>
            <a:r>
              <a:rPr lang="en-US" altLang="zh-CN" dirty="0"/>
              <a:t>Framingham</a:t>
            </a:r>
            <a:r>
              <a:rPr lang="zh-CN" altLang="en-US" dirty="0"/>
              <a:t>心脏研究中的</a:t>
            </a:r>
            <a:r>
              <a:rPr lang="en-US" altLang="zh-CN" dirty="0"/>
              <a:t>442</a:t>
            </a:r>
            <a:r>
              <a:rPr lang="zh-CN" altLang="en-US" dirty="0"/>
              <a:t>名糖尿病患者中提取的。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052E03-4124-4A49-ABF2-1D14BDE54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859" y="3034853"/>
            <a:ext cx="7301072" cy="272709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E4EF3E1-29C5-4ECF-918B-5428C375E088}"/>
              </a:ext>
            </a:extLst>
          </p:cNvPr>
          <p:cNvSpPr txBox="1"/>
          <p:nvPr/>
        </p:nvSpPr>
        <p:spPr>
          <a:xfrm>
            <a:off x="1962012" y="2665521"/>
            <a:ext cx="8451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年龄  性别 体重指数 平均血压               </a:t>
            </a:r>
            <a:r>
              <a:rPr lang="en-US" altLang="zh-CN" dirty="0"/>
              <a:t>6</a:t>
            </a:r>
            <a:r>
              <a:rPr lang="zh-CN" altLang="en-US" dirty="0"/>
              <a:t>个血清测量                  进展指标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56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406D7AE-B496-4437-8D03-AD7FE15BF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示例代码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07004-B56E-445A-93AB-46C574D95706}"/>
              </a:ext>
            </a:extLst>
          </p:cNvPr>
          <p:cNvSpPr txBox="1"/>
          <p:nvPr/>
        </p:nvSpPr>
        <p:spPr>
          <a:xfrm>
            <a:off x="663199" y="3020534"/>
            <a:ext cx="102306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X, y = </a:t>
            </a:r>
            <a:r>
              <a:rPr lang="en-US" dirty="0" err="1">
                <a:latin typeface="Consolas" panose="020B0609020204030204" pitchFamily="49" charset="0"/>
              </a:rPr>
              <a:t>sklearn.datasets.load_diabetes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return_X_y</a:t>
            </a:r>
            <a:r>
              <a:rPr lang="en-US" dirty="0">
                <a:latin typeface="Consolas" panose="020B0609020204030204" pitchFamily="49" charset="0"/>
              </a:rPr>
              <a:t> = True)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X_train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X_test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y_train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</a:rPr>
              <a:t> =     </a:t>
            </a:r>
            <a:r>
              <a:rPr lang="en-US" dirty="0" err="1">
                <a:latin typeface="Consolas" panose="020B0609020204030204" pitchFamily="49" charset="0"/>
              </a:rPr>
              <a:t>sklearn.model_selection.train_test_split</a:t>
            </a:r>
            <a:r>
              <a:rPr lang="en-US" dirty="0">
                <a:latin typeface="Consolas" panose="020B0609020204030204" pitchFamily="49" charset="0"/>
              </a:rPr>
              <a:t>(X, y, </a:t>
            </a:r>
            <a:r>
              <a:rPr lang="en-US" dirty="0" err="1">
                <a:latin typeface="Consolas" panose="020B0609020204030204" pitchFamily="49" charset="0"/>
              </a:rPr>
              <a:t>test_size</a:t>
            </a:r>
            <a:r>
              <a:rPr lang="en-US" dirty="0">
                <a:latin typeface="Consolas" panose="020B0609020204030204" pitchFamily="49" charset="0"/>
              </a:rPr>
              <a:t>=0.4)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regr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sklearn.linear_model.LinearRegression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# </a:t>
            </a:r>
            <a:r>
              <a:rPr lang="en-US" dirty="0" err="1">
                <a:latin typeface="Consolas" panose="020B0609020204030204" pitchFamily="49" charset="0"/>
              </a:rPr>
              <a:t>regr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LinearRegression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regr.fit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X_train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y_train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regr.predict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X_test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mse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sklearn.metrics.mean_squared_error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print("Mean squared error: %.2f" % </a:t>
            </a:r>
            <a:r>
              <a:rPr lang="en-US" dirty="0" err="1">
                <a:latin typeface="Consolas" panose="020B0609020204030204" pitchFamily="49" charset="0"/>
              </a:rPr>
              <a:t>mse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plt.scatter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plt.xlabel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y_test</a:t>
            </a:r>
            <a:r>
              <a:rPr lang="en-US" dirty="0">
                <a:latin typeface="Consolas" panose="020B0609020204030204" pitchFamily="49" charset="0"/>
              </a:rPr>
              <a:t>")</a:t>
            </a:r>
          </a:p>
          <a:p>
            <a:r>
              <a:rPr lang="en-US" dirty="0" err="1">
                <a:latin typeface="Consolas" panose="020B0609020204030204" pitchFamily="49" charset="0"/>
              </a:rPr>
              <a:t>plt.ylabel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9060E6-364B-42F2-B70F-DBA13FDBD7C0}"/>
              </a:ext>
            </a:extLst>
          </p:cNvPr>
          <p:cNvSpPr txBox="1"/>
          <p:nvPr/>
        </p:nvSpPr>
        <p:spPr>
          <a:xfrm>
            <a:off x="7446706" y="4080243"/>
            <a:ext cx="48680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class </a:t>
            </a:r>
            <a:r>
              <a:rPr lang="en-US" altLang="zh-CN" dirty="0" err="1">
                <a:solidFill>
                  <a:srgbClr val="07679C"/>
                </a:solidFill>
                <a:latin typeface="Consolas" panose="020B0609020204030204" pitchFamily="49" charset="0"/>
              </a:rPr>
              <a:t>Linear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Regression</a:t>
            </a:r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(object):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def __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init</a:t>
            </a:r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    return super().__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init</a:t>
            </a:r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def fit(self, X, y):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    raise 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NotImplementedError</a:t>
            </a:r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def predict(self, X):</a:t>
            </a:r>
          </a:p>
          <a:p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        raise 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NotImplementedError</a:t>
            </a:r>
            <a:endParaRPr lang="en-US" dirty="0">
              <a:solidFill>
                <a:srgbClr val="07679C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ADA8C4-813C-4079-81B1-DFEC108E9271}"/>
              </a:ext>
            </a:extLst>
          </p:cNvPr>
          <p:cNvSpPr txBox="1"/>
          <p:nvPr/>
        </p:nvSpPr>
        <p:spPr>
          <a:xfrm>
            <a:off x="658813" y="1054993"/>
            <a:ext cx="66497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numpy</a:t>
            </a:r>
            <a:r>
              <a:rPr lang="en-US" dirty="0">
                <a:latin typeface="Consolas" panose="020B0609020204030204" pitchFamily="49" charset="0"/>
              </a:rPr>
              <a:t> as np</a:t>
            </a: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sklearn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sklearn.datasets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sklearn.linear_model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sklearn.model_selection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sklearn.metrics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matplotlib.pyplot</a:t>
            </a:r>
            <a:r>
              <a:rPr lang="en-US" dirty="0">
                <a:latin typeface="Consolas" panose="020B0609020204030204" pitchFamily="49" charset="0"/>
              </a:rPr>
              <a:t> as </a:t>
            </a:r>
            <a:r>
              <a:rPr lang="en-US" dirty="0" err="1">
                <a:latin typeface="Consolas" panose="020B0609020204030204" pitchFamily="49" charset="0"/>
              </a:rPr>
              <a:t>plt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731CCB-E98B-43EF-BD1E-EB8B72DA2959}"/>
              </a:ext>
            </a:extLst>
          </p:cNvPr>
          <p:cNvSpPr txBox="1"/>
          <p:nvPr/>
        </p:nvSpPr>
        <p:spPr>
          <a:xfrm>
            <a:off x="4595408" y="969653"/>
            <a:ext cx="74103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7679C"/>
                </a:solidFill>
              </a:rPr>
              <a:t>上机内容：</a:t>
            </a:r>
            <a:endParaRPr lang="en-US" altLang="zh-CN" dirty="0">
              <a:solidFill>
                <a:srgbClr val="07679C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7679C"/>
                </a:solidFill>
              </a:rPr>
              <a:t>实现</a:t>
            </a:r>
            <a:r>
              <a:rPr lang="en-US" altLang="zh-CN" dirty="0" err="1">
                <a:solidFill>
                  <a:srgbClr val="07679C"/>
                </a:solidFill>
                <a:latin typeface="Consolas" panose="020B0609020204030204" pitchFamily="49" charset="0"/>
              </a:rPr>
              <a:t>Linear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Regression</a:t>
            </a:r>
            <a:r>
              <a:rPr lang="zh-CN" altLang="en-US" dirty="0">
                <a:solidFill>
                  <a:srgbClr val="07679C"/>
                </a:solidFill>
              </a:rPr>
              <a:t>类（使用解析解方法，矩阵求逆使用</a:t>
            </a:r>
            <a:r>
              <a:rPr lang="en-US" altLang="zh-CN" dirty="0" err="1">
                <a:solidFill>
                  <a:srgbClr val="07679C"/>
                </a:solidFill>
              </a:rPr>
              <a:t>np.linalg.inv</a:t>
            </a:r>
            <a:r>
              <a:rPr lang="zh-CN" altLang="en-US" dirty="0">
                <a:solidFill>
                  <a:srgbClr val="07679C"/>
                </a:solidFill>
              </a:rPr>
              <a:t>）禁止使用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sklearn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包，只使用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numpy</a:t>
            </a:r>
            <a:endParaRPr lang="en-US" altLang="zh-CN" dirty="0">
              <a:solidFill>
                <a:srgbClr val="07679C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7679C"/>
                </a:solidFill>
              </a:rPr>
              <a:t>比较自己实现的</a:t>
            </a:r>
            <a:r>
              <a:rPr lang="en-US" altLang="zh-CN" dirty="0" err="1">
                <a:solidFill>
                  <a:srgbClr val="07679C"/>
                </a:solidFill>
                <a:latin typeface="Consolas" panose="020B0609020204030204" pitchFamily="49" charset="0"/>
              </a:rPr>
              <a:t>Linear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Regression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与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sklearn.linear_model.LinearRegression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性能差异</a:t>
            </a:r>
            <a:endParaRPr lang="en-US" altLang="zh-CN" dirty="0">
              <a:solidFill>
                <a:srgbClr val="07679C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7679C"/>
                </a:solidFill>
              </a:rPr>
              <a:t>不使用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sklearn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包，只使用</a:t>
            </a:r>
            <a:r>
              <a:rPr lang="en-US" dirty="0" err="1">
                <a:solidFill>
                  <a:srgbClr val="07679C"/>
                </a:solidFill>
                <a:latin typeface="Consolas" panose="020B0609020204030204" pitchFamily="49" charset="0"/>
              </a:rPr>
              <a:t>numpy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和</a:t>
            </a:r>
            <a:r>
              <a:rPr lang="en-US" dirty="0">
                <a:solidFill>
                  <a:srgbClr val="07679C"/>
                </a:solidFill>
                <a:latin typeface="Consolas" panose="020B0609020204030204" pitchFamily="49" charset="0"/>
              </a:rPr>
              <a:t>matplotlib</a:t>
            </a:r>
            <a:r>
              <a:rPr lang="zh-CN" altLang="en-US" dirty="0">
                <a:solidFill>
                  <a:srgbClr val="07679C"/>
                </a:solidFill>
                <a:latin typeface="Consolas" panose="020B0609020204030204" pitchFamily="49" charset="0"/>
              </a:rPr>
              <a:t>实现示例代码功能，并比较修改后的代码与示例代码之间的性能差异</a:t>
            </a:r>
            <a:endParaRPr lang="en-US" dirty="0">
              <a:solidFill>
                <a:srgbClr val="07679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1128CB-5448-4239-813D-734939BB4339}"/>
              </a:ext>
            </a:extLst>
          </p:cNvPr>
          <p:cNvSpPr txBox="1"/>
          <p:nvPr/>
        </p:nvSpPr>
        <p:spPr>
          <a:xfrm>
            <a:off x="12581468" y="2070655"/>
            <a:ext cx="8652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LinearRegression</a:t>
            </a:r>
            <a:r>
              <a:rPr lang="en-US" dirty="0">
                <a:latin typeface="Consolas" panose="020B0609020204030204" pitchFamily="49" charset="0"/>
              </a:rPr>
              <a:t>(object):</a:t>
            </a:r>
          </a:p>
          <a:p>
            <a:r>
              <a:rPr lang="en-US" dirty="0">
                <a:latin typeface="Consolas" panose="020B0609020204030204" pitchFamily="49" charset="0"/>
              </a:rPr>
              <a:t>    def __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__(self):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super().__</a:t>
            </a:r>
            <a:r>
              <a:rPr lang="en-US" dirty="0" err="1">
                <a:latin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</a:rPr>
              <a:t>__()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def fit(self, X, y):</a:t>
            </a:r>
          </a:p>
          <a:p>
            <a:r>
              <a:rPr lang="en-US" dirty="0">
                <a:latin typeface="Consolas" panose="020B0609020204030204" pitchFamily="49" charset="0"/>
              </a:rPr>
              <a:t>        m, d = </a:t>
            </a:r>
            <a:r>
              <a:rPr lang="en-US" dirty="0" err="1">
                <a:latin typeface="Consolas" panose="020B0609020204030204" pitchFamily="49" charset="0"/>
              </a:rPr>
              <a:t>X.shape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X = </a:t>
            </a:r>
            <a:r>
              <a:rPr lang="en-US" dirty="0" err="1">
                <a:latin typeface="Consolas" panose="020B0609020204030204" pitchFamily="49" charset="0"/>
              </a:rPr>
              <a:t>np.concatenate</a:t>
            </a:r>
            <a:r>
              <a:rPr lang="en-US" dirty="0">
                <a:latin typeface="Consolas" panose="020B0609020204030204" pitchFamily="49" charset="0"/>
              </a:rPr>
              <a:t>((X, </a:t>
            </a:r>
            <a:r>
              <a:rPr lang="en-US" dirty="0" err="1">
                <a:latin typeface="Consolas" panose="020B0609020204030204" pitchFamily="49" charset="0"/>
              </a:rPr>
              <a:t>np.ones</a:t>
            </a:r>
            <a:r>
              <a:rPr lang="en-US" dirty="0">
                <a:latin typeface="Consolas" panose="020B0609020204030204" pitchFamily="49" charset="0"/>
              </a:rPr>
              <a:t>((m, 1))), axis=1)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self.w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np.linalg.inv</a:t>
            </a:r>
            <a:r>
              <a:rPr lang="en-US" dirty="0">
                <a:latin typeface="Consolas" panose="020B0609020204030204" pitchFamily="49" charset="0"/>
              </a:rPr>
              <a:t>(X.T@X)@X.T@y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def predict(self, X):</a:t>
            </a:r>
          </a:p>
          <a:p>
            <a:r>
              <a:rPr lang="en-US" dirty="0">
                <a:latin typeface="Consolas" panose="020B0609020204030204" pitchFamily="49" charset="0"/>
              </a:rPr>
              <a:t>        m, d = </a:t>
            </a:r>
            <a:r>
              <a:rPr lang="en-US" dirty="0" err="1">
                <a:latin typeface="Consolas" panose="020B0609020204030204" pitchFamily="49" charset="0"/>
              </a:rPr>
              <a:t>X.shape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X = </a:t>
            </a:r>
            <a:r>
              <a:rPr lang="en-US" dirty="0" err="1">
                <a:latin typeface="Consolas" panose="020B0609020204030204" pitchFamily="49" charset="0"/>
              </a:rPr>
              <a:t>np.concatenate</a:t>
            </a:r>
            <a:r>
              <a:rPr lang="en-US" dirty="0">
                <a:latin typeface="Consolas" panose="020B0609020204030204" pitchFamily="49" charset="0"/>
              </a:rPr>
              <a:t>((X, </a:t>
            </a:r>
            <a:r>
              <a:rPr lang="en-US" dirty="0" err="1">
                <a:latin typeface="Consolas" panose="020B0609020204030204" pitchFamily="49" charset="0"/>
              </a:rPr>
              <a:t>np.ones</a:t>
            </a:r>
            <a:r>
              <a:rPr lang="en-US" dirty="0">
                <a:latin typeface="Consolas" panose="020B0609020204030204" pitchFamily="49" charset="0"/>
              </a:rPr>
              <a:t>((m, 1))), axis=1)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y_pred</a:t>
            </a:r>
            <a:r>
              <a:rPr lang="en-US" dirty="0">
                <a:latin typeface="Consolas" panose="020B0609020204030204" pitchFamily="49" charset="0"/>
              </a:rPr>
              <a:t> = X @ </a:t>
            </a:r>
            <a:r>
              <a:rPr lang="en-US" dirty="0" err="1">
                <a:latin typeface="Consolas" panose="020B0609020204030204" pitchFamily="49" charset="0"/>
              </a:rPr>
              <a:t>self.w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y_pred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86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6F247-7AB9-4882-B781-178983EBD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4E35F5-BBB8-44DF-B9A0-16B7F4B92C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6DFC5E-69BD-4D50-A2F6-EADCD74E18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63318" y="4285299"/>
            <a:ext cx="4065361" cy="31393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26951-4492-48E5-ACD3-0E726F4448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63317" y="4803063"/>
            <a:ext cx="4065361" cy="313932"/>
          </a:xfrm>
        </p:spPr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649C623-AECB-4426-97FE-2839300737B8}"/>
                  </a:ext>
                </a:extLst>
              </p14:cNvPr>
              <p14:cNvContentPartPr/>
              <p14:nvPr/>
            </p14:nvContentPartPr>
            <p14:xfrm>
              <a:off x="12327333" y="2209520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649C623-AECB-4426-97FE-2839300737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18693" y="22008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611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1798C1F16BF4597978ACE664E17CF" ma:contentTypeVersion="2" ma:contentTypeDescription="Create a new document." ma:contentTypeScope="" ma:versionID="d27c28d0eda6c7338f383f31a37c05d5">
  <xsd:schema xmlns:xsd="http://www.w3.org/2001/XMLSchema" xmlns:xs="http://www.w3.org/2001/XMLSchema" xmlns:p="http://schemas.microsoft.com/office/2006/metadata/properties" xmlns:ns3="22e52b54-6ee2-4d7c-bb11-589918ac67c1" targetNamespace="http://schemas.microsoft.com/office/2006/metadata/properties" ma:root="true" ma:fieldsID="e7665bad7c7a3fb50acb85d392f51e77" ns3:_="">
    <xsd:import namespace="22e52b54-6ee2-4d7c-bb11-589918ac67c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52b54-6ee2-4d7c-bb11-589918ac67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E44A41-F244-40E8-B6A6-49E03F922F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52b54-6ee2-4d7c-bb11-589918ac67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AE0E6D-D9E9-4583-98B2-3D0CD20947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543942-9E39-451C-B51A-C69E0BB9EE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2481</TotalTime>
  <Words>1152</Words>
  <Application>Microsoft Office PowerPoint</Application>
  <PresentationFormat>宽屏</PresentationFormat>
  <Paragraphs>121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-apple-system</vt:lpstr>
      <vt:lpstr>微软雅黑</vt:lpstr>
      <vt:lpstr>等线</vt:lpstr>
      <vt:lpstr>Arial</vt:lpstr>
      <vt:lpstr>Calibri</vt:lpstr>
      <vt:lpstr>Consolas</vt:lpstr>
      <vt:lpstr>Office 主题​​</vt:lpstr>
      <vt:lpstr>实验内容</vt:lpstr>
      <vt:lpstr>PowerPoint 演示文稿</vt:lpstr>
      <vt:lpstr>乳腺癌与穿刺活检</vt:lpstr>
      <vt:lpstr>Wisconsin Diagnostic Breast Cancer (WDBC)数据集</vt:lpstr>
      <vt:lpstr>实验步骤</vt:lpstr>
      <vt:lpstr>Diabetes dataset</vt:lpstr>
      <vt:lpstr>示例代码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wei1012871944@live.cn</dc:creator>
  <cp:lastModifiedBy>Kai Xuan</cp:lastModifiedBy>
  <cp:revision>155</cp:revision>
  <dcterms:created xsi:type="dcterms:W3CDTF">2020-04-28T02:46:14Z</dcterms:created>
  <dcterms:modified xsi:type="dcterms:W3CDTF">2023-10-27T14:55:15Z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0x010100C1F1798C1F16BF4597978ACE664E17CF</vt:lpwstr>
  </property>
</Properties>
</file>